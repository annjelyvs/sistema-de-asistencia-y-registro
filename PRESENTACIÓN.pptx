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52"/>
  </p:notesMasterIdLst>
  <p:sldIdLst>
    <p:sldId id="256" r:id="rId2"/>
    <p:sldId id="258" r:id="rId3"/>
    <p:sldId id="260" r:id="rId4"/>
    <p:sldId id="259" r:id="rId5"/>
    <p:sldId id="263" r:id="rId6"/>
    <p:sldId id="296" r:id="rId7"/>
    <p:sldId id="268" r:id="rId8"/>
    <p:sldId id="297" r:id="rId9"/>
    <p:sldId id="300" r:id="rId10"/>
    <p:sldId id="307" r:id="rId11"/>
    <p:sldId id="303" r:id="rId12"/>
    <p:sldId id="304" r:id="rId13"/>
    <p:sldId id="305" r:id="rId14"/>
    <p:sldId id="306" r:id="rId15"/>
    <p:sldId id="302" r:id="rId16"/>
    <p:sldId id="308" r:id="rId17"/>
    <p:sldId id="309" r:id="rId18"/>
    <p:sldId id="314" r:id="rId19"/>
    <p:sldId id="317" r:id="rId20"/>
    <p:sldId id="316" r:id="rId21"/>
    <p:sldId id="318" r:id="rId22"/>
    <p:sldId id="321" r:id="rId23"/>
    <p:sldId id="322" r:id="rId24"/>
    <p:sldId id="319" r:id="rId25"/>
    <p:sldId id="320" r:id="rId26"/>
    <p:sldId id="323" r:id="rId27"/>
    <p:sldId id="324" r:id="rId28"/>
    <p:sldId id="327" r:id="rId29"/>
    <p:sldId id="315" r:id="rId30"/>
    <p:sldId id="313" r:id="rId31"/>
    <p:sldId id="329" r:id="rId32"/>
    <p:sldId id="332" r:id="rId33"/>
    <p:sldId id="330" r:id="rId34"/>
    <p:sldId id="331" r:id="rId35"/>
    <p:sldId id="333" r:id="rId36"/>
    <p:sldId id="334" r:id="rId37"/>
    <p:sldId id="311" r:id="rId38"/>
    <p:sldId id="298" r:id="rId39"/>
    <p:sldId id="275" r:id="rId40"/>
    <p:sldId id="262" r:id="rId41"/>
    <p:sldId id="335" r:id="rId42"/>
    <p:sldId id="337" r:id="rId43"/>
    <p:sldId id="336" r:id="rId44"/>
    <p:sldId id="338" r:id="rId45"/>
    <p:sldId id="339" r:id="rId46"/>
    <p:sldId id="340" r:id="rId47"/>
    <p:sldId id="341" r:id="rId48"/>
    <p:sldId id="342" r:id="rId49"/>
    <p:sldId id="343" r:id="rId50"/>
    <p:sldId id="299" r:id="rId51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53"/>
      <p:bold r:id="rId54"/>
      <p:italic r:id="rId55"/>
      <p:boldItalic r:id="rId56"/>
    </p:embeddedFont>
    <p:embeddedFont>
      <p:font typeface="Sora" pitchFamily="2" charset="0"/>
      <p:regular r:id="rId57"/>
      <p:bold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BD73DE7-88F1-47C2-A0BF-E2E87E19064A}">
          <p14:sldIdLst>
            <p14:sldId id="256"/>
            <p14:sldId id="258"/>
            <p14:sldId id="260"/>
            <p14:sldId id="259"/>
            <p14:sldId id="263"/>
            <p14:sldId id="296"/>
            <p14:sldId id="268"/>
            <p14:sldId id="297"/>
          </p14:sldIdLst>
        </p14:section>
        <p14:section name="acceso seguro al sistema" id="{695E87FD-D13E-4FF3-BB98-E8F6E7D0FDB9}">
          <p14:sldIdLst>
            <p14:sldId id="300"/>
            <p14:sldId id="307"/>
          </p14:sldIdLst>
        </p14:section>
        <p14:section name="acceso denegado" id="{3BD98E80-B133-4337-BA79-2F7C6298ACCE}">
          <p14:sldIdLst>
            <p14:sldId id="303"/>
            <p14:sldId id="304"/>
            <p14:sldId id="305"/>
            <p14:sldId id="306"/>
          </p14:sldIdLst>
        </p14:section>
        <p14:section name="acceso concedido" id="{8A796486-9EA0-4367-BE74-21843D43BD87}">
          <p14:sldIdLst>
            <p14:sldId id="302"/>
          </p14:sldIdLst>
        </p14:section>
        <p14:section name="menu" id="{C3AB8CEA-607C-4093-91FE-8987BCCE8B3A}">
          <p14:sldIdLst>
            <p14:sldId id="308"/>
          </p14:sldIdLst>
        </p14:section>
        <p14:section name="registro asistencia" id="{7F36C07A-7577-4990-945D-B3C5FA865E6D}">
          <p14:sldIdLst>
            <p14:sldId id="309"/>
            <p14:sldId id="314"/>
            <p14:sldId id="317"/>
            <p14:sldId id="316"/>
            <p14:sldId id="318"/>
          </p14:sldIdLst>
        </p14:section>
        <p14:section name="misma fecha encontrada" id="{51C5CEBC-B342-4BF6-BAF6-EE4FD55C41E5}">
          <p14:sldIdLst>
            <p14:sldId id="321"/>
            <p14:sldId id="322"/>
          </p14:sldIdLst>
        </p14:section>
        <p14:section name="otra fecha, mismo trabajador" id="{1AC10E57-089A-4274-AD78-DA44D5D6CBD8}">
          <p14:sldIdLst>
            <p14:sldId id="319"/>
          </p14:sldIdLst>
        </p14:section>
        <p14:section name="registrar otra fecha, otro trabajador" id="{0325D93E-EF16-4ED9-B1CC-B315612BDC80}">
          <p14:sldIdLst>
            <p14:sldId id="320"/>
          </p14:sldIdLst>
        </p14:section>
        <p14:section name="banner loading" id="{4470E432-1D85-46EA-848F-3BCA5364EC00}">
          <p14:sldIdLst>
            <p14:sldId id="323"/>
          </p14:sldIdLst>
        </p14:section>
        <p14:section name="Historial de asistencia" id="{5AAF166C-6E8B-4C9A-A5DD-87ED692BF48A}">
          <p14:sldIdLst>
            <p14:sldId id="324"/>
            <p14:sldId id="327"/>
          </p14:sldIdLst>
        </p14:section>
        <p14:section name="Porcentaje de puntualidad" id="{E22B66CB-259F-4CD1-8634-465941A9DD7D}">
          <p14:sldIdLst>
            <p14:sldId id="315"/>
            <p14:sldId id="313"/>
            <p14:sldId id="329"/>
          </p14:sldIdLst>
        </p14:section>
        <p14:section name="Informe semanal" id="{3495A7D9-3F78-4C4F-88C1-BDE8D2D4E0C7}">
          <p14:sldIdLst>
            <p14:sldId id="332"/>
            <p14:sldId id="330"/>
            <p14:sldId id="331"/>
          </p14:sldIdLst>
        </p14:section>
        <p14:section name="Lista de empleados" id="{69713FAB-E76D-4678-8DF2-A11CC8F60BF9}">
          <p14:sldIdLst>
            <p14:sldId id="333"/>
            <p14:sldId id="334"/>
          </p14:sldIdLst>
        </p14:section>
        <p14:section name="Salir" id="{CB79FEE6-7BDA-4C93-9BEC-311F93B9A2BF}">
          <p14:sldIdLst>
            <p14:sldId id="311"/>
            <p14:sldId id="298"/>
            <p14:sldId id="275"/>
            <p14:sldId id="262"/>
            <p14:sldId id="335"/>
            <p14:sldId id="337"/>
            <p14:sldId id="336"/>
            <p14:sldId id="338"/>
            <p14:sldId id="339"/>
            <p14:sldId id="340"/>
            <p14:sldId id="341"/>
            <p14:sldId id="342"/>
            <p14:sldId id="343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19"/>
    <a:srgbClr val="A50021"/>
    <a:srgbClr val="663300"/>
    <a:srgbClr val="3E1F00"/>
    <a:srgbClr val="FFFFA7"/>
    <a:srgbClr val="657E93"/>
    <a:srgbClr val="FFCC99"/>
    <a:srgbClr val="FFA54B"/>
    <a:srgbClr val="008000"/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3F4C40-3016-4ECD-B114-48E141C6EC8D}">
  <a:tblStyle styleId="{5A3F4C40-3016-4ECD-B114-48E141C6EC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0750C78-13A4-453D-BDD3-147D108715A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font" Target="fonts/font3.fntdata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54" Type="http://schemas.openxmlformats.org/officeDocument/2006/relationships/font" Target="fonts/font2.fntdata" /><Relationship Id="rId62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font" Target="fonts/font1.fntdata" /><Relationship Id="rId58" Type="http://schemas.openxmlformats.org/officeDocument/2006/relationships/font" Target="fonts/font6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font" Target="fonts/font5.fntdata" /><Relationship Id="rId61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notesMaster" Target="notesMasters/notesMaster1.xml" /><Relationship Id="rId6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font" Target="fonts/font4.fntdata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87fa921f8d_0_1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87fa921f8d_0_1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>
          <a:extLst>
            <a:ext uri="{FF2B5EF4-FFF2-40B4-BE49-F238E27FC236}">
              <a16:creationId xmlns:a16="http://schemas.microsoft.com/office/drawing/2014/main" id="{AEC2D147-80A3-9071-4098-796648FB8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>
            <a:extLst>
              <a:ext uri="{FF2B5EF4-FFF2-40B4-BE49-F238E27FC236}">
                <a16:creationId xmlns:a16="http://schemas.microsoft.com/office/drawing/2014/main" id="{A7B3E292-43CF-F3D6-75D2-A45CD30ACD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>
            <a:extLst>
              <a:ext uri="{FF2B5EF4-FFF2-40B4-BE49-F238E27FC236}">
                <a16:creationId xmlns:a16="http://schemas.microsoft.com/office/drawing/2014/main" id="{0C6AE96F-33E1-C79F-7ED9-8ED30C02F6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4195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>
          <a:extLst>
            <a:ext uri="{FF2B5EF4-FFF2-40B4-BE49-F238E27FC236}">
              <a16:creationId xmlns:a16="http://schemas.microsoft.com/office/drawing/2014/main" id="{E622B756-A769-0166-A396-DD73583FF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>
            <a:extLst>
              <a:ext uri="{FF2B5EF4-FFF2-40B4-BE49-F238E27FC236}">
                <a16:creationId xmlns:a16="http://schemas.microsoft.com/office/drawing/2014/main" id="{5D86BF9F-5983-AADB-7913-E4A2E34C1C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>
            <a:extLst>
              <a:ext uri="{FF2B5EF4-FFF2-40B4-BE49-F238E27FC236}">
                <a16:creationId xmlns:a16="http://schemas.microsoft.com/office/drawing/2014/main" id="{AA1B8862-C97A-CB7C-E4D7-6624F934C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0182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>
          <a:extLst>
            <a:ext uri="{FF2B5EF4-FFF2-40B4-BE49-F238E27FC236}">
              <a16:creationId xmlns:a16="http://schemas.microsoft.com/office/drawing/2014/main" id="{4B9DC3CC-AFBA-E567-BFCD-67224AB55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>
            <a:extLst>
              <a:ext uri="{FF2B5EF4-FFF2-40B4-BE49-F238E27FC236}">
                <a16:creationId xmlns:a16="http://schemas.microsoft.com/office/drawing/2014/main" id="{DDA1DF41-3B09-6765-7A1A-CDE14CDD3A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>
            <a:extLst>
              <a:ext uri="{FF2B5EF4-FFF2-40B4-BE49-F238E27FC236}">
                <a16:creationId xmlns:a16="http://schemas.microsoft.com/office/drawing/2014/main" id="{5C437390-CA33-5380-7EEF-8034B259A8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9825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9" name="Google Shape;2119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C6590391-359D-CBDA-B8D2-1E9A27DCA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>
            <a:extLst>
              <a:ext uri="{FF2B5EF4-FFF2-40B4-BE49-F238E27FC236}">
                <a16:creationId xmlns:a16="http://schemas.microsoft.com/office/drawing/2014/main" id="{0DA824C5-3F35-6A2C-6979-77F3B37E02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>
            <a:extLst>
              <a:ext uri="{FF2B5EF4-FFF2-40B4-BE49-F238E27FC236}">
                <a16:creationId xmlns:a16="http://schemas.microsoft.com/office/drawing/2014/main" id="{30326111-317F-2D38-D496-E5DC91C073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1609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038457AB-9B6A-ABFE-4BDE-9411346A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>
            <a:extLst>
              <a:ext uri="{FF2B5EF4-FFF2-40B4-BE49-F238E27FC236}">
                <a16:creationId xmlns:a16="http://schemas.microsoft.com/office/drawing/2014/main" id="{39F7939C-E3B8-8E1F-E846-150079782A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>
            <a:extLst>
              <a:ext uri="{FF2B5EF4-FFF2-40B4-BE49-F238E27FC236}">
                <a16:creationId xmlns:a16="http://schemas.microsoft.com/office/drawing/2014/main" id="{0883BC53-EC2F-DA18-39FB-25A4D8FCB8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63406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486CE0CB-F4C0-32D2-BBE1-96E54E7A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>
            <a:extLst>
              <a:ext uri="{FF2B5EF4-FFF2-40B4-BE49-F238E27FC236}">
                <a16:creationId xmlns:a16="http://schemas.microsoft.com/office/drawing/2014/main" id="{7863ED34-FBDA-76A9-2DEA-73CE75AD70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>
            <a:extLst>
              <a:ext uri="{FF2B5EF4-FFF2-40B4-BE49-F238E27FC236}">
                <a16:creationId xmlns:a16="http://schemas.microsoft.com/office/drawing/2014/main" id="{6BC859A4-CEC0-A567-92B4-5F1E8C37EA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3767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2B9F255A-D6D7-3405-0E82-3DC0A2BAE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>
            <a:extLst>
              <a:ext uri="{FF2B5EF4-FFF2-40B4-BE49-F238E27FC236}">
                <a16:creationId xmlns:a16="http://schemas.microsoft.com/office/drawing/2014/main" id="{EC226C0E-3361-9F83-ACEA-76617109DC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>
            <a:extLst>
              <a:ext uri="{FF2B5EF4-FFF2-40B4-BE49-F238E27FC236}">
                <a16:creationId xmlns:a16="http://schemas.microsoft.com/office/drawing/2014/main" id="{BAE57DE7-1370-052E-0B8D-59F631882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749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E2EEFF97-C815-7810-F1FE-30530916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>
            <a:extLst>
              <a:ext uri="{FF2B5EF4-FFF2-40B4-BE49-F238E27FC236}">
                <a16:creationId xmlns:a16="http://schemas.microsoft.com/office/drawing/2014/main" id="{EC3A3FEF-48B4-1110-7410-78B541299E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>
            <a:extLst>
              <a:ext uri="{FF2B5EF4-FFF2-40B4-BE49-F238E27FC236}">
                <a16:creationId xmlns:a16="http://schemas.microsoft.com/office/drawing/2014/main" id="{F395D9EA-9591-AFA5-DA13-C187CB6E2B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89796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3A4DBDEC-8A3D-4867-03B0-2D9B7054D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>
            <a:extLst>
              <a:ext uri="{FF2B5EF4-FFF2-40B4-BE49-F238E27FC236}">
                <a16:creationId xmlns:a16="http://schemas.microsoft.com/office/drawing/2014/main" id="{9628FDC9-8B99-74D6-D9F4-FC0BF8B6E9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>
            <a:extLst>
              <a:ext uri="{FF2B5EF4-FFF2-40B4-BE49-F238E27FC236}">
                <a16:creationId xmlns:a16="http://schemas.microsoft.com/office/drawing/2014/main" id="{9C039A00-E000-5DFF-ABB8-2FB378594A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16978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12331942-9415-F2DE-8235-1DDEF9E0F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>
            <a:extLst>
              <a:ext uri="{FF2B5EF4-FFF2-40B4-BE49-F238E27FC236}">
                <a16:creationId xmlns:a16="http://schemas.microsoft.com/office/drawing/2014/main" id="{7B58361E-0121-3CB0-7ABE-1A5C91C74A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>
            <a:extLst>
              <a:ext uri="{FF2B5EF4-FFF2-40B4-BE49-F238E27FC236}">
                <a16:creationId xmlns:a16="http://schemas.microsoft.com/office/drawing/2014/main" id="{45C6AB31-2E5C-2404-EC61-BD01596AD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377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FE0C62E4-5BF7-B2EA-55D7-2D785632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>
            <a:extLst>
              <a:ext uri="{FF2B5EF4-FFF2-40B4-BE49-F238E27FC236}">
                <a16:creationId xmlns:a16="http://schemas.microsoft.com/office/drawing/2014/main" id="{3A3FEF86-B907-4CA9-7017-7A2D05807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>
            <a:extLst>
              <a:ext uri="{FF2B5EF4-FFF2-40B4-BE49-F238E27FC236}">
                <a16:creationId xmlns:a16="http://schemas.microsoft.com/office/drawing/2014/main" id="{9BD3012C-CC17-5704-3DD0-790078323C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89563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>
          <a:extLst>
            <a:ext uri="{FF2B5EF4-FFF2-40B4-BE49-F238E27FC236}">
              <a16:creationId xmlns:a16="http://schemas.microsoft.com/office/drawing/2014/main" id="{6E9DB45B-2600-A439-09D5-1DCE4AE0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184d99d1a72_0_15:notes">
            <a:extLst>
              <a:ext uri="{FF2B5EF4-FFF2-40B4-BE49-F238E27FC236}">
                <a16:creationId xmlns:a16="http://schemas.microsoft.com/office/drawing/2014/main" id="{B283B28B-2027-9FBE-3B8F-32662346D5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184d99d1a72_0_15:notes">
            <a:extLst>
              <a:ext uri="{FF2B5EF4-FFF2-40B4-BE49-F238E27FC236}">
                <a16:creationId xmlns:a16="http://schemas.microsoft.com/office/drawing/2014/main" id="{CCC23015-785C-285F-2B41-FB3EBB4056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82281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>
          <a:extLst>
            <a:ext uri="{FF2B5EF4-FFF2-40B4-BE49-F238E27FC236}">
              <a16:creationId xmlns:a16="http://schemas.microsoft.com/office/drawing/2014/main" id="{5C74ED90-1D5E-0221-CA4C-D33DD5360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54dda1946d_6_308:notes">
            <a:extLst>
              <a:ext uri="{FF2B5EF4-FFF2-40B4-BE49-F238E27FC236}">
                <a16:creationId xmlns:a16="http://schemas.microsoft.com/office/drawing/2014/main" id="{D637EB1F-BF3A-21DD-51D6-D4869B855A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54dda1946d_6_308:notes">
            <a:extLst>
              <a:ext uri="{FF2B5EF4-FFF2-40B4-BE49-F238E27FC236}">
                <a16:creationId xmlns:a16="http://schemas.microsoft.com/office/drawing/2014/main" id="{B6D74277-581B-D49B-1823-382A1FA56D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5030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 /><Relationship Id="rId2" Type="http://schemas.openxmlformats.org/officeDocument/2006/relationships/hyperlink" Target="https://bit.ly/3A1uf1Q" TargetMode="External" /><Relationship Id="rId1" Type="http://schemas.openxmlformats.org/officeDocument/2006/relationships/slideMaster" Target="../slideMasters/slideMaster1.xml" /><Relationship Id="rId4" Type="http://schemas.openxmlformats.org/officeDocument/2006/relationships/hyperlink" Target="http://bit.ly/2TtBDfr" TargetMode="Externa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" name="Google Shape;14;p2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" name="Google Shape;15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13225" y="1252927"/>
            <a:ext cx="4370100" cy="21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13225" y="3414773"/>
            <a:ext cx="4370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130550" y="26234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3" name="Google Shape;23;p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4" name="Google Shape;24;p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5" name="Google Shape;25;p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7" name="Google Shape;27;p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8" name="Google Shape;28;p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9" name="Google Shape;29;p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1" name="Google Shape;31;p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713225" y="1900863"/>
            <a:ext cx="4306500" cy="19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title"/>
          </p:nvPr>
        </p:nvSpPr>
        <p:spPr>
          <a:xfrm>
            <a:off x="713225" y="1259938"/>
            <a:ext cx="4306500" cy="64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>
            <a:spLocks noGrp="1"/>
          </p:cNvSpPr>
          <p:nvPr>
            <p:ph type="pic" idx="2"/>
          </p:nvPr>
        </p:nvSpPr>
        <p:spPr>
          <a:xfrm>
            <a:off x="5019725" y="965076"/>
            <a:ext cx="2203500" cy="32133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74" name="Google Shape;74;p7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75" name="Google Shape;75;p7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76" name="Google Shape;76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Google Shape;77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8" name="Google Shape;78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79" name="Google Shape;79;p7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80" name="Google Shape;80;p7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7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2" name="Google Shape;82;p7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87" name="Google Shape;87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90" name="Google Shape;90;p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91" name="Google Shape;91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93" name="Google Shape;93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135550" y="1222639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135550" y="3339439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99" name="Google Shape;99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1" name="Google Shape;101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02" name="Google Shape;102;p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03" name="Google Shape;103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3" hasCustomPrompt="1"/>
          </p:nvPr>
        </p:nvSpPr>
        <p:spPr>
          <a:xfrm>
            <a:off x="2709178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4" hasCustomPrompt="1"/>
          </p:nvPr>
        </p:nvSpPr>
        <p:spPr>
          <a:xfrm>
            <a:off x="2709178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5" hasCustomPrompt="1"/>
          </p:nvPr>
        </p:nvSpPr>
        <p:spPr>
          <a:xfrm>
            <a:off x="4698355" y="1404675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6" hasCustomPrompt="1"/>
          </p:nvPr>
        </p:nvSpPr>
        <p:spPr>
          <a:xfrm>
            <a:off x="4698355" y="3066688"/>
            <a:ext cx="761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720000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7"/>
          </p:nvPr>
        </p:nvSpPr>
        <p:spPr>
          <a:xfrm>
            <a:off x="2709178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8"/>
          </p:nvPr>
        </p:nvSpPr>
        <p:spPr>
          <a:xfrm>
            <a:off x="4698355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720000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2709178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4698355" y="351424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35" name="Google Shape;135;p13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36" name="Google Shape;136;p13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37" name="Google Shape;137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9" name="Google Shape;139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0" name="Google Shape;140;p13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41" name="Google Shape;141;p13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13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3" name="Google Shape;143;p13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44" name="Google Shape;144;p13"/>
          <p:cNvSpPr txBox="1">
            <a:spLocks noGrp="1"/>
          </p:cNvSpPr>
          <p:nvPr>
            <p:ph type="title" idx="15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3758050" y="1937075"/>
            <a:ext cx="3233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subTitle" idx="1"/>
          </p:nvPr>
        </p:nvSpPr>
        <p:spPr>
          <a:xfrm>
            <a:off x="3758050" y="2433575"/>
            <a:ext cx="3233100" cy="9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48" name="Google Shape;148;p14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49" name="Google Shape;149;p14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50" name="Google Shape;150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" name="Google Shape;151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52" name="Google Shape;152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3" name="Google Shape;153;p14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4" name="Google Shape;154;p14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" name="Google Shape;155;p14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>
            <a:spLocks noGrp="1"/>
          </p:cNvSpPr>
          <p:nvPr>
            <p:ph type="subTitle" idx="1"/>
          </p:nvPr>
        </p:nvSpPr>
        <p:spPr>
          <a:xfrm>
            <a:off x="901850" y="2503625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subTitle" idx="2"/>
          </p:nvPr>
        </p:nvSpPr>
        <p:spPr>
          <a:xfrm>
            <a:off x="3473632" y="2503625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subTitle" idx="3"/>
          </p:nvPr>
        </p:nvSpPr>
        <p:spPr>
          <a:xfrm>
            <a:off x="6045421" y="2503625"/>
            <a:ext cx="2196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subTitle" idx="4"/>
          </p:nvPr>
        </p:nvSpPr>
        <p:spPr>
          <a:xfrm>
            <a:off x="901850" y="1609225"/>
            <a:ext cx="21966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subTitle" idx="5"/>
          </p:nvPr>
        </p:nvSpPr>
        <p:spPr>
          <a:xfrm>
            <a:off x="3473636" y="1609225"/>
            <a:ext cx="21966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subTitle" idx="6"/>
          </p:nvPr>
        </p:nvSpPr>
        <p:spPr>
          <a:xfrm>
            <a:off x="6045421" y="1609225"/>
            <a:ext cx="2196600" cy="8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65" name="Google Shape;165;p1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66" name="Google Shape;166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" name="Google Shape;167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68" name="Google Shape;168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69" name="Google Shape;169;p1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70" name="Google Shape;170;p1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" name="Google Shape;171;p1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2" name="Google Shape;172;p1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73" name="Google Shape;173;p15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subTitle" idx="1"/>
          </p:nvPr>
        </p:nvSpPr>
        <p:spPr>
          <a:xfrm>
            <a:off x="2321755" y="1748900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subTitle" idx="2"/>
          </p:nvPr>
        </p:nvSpPr>
        <p:spPr>
          <a:xfrm>
            <a:off x="5614906" y="1748900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subTitle" idx="3"/>
          </p:nvPr>
        </p:nvSpPr>
        <p:spPr>
          <a:xfrm>
            <a:off x="2321754" y="3409475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subTitle" idx="4"/>
          </p:nvPr>
        </p:nvSpPr>
        <p:spPr>
          <a:xfrm>
            <a:off x="5614906" y="3409475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subTitle" idx="5"/>
          </p:nvPr>
        </p:nvSpPr>
        <p:spPr>
          <a:xfrm>
            <a:off x="2321754" y="1379350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subTitle" idx="6"/>
          </p:nvPr>
        </p:nvSpPr>
        <p:spPr>
          <a:xfrm>
            <a:off x="2321754" y="3040000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subTitle" idx="7"/>
          </p:nvPr>
        </p:nvSpPr>
        <p:spPr>
          <a:xfrm>
            <a:off x="5614879" y="1379350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subTitle" idx="8"/>
          </p:nvPr>
        </p:nvSpPr>
        <p:spPr>
          <a:xfrm>
            <a:off x="5614879" y="3040000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83" name="Google Shape;183;p16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84" name="Google Shape;184;p16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85" name="Google Shape;185;p1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1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87" name="Google Shape;187;p1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8" name="Google Shape;188;p16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89" name="Google Shape;189;p16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16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91" name="Google Shape;191;p16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92" name="Google Shape;192;p16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>
            <a:spLocks noGrp="1"/>
          </p:cNvSpPr>
          <p:nvPr>
            <p:ph type="title"/>
          </p:nvPr>
        </p:nvSpPr>
        <p:spPr>
          <a:xfrm>
            <a:off x="3982663" y="539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1"/>
          </p:nvPr>
        </p:nvSpPr>
        <p:spPr>
          <a:xfrm>
            <a:off x="3982625" y="17199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3982500" y="36119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0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0" name="Google Shape;220;p1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21" name="Google Shape;221;p1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22" name="Google Shape;222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3" name="Google Shape;223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24" name="Google Shape;224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25" name="Google Shape;225;p1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26" name="Google Shape;226;p1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1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28" name="Google Shape;228;p1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31" name="Google Shape;231;p1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32" name="Google Shape;232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4" name="Google Shape;234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35" name="Google Shape;235;p1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36" name="Google Shape;236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8" name="Google Shape;238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39" name="Google Shape;239;p19"/>
          <p:cNvGrpSpPr/>
          <p:nvPr/>
        </p:nvGrpSpPr>
        <p:grpSpPr>
          <a:xfrm>
            <a:off x="518845" y="755087"/>
            <a:ext cx="3381109" cy="3633336"/>
            <a:chOff x="1742895" y="795775"/>
            <a:chExt cx="3381109" cy="3633336"/>
          </a:xfrm>
        </p:grpSpPr>
        <p:sp>
          <p:nvSpPr>
            <p:cNvPr id="240" name="Google Shape;240;p19"/>
            <p:cNvSpPr/>
            <p:nvPr/>
          </p:nvSpPr>
          <p:spPr>
            <a:xfrm>
              <a:off x="1913656" y="3200832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910411" y="3196997"/>
              <a:ext cx="46022" cy="46081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" name="Google Shape;242;p19"/>
            <p:cNvGrpSpPr/>
            <p:nvPr/>
          </p:nvGrpSpPr>
          <p:grpSpPr>
            <a:xfrm>
              <a:off x="1742895" y="947116"/>
              <a:ext cx="1986215" cy="3269968"/>
              <a:chOff x="6934075" y="1778325"/>
              <a:chExt cx="689275" cy="1134775"/>
            </a:xfrm>
          </p:grpSpPr>
          <p:sp>
            <p:nvSpPr>
              <p:cNvPr id="243" name="Google Shape;243;p19"/>
              <p:cNvSpPr/>
              <p:nvPr/>
            </p:nvSpPr>
            <p:spPr>
              <a:xfrm>
                <a:off x="7486500" y="2665625"/>
                <a:ext cx="136850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5474" h="2645" extrusionOk="0">
                    <a:moveTo>
                      <a:pt x="5418" y="1"/>
                    </a:moveTo>
                    <a:cubicBezTo>
                      <a:pt x="5390" y="1"/>
                      <a:pt x="5363" y="28"/>
                      <a:pt x="5363" y="56"/>
                    </a:cubicBezTo>
                    <a:lnTo>
                      <a:pt x="5363" y="520"/>
                    </a:lnTo>
                    <a:cubicBezTo>
                      <a:pt x="5363" y="557"/>
                      <a:pt x="5390" y="576"/>
                      <a:pt x="5418" y="576"/>
                    </a:cubicBezTo>
                    <a:cubicBezTo>
                      <a:pt x="5446" y="576"/>
                      <a:pt x="5474" y="557"/>
                      <a:pt x="5474" y="520"/>
                    </a:cubicBezTo>
                    <a:lnTo>
                      <a:pt x="5474" y="56"/>
                    </a:lnTo>
                    <a:cubicBezTo>
                      <a:pt x="5474" y="28"/>
                      <a:pt x="5455" y="1"/>
                      <a:pt x="5418" y="1"/>
                    </a:cubicBezTo>
                    <a:close/>
                    <a:moveTo>
                      <a:pt x="5418" y="928"/>
                    </a:moveTo>
                    <a:cubicBezTo>
                      <a:pt x="5390" y="928"/>
                      <a:pt x="5363" y="956"/>
                      <a:pt x="5363" y="984"/>
                    </a:cubicBezTo>
                    <a:lnTo>
                      <a:pt x="5363" y="1448"/>
                    </a:lnTo>
                    <a:cubicBezTo>
                      <a:pt x="5363" y="1485"/>
                      <a:pt x="5390" y="1503"/>
                      <a:pt x="5418" y="1503"/>
                    </a:cubicBezTo>
                    <a:cubicBezTo>
                      <a:pt x="5446" y="1503"/>
                      <a:pt x="5474" y="1485"/>
                      <a:pt x="5474" y="1448"/>
                    </a:cubicBezTo>
                    <a:lnTo>
                      <a:pt x="5474" y="984"/>
                    </a:lnTo>
                    <a:cubicBezTo>
                      <a:pt x="5474" y="956"/>
                      <a:pt x="5455" y="928"/>
                      <a:pt x="5418" y="928"/>
                    </a:cubicBezTo>
                    <a:close/>
                    <a:moveTo>
                      <a:pt x="5418" y="1856"/>
                    </a:moveTo>
                    <a:cubicBezTo>
                      <a:pt x="5390" y="1856"/>
                      <a:pt x="5363" y="1884"/>
                      <a:pt x="5363" y="1912"/>
                    </a:cubicBezTo>
                    <a:lnTo>
                      <a:pt x="5363" y="2375"/>
                    </a:lnTo>
                    <a:cubicBezTo>
                      <a:pt x="5363" y="2413"/>
                      <a:pt x="5390" y="2431"/>
                      <a:pt x="5418" y="2431"/>
                    </a:cubicBezTo>
                    <a:cubicBezTo>
                      <a:pt x="5446" y="2431"/>
                      <a:pt x="5474" y="2413"/>
                      <a:pt x="5474" y="2375"/>
                    </a:cubicBezTo>
                    <a:lnTo>
                      <a:pt x="5474" y="1912"/>
                    </a:lnTo>
                    <a:cubicBezTo>
                      <a:pt x="5474" y="1884"/>
                      <a:pt x="5455" y="1856"/>
                      <a:pt x="5418" y="1856"/>
                    </a:cubicBezTo>
                    <a:close/>
                    <a:moveTo>
                      <a:pt x="56" y="2524"/>
                    </a:moveTo>
                    <a:cubicBezTo>
                      <a:pt x="28" y="2524"/>
                      <a:pt x="1" y="2552"/>
                      <a:pt x="1" y="2589"/>
                    </a:cubicBezTo>
                    <a:cubicBezTo>
                      <a:pt x="1" y="2617"/>
                      <a:pt x="28" y="2644"/>
                      <a:pt x="56" y="2644"/>
                    </a:cubicBezTo>
                    <a:lnTo>
                      <a:pt x="520" y="2644"/>
                    </a:lnTo>
                    <a:cubicBezTo>
                      <a:pt x="557" y="2644"/>
                      <a:pt x="585" y="2617"/>
                      <a:pt x="585" y="2589"/>
                    </a:cubicBezTo>
                    <a:cubicBezTo>
                      <a:pt x="585" y="2552"/>
                      <a:pt x="557" y="2524"/>
                      <a:pt x="520" y="2524"/>
                    </a:cubicBezTo>
                    <a:close/>
                    <a:moveTo>
                      <a:pt x="984" y="2524"/>
                    </a:moveTo>
                    <a:cubicBezTo>
                      <a:pt x="956" y="2524"/>
                      <a:pt x="928" y="2552"/>
                      <a:pt x="928" y="2589"/>
                    </a:cubicBezTo>
                    <a:cubicBezTo>
                      <a:pt x="928" y="2617"/>
                      <a:pt x="956" y="2644"/>
                      <a:pt x="984" y="2644"/>
                    </a:cubicBezTo>
                    <a:lnTo>
                      <a:pt x="1448" y="2644"/>
                    </a:lnTo>
                    <a:cubicBezTo>
                      <a:pt x="1485" y="2644"/>
                      <a:pt x="1513" y="2617"/>
                      <a:pt x="1513" y="2589"/>
                    </a:cubicBezTo>
                    <a:cubicBezTo>
                      <a:pt x="1513" y="2552"/>
                      <a:pt x="1485" y="2524"/>
                      <a:pt x="1448" y="2524"/>
                    </a:cubicBezTo>
                    <a:close/>
                    <a:moveTo>
                      <a:pt x="1912" y="2524"/>
                    </a:moveTo>
                    <a:cubicBezTo>
                      <a:pt x="1884" y="2524"/>
                      <a:pt x="1856" y="2552"/>
                      <a:pt x="1856" y="2589"/>
                    </a:cubicBezTo>
                    <a:cubicBezTo>
                      <a:pt x="1856" y="2617"/>
                      <a:pt x="1884" y="2644"/>
                      <a:pt x="1912" y="2644"/>
                    </a:cubicBezTo>
                    <a:lnTo>
                      <a:pt x="2375" y="2644"/>
                    </a:lnTo>
                    <a:cubicBezTo>
                      <a:pt x="2413" y="2644"/>
                      <a:pt x="2440" y="2617"/>
                      <a:pt x="2440" y="2589"/>
                    </a:cubicBezTo>
                    <a:cubicBezTo>
                      <a:pt x="2440" y="2552"/>
                      <a:pt x="2413" y="2524"/>
                      <a:pt x="2375" y="2524"/>
                    </a:cubicBezTo>
                    <a:close/>
                    <a:moveTo>
                      <a:pt x="2839" y="2524"/>
                    </a:moveTo>
                    <a:cubicBezTo>
                      <a:pt x="2812" y="2524"/>
                      <a:pt x="2784" y="2552"/>
                      <a:pt x="2784" y="2589"/>
                    </a:cubicBezTo>
                    <a:cubicBezTo>
                      <a:pt x="2784" y="2617"/>
                      <a:pt x="2812" y="2644"/>
                      <a:pt x="2839" y="2644"/>
                    </a:cubicBezTo>
                    <a:lnTo>
                      <a:pt x="3303" y="2644"/>
                    </a:lnTo>
                    <a:cubicBezTo>
                      <a:pt x="3340" y="2644"/>
                      <a:pt x="3368" y="2617"/>
                      <a:pt x="3368" y="2589"/>
                    </a:cubicBezTo>
                    <a:cubicBezTo>
                      <a:pt x="3368" y="2552"/>
                      <a:pt x="3340" y="2524"/>
                      <a:pt x="3303" y="2524"/>
                    </a:cubicBezTo>
                    <a:close/>
                    <a:moveTo>
                      <a:pt x="3767" y="2524"/>
                    </a:moveTo>
                    <a:cubicBezTo>
                      <a:pt x="3739" y="2524"/>
                      <a:pt x="3711" y="2552"/>
                      <a:pt x="3711" y="2589"/>
                    </a:cubicBezTo>
                    <a:cubicBezTo>
                      <a:pt x="3711" y="2617"/>
                      <a:pt x="3739" y="2644"/>
                      <a:pt x="3767" y="2644"/>
                    </a:cubicBezTo>
                    <a:lnTo>
                      <a:pt x="4231" y="2644"/>
                    </a:lnTo>
                    <a:cubicBezTo>
                      <a:pt x="4268" y="2644"/>
                      <a:pt x="4296" y="2617"/>
                      <a:pt x="4296" y="2589"/>
                    </a:cubicBezTo>
                    <a:cubicBezTo>
                      <a:pt x="4296" y="2552"/>
                      <a:pt x="4268" y="2524"/>
                      <a:pt x="4231" y="2524"/>
                    </a:cubicBezTo>
                    <a:close/>
                    <a:moveTo>
                      <a:pt x="4695" y="2524"/>
                    </a:moveTo>
                    <a:cubicBezTo>
                      <a:pt x="4667" y="2524"/>
                      <a:pt x="4639" y="2552"/>
                      <a:pt x="4639" y="2589"/>
                    </a:cubicBezTo>
                    <a:cubicBezTo>
                      <a:pt x="4639" y="2617"/>
                      <a:pt x="4667" y="2644"/>
                      <a:pt x="4695" y="2644"/>
                    </a:cubicBezTo>
                    <a:lnTo>
                      <a:pt x="5159" y="2644"/>
                    </a:lnTo>
                    <a:cubicBezTo>
                      <a:pt x="5196" y="2644"/>
                      <a:pt x="5223" y="2617"/>
                      <a:pt x="5223" y="2589"/>
                    </a:cubicBezTo>
                    <a:cubicBezTo>
                      <a:pt x="5223" y="2552"/>
                      <a:pt x="5196" y="2524"/>
                      <a:pt x="5159" y="2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7313500" y="2548975"/>
                <a:ext cx="85375" cy="41525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661" extrusionOk="0">
                    <a:moveTo>
                      <a:pt x="3358" y="0"/>
                    </a:moveTo>
                    <a:cubicBezTo>
                      <a:pt x="3321" y="0"/>
                      <a:pt x="3293" y="28"/>
                      <a:pt x="3293" y="65"/>
                    </a:cubicBezTo>
                    <a:lnTo>
                      <a:pt x="3293" y="260"/>
                    </a:lnTo>
                    <a:cubicBezTo>
                      <a:pt x="3293" y="297"/>
                      <a:pt x="3321" y="316"/>
                      <a:pt x="3358" y="316"/>
                    </a:cubicBezTo>
                    <a:cubicBezTo>
                      <a:pt x="3386" y="316"/>
                      <a:pt x="3414" y="297"/>
                      <a:pt x="3414" y="260"/>
                    </a:cubicBezTo>
                    <a:lnTo>
                      <a:pt x="3414" y="65"/>
                    </a:lnTo>
                    <a:cubicBezTo>
                      <a:pt x="3414" y="28"/>
                      <a:pt x="3386" y="0"/>
                      <a:pt x="3358" y="0"/>
                    </a:cubicBezTo>
                    <a:close/>
                    <a:moveTo>
                      <a:pt x="56" y="613"/>
                    </a:moveTo>
                    <a:cubicBezTo>
                      <a:pt x="28" y="613"/>
                      <a:pt x="0" y="641"/>
                      <a:pt x="0" y="668"/>
                    </a:cubicBezTo>
                    <a:lnTo>
                      <a:pt x="0" y="678"/>
                    </a:lnTo>
                    <a:cubicBezTo>
                      <a:pt x="0" y="706"/>
                      <a:pt x="28" y="733"/>
                      <a:pt x="56" y="733"/>
                    </a:cubicBezTo>
                    <a:lnTo>
                      <a:pt x="520" y="733"/>
                    </a:lnTo>
                    <a:cubicBezTo>
                      <a:pt x="548" y="733"/>
                      <a:pt x="575" y="706"/>
                      <a:pt x="575" y="668"/>
                    </a:cubicBezTo>
                    <a:cubicBezTo>
                      <a:pt x="575" y="641"/>
                      <a:pt x="548" y="613"/>
                      <a:pt x="520" y="613"/>
                    </a:cubicBezTo>
                    <a:close/>
                    <a:moveTo>
                      <a:pt x="984" y="613"/>
                    </a:moveTo>
                    <a:cubicBezTo>
                      <a:pt x="946" y="613"/>
                      <a:pt x="928" y="641"/>
                      <a:pt x="928" y="668"/>
                    </a:cubicBezTo>
                    <a:cubicBezTo>
                      <a:pt x="928" y="706"/>
                      <a:pt x="946" y="733"/>
                      <a:pt x="984" y="733"/>
                    </a:cubicBezTo>
                    <a:lnTo>
                      <a:pt x="1447" y="733"/>
                    </a:lnTo>
                    <a:cubicBezTo>
                      <a:pt x="1475" y="733"/>
                      <a:pt x="1503" y="706"/>
                      <a:pt x="1503" y="668"/>
                    </a:cubicBezTo>
                    <a:cubicBezTo>
                      <a:pt x="1503" y="641"/>
                      <a:pt x="1475" y="613"/>
                      <a:pt x="1447" y="613"/>
                    </a:cubicBezTo>
                    <a:close/>
                    <a:moveTo>
                      <a:pt x="1911" y="613"/>
                    </a:moveTo>
                    <a:cubicBezTo>
                      <a:pt x="1874" y="613"/>
                      <a:pt x="1856" y="641"/>
                      <a:pt x="1856" y="668"/>
                    </a:cubicBezTo>
                    <a:cubicBezTo>
                      <a:pt x="1856" y="706"/>
                      <a:pt x="1874" y="733"/>
                      <a:pt x="1911" y="733"/>
                    </a:cubicBezTo>
                    <a:lnTo>
                      <a:pt x="2375" y="733"/>
                    </a:lnTo>
                    <a:cubicBezTo>
                      <a:pt x="2403" y="733"/>
                      <a:pt x="2431" y="706"/>
                      <a:pt x="2431" y="668"/>
                    </a:cubicBezTo>
                    <a:cubicBezTo>
                      <a:pt x="2431" y="641"/>
                      <a:pt x="2403" y="613"/>
                      <a:pt x="2375" y="613"/>
                    </a:cubicBezTo>
                    <a:close/>
                    <a:moveTo>
                      <a:pt x="2839" y="613"/>
                    </a:moveTo>
                    <a:cubicBezTo>
                      <a:pt x="2802" y="613"/>
                      <a:pt x="2783" y="641"/>
                      <a:pt x="2783" y="668"/>
                    </a:cubicBezTo>
                    <a:cubicBezTo>
                      <a:pt x="2783" y="706"/>
                      <a:pt x="2802" y="733"/>
                      <a:pt x="2839" y="733"/>
                    </a:cubicBezTo>
                    <a:lnTo>
                      <a:pt x="3303" y="733"/>
                    </a:lnTo>
                    <a:cubicBezTo>
                      <a:pt x="3331" y="733"/>
                      <a:pt x="3358" y="706"/>
                      <a:pt x="3358" y="668"/>
                    </a:cubicBezTo>
                    <a:cubicBezTo>
                      <a:pt x="3358" y="641"/>
                      <a:pt x="3331" y="613"/>
                      <a:pt x="3303" y="613"/>
                    </a:cubicBezTo>
                    <a:close/>
                    <a:moveTo>
                      <a:pt x="56" y="1086"/>
                    </a:moveTo>
                    <a:cubicBezTo>
                      <a:pt x="28" y="1086"/>
                      <a:pt x="0" y="1104"/>
                      <a:pt x="0" y="1142"/>
                    </a:cubicBezTo>
                    <a:lnTo>
                      <a:pt x="0" y="1605"/>
                    </a:lnTo>
                    <a:cubicBezTo>
                      <a:pt x="0" y="1633"/>
                      <a:pt x="28" y="1661"/>
                      <a:pt x="56" y="1661"/>
                    </a:cubicBezTo>
                    <a:cubicBezTo>
                      <a:pt x="93" y="1661"/>
                      <a:pt x="121" y="1633"/>
                      <a:pt x="121" y="1605"/>
                    </a:cubicBezTo>
                    <a:lnTo>
                      <a:pt x="121" y="1142"/>
                    </a:lnTo>
                    <a:cubicBezTo>
                      <a:pt x="121" y="1104"/>
                      <a:pt x="93" y="1086"/>
                      <a:pt x="56" y="10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>
                <a:off x="7252725" y="2143825"/>
                <a:ext cx="2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8304" h="6272" extrusionOk="0"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20"/>
                    </a:lnTo>
                    <a:cubicBezTo>
                      <a:pt x="1" y="557"/>
                      <a:pt x="29" y="575"/>
                      <a:pt x="56" y="575"/>
                    </a:cubicBezTo>
                    <a:cubicBezTo>
                      <a:pt x="94" y="575"/>
                      <a:pt x="112" y="557"/>
                      <a:pt x="112" y="520"/>
                    </a:cubicBezTo>
                    <a:lnTo>
                      <a:pt x="112" y="56"/>
                    </a:lnTo>
                    <a:cubicBezTo>
                      <a:pt x="112" y="28"/>
                      <a:pt x="94" y="0"/>
                      <a:pt x="56" y="0"/>
                    </a:cubicBezTo>
                    <a:close/>
                    <a:moveTo>
                      <a:pt x="56" y="928"/>
                    </a:moveTo>
                    <a:cubicBezTo>
                      <a:pt x="29" y="928"/>
                      <a:pt x="1" y="956"/>
                      <a:pt x="1" y="984"/>
                    </a:cubicBezTo>
                    <a:lnTo>
                      <a:pt x="1" y="1447"/>
                    </a:lnTo>
                    <a:cubicBezTo>
                      <a:pt x="1" y="1484"/>
                      <a:pt x="29" y="1503"/>
                      <a:pt x="56" y="1503"/>
                    </a:cubicBezTo>
                    <a:cubicBezTo>
                      <a:pt x="94" y="1503"/>
                      <a:pt x="112" y="1484"/>
                      <a:pt x="112" y="1447"/>
                    </a:cubicBezTo>
                    <a:lnTo>
                      <a:pt x="112" y="984"/>
                    </a:lnTo>
                    <a:cubicBezTo>
                      <a:pt x="112" y="956"/>
                      <a:pt x="94" y="928"/>
                      <a:pt x="56" y="928"/>
                    </a:cubicBezTo>
                    <a:close/>
                    <a:moveTo>
                      <a:pt x="56" y="1856"/>
                    </a:moveTo>
                    <a:cubicBezTo>
                      <a:pt x="29" y="1856"/>
                      <a:pt x="1" y="1883"/>
                      <a:pt x="1" y="1911"/>
                    </a:cubicBezTo>
                    <a:lnTo>
                      <a:pt x="1" y="2375"/>
                    </a:lnTo>
                    <a:cubicBezTo>
                      <a:pt x="1" y="2412"/>
                      <a:pt x="29" y="2431"/>
                      <a:pt x="56" y="2431"/>
                    </a:cubicBezTo>
                    <a:cubicBezTo>
                      <a:pt x="94" y="2431"/>
                      <a:pt x="112" y="2412"/>
                      <a:pt x="112" y="2375"/>
                    </a:cubicBezTo>
                    <a:lnTo>
                      <a:pt x="112" y="1911"/>
                    </a:lnTo>
                    <a:cubicBezTo>
                      <a:pt x="112" y="1883"/>
                      <a:pt x="94" y="1856"/>
                      <a:pt x="56" y="1856"/>
                    </a:cubicBezTo>
                    <a:close/>
                    <a:moveTo>
                      <a:pt x="66" y="2774"/>
                    </a:moveTo>
                    <a:cubicBezTo>
                      <a:pt x="29" y="2774"/>
                      <a:pt x="10" y="2802"/>
                      <a:pt x="10" y="2830"/>
                    </a:cubicBezTo>
                    <a:cubicBezTo>
                      <a:pt x="10" y="2867"/>
                      <a:pt x="29" y="2895"/>
                      <a:pt x="66" y="2895"/>
                    </a:cubicBezTo>
                    <a:lnTo>
                      <a:pt x="530" y="2895"/>
                    </a:lnTo>
                    <a:cubicBezTo>
                      <a:pt x="557" y="2895"/>
                      <a:pt x="585" y="2867"/>
                      <a:pt x="585" y="2830"/>
                    </a:cubicBezTo>
                    <a:cubicBezTo>
                      <a:pt x="585" y="2802"/>
                      <a:pt x="557" y="2774"/>
                      <a:pt x="530" y="2774"/>
                    </a:cubicBezTo>
                    <a:close/>
                    <a:moveTo>
                      <a:pt x="993" y="2774"/>
                    </a:moveTo>
                    <a:cubicBezTo>
                      <a:pt x="956" y="2774"/>
                      <a:pt x="938" y="2802"/>
                      <a:pt x="938" y="2830"/>
                    </a:cubicBezTo>
                    <a:cubicBezTo>
                      <a:pt x="938" y="2867"/>
                      <a:pt x="956" y="2895"/>
                      <a:pt x="993" y="2895"/>
                    </a:cubicBezTo>
                    <a:lnTo>
                      <a:pt x="1457" y="2895"/>
                    </a:lnTo>
                    <a:cubicBezTo>
                      <a:pt x="1485" y="2895"/>
                      <a:pt x="1513" y="2867"/>
                      <a:pt x="1513" y="2830"/>
                    </a:cubicBezTo>
                    <a:cubicBezTo>
                      <a:pt x="1513" y="2802"/>
                      <a:pt x="1485" y="2774"/>
                      <a:pt x="1457" y="2774"/>
                    </a:cubicBezTo>
                    <a:close/>
                    <a:moveTo>
                      <a:pt x="1921" y="2774"/>
                    </a:moveTo>
                    <a:cubicBezTo>
                      <a:pt x="1884" y="2774"/>
                      <a:pt x="1865" y="2802"/>
                      <a:pt x="1865" y="2830"/>
                    </a:cubicBezTo>
                    <a:cubicBezTo>
                      <a:pt x="1865" y="2867"/>
                      <a:pt x="1884" y="2895"/>
                      <a:pt x="1921" y="2895"/>
                    </a:cubicBezTo>
                    <a:lnTo>
                      <a:pt x="2385" y="2895"/>
                    </a:lnTo>
                    <a:cubicBezTo>
                      <a:pt x="2413" y="2895"/>
                      <a:pt x="2441" y="2867"/>
                      <a:pt x="2441" y="2830"/>
                    </a:cubicBezTo>
                    <a:cubicBezTo>
                      <a:pt x="2441" y="2802"/>
                      <a:pt x="2413" y="2774"/>
                      <a:pt x="2385" y="2774"/>
                    </a:cubicBezTo>
                    <a:close/>
                    <a:moveTo>
                      <a:pt x="2849" y="2774"/>
                    </a:moveTo>
                    <a:cubicBezTo>
                      <a:pt x="2812" y="2774"/>
                      <a:pt x="2793" y="2802"/>
                      <a:pt x="2793" y="2830"/>
                    </a:cubicBezTo>
                    <a:cubicBezTo>
                      <a:pt x="2793" y="2867"/>
                      <a:pt x="2812" y="2895"/>
                      <a:pt x="2849" y="2895"/>
                    </a:cubicBezTo>
                    <a:lnTo>
                      <a:pt x="3313" y="2895"/>
                    </a:lnTo>
                    <a:cubicBezTo>
                      <a:pt x="3340" y="2895"/>
                      <a:pt x="3368" y="2867"/>
                      <a:pt x="3368" y="2830"/>
                    </a:cubicBezTo>
                    <a:cubicBezTo>
                      <a:pt x="3368" y="2802"/>
                      <a:pt x="3340" y="2774"/>
                      <a:pt x="3313" y="2774"/>
                    </a:cubicBezTo>
                    <a:close/>
                    <a:moveTo>
                      <a:pt x="3776" y="2774"/>
                    </a:moveTo>
                    <a:cubicBezTo>
                      <a:pt x="3739" y="2774"/>
                      <a:pt x="3721" y="2802"/>
                      <a:pt x="3721" y="2830"/>
                    </a:cubicBezTo>
                    <a:cubicBezTo>
                      <a:pt x="3721" y="2867"/>
                      <a:pt x="3739" y="2895"/>
                      <a:pt x="3776" y="2895"/>
                    </a:cubicBezTo>
                    <a:lnTo>
                      <a:pt x="4240" y="2895"/>
                    </a:lnTo>
                    <a:cubicBezTo>
                      <a:pt x="4268" y="2895"/>
                      <a:pt x="4296" y="2867"/>
                      <a:pt x="4296" y="2830"/>
                    </a:cubicBezTo>
                    <a:cubicBezTo>
                      <a:pt x="4296" y="2802"/>
                      <a:pt x="4268" y="2774"/>
                      <a:pt x="4240" y="2774"/>
                    </a:cubicBezTo>
                    <a:close/>
                    <a:moveTo>
                      <a:pt x="4704" y="2774"/>
                    </a:moveTo>
                    <a:cubicBezTo>
                      <a:pt x="4667" y="2774"/>
                      <a:pt x="4648" y="2802"/>
                      <a:pt x="4648" y="2830"/>
                    </a:cubicBezTo>
                    <a:cubicBezTo>
                      <a:pt x="4648" y="2867"/>
                      <a:pt x="4667" y="2895"/>
                      <a:pt x="4704" y="2895"/>
                    </a:cubicBezTo>
                    <a:lnTo>
                      <a:pt x="5168" y="2895"/>
                    </a:lnTo>
                    <a:cubicBezTo>
                      <a:pt x="5196" y="2895"/>
                      <a:pt x="5224" y="2867"/>
                      <a:pt x="5224" y="2830"/>
                    </a:cubicBezTo>
                    <a:cubicBezTo>
                      <a:pt x="5224" y="2802"/>
                      <a:pt x="5196" y="2774"/>
                      <a:pt x="5168" y="2774"/>
                    </a:cubicBezTo>
                    <a:close/>
                    <a:moveTo>
                      <a:pt x="5632" y="2774"/>
                    </a:moveTo>
                    <a:cubicBezTo>
                      <a:pt x="5595" y="2774"/>
                      <a:pt x="5576" y="2802"/>
                      <a:pt x="5576" y="2830"/>
                    </a:cubicBezTo>
                    <a:cubicBezTo>
                      <a:pt x="5576" y="2867"/>
                      <a:pt x="5595" y="2895"/>
                      <a:pt x="5632" y="2895"/>
                    </a:cubicBezTo>
                    <a:lnTo>
                      <a:pt x="6096" y="2895"/>
                    </a:lnTo>
                    <a:cubicBezTo>
                      <a:pt x="6123" y="2895"/>
                      <a:pt x="6151" y="2867"/>
                      <a:pt x="6151" y="2830"/>
                    </a:cubicBezTo>
                    <a:cubicBezTo>
                      <a:pt x="6151" y="2802"/>
                      <a:pt x="6123" y="2774"/>
                      <a:pt x="6096" y="2774"/>
                    </a:cubicBezTo>
                    <a:close/>
                    <a:moveTo>
                      <a:pt x="6559" y="2774"/>
                    </a:moveTo>
                    <a:cubicBezTo>
                      <a:pt x="6522" y="2774"/>
                      <a:pt x="6504" y="2802"/>
                      <a:pt x="6504" y="2830"/>
                    </a:cubicBezTo>
                    <a:cubicBezTo>
                      <a:pt x="6504" y="2867"/>
                      <a:pt x="6522" y="2895"/>
                      <a:pt x="6559" y="2895"/>
                    </a:cubicBezTo>
                    <a:lnTo>
                      <a:pt x="7023" y="2895"/>
                    </a:lnTo>
                    <a:cubicBezTo>
                      <a:pt x="7051" y="2895"/>
                      <a:pt x="7079" y="2867"/>
                      <a:pt x="7079" y="2830"/>
                    </a:cubicBezTo>
                    <a:cubicBezTo>
                      <a:pt x="7079" y="2802"/>
                      <a:pt x="7051" y="2774"/>
                      <a:pt x="7023" y="2774"/>
                    </a:cubicBezTo>
                    <a:close/>
                    <a:moveTo>
                      <a:pt x="7487" y="2774"/>
                    </a:moveTo>
                    <a:cubicBezTo>
                      <a:pt x="7450" y="2774"/>
                      <a:pt x="7431" y="2802"/>
                      <a:pt x="7431" y="2830"/>
                    </a:cubicBezTo>
                    <a:cubicBezTo>
                      <a:pt x="7431" y="2867"/>
                      <a:pt x="7450" y="2895"/>
                      <a:pt x="7487" y="2895"/>
                    </a:cubicBezTo>
                    <a:lnTo>
                      <a:pt x="7951" y="2895"/>
                    </a:lnTo>
                    <a:cubicBezTo>
                      <a:pt x="7979" y="2895"/>
                      <a:pt x="8007" y="2867"/>
                      <a:pt x="8007" y="2830"/>
                    </a:cubicBezTo>
                    <a:cubicBezTo>
                      <a:pt x="8007" y="2802"/>
                      <a:pt x="7979" y="2774"/>
                      <a:pt x="7951" y="2774"/>
                    </a:cubicBezTo>
                    <a:close/>
                    <a:moveTo>
                      <a:pt x="8248" y="2941"/>
                    </a:moveTo>
                    <a:cubicBezTo>
                      <a:pt x="8211" y="2941"/>
                      <a:pt x="8183" y="2969"/>
                      <a:pt x="8183" y="3006"/>
                    </a:cubicBezTo>
                    <a:lnTo>
                      <a:pt x="8183" y="3470"/>
                    </a:lnTo>
                    <a:cubicBezTo>
                      <a:pt x="8183" y="3497"/>
                      <a:pt x="8211" y="3525"/>
                      <a:pt x="8248" y="3525"/>
                    </a:cubicBezTo>
                    <a:cubicBezTo>
                      <a:pt x="8276" y="3525"/>
                      <a:pt x="8303" y="3497"/>
                      <a:pt x="8303" y="3470"/>
                    </a:cubicBezTo>
                    <a:lnTo>
                      <a:pt x="8303" y="3006"/>
                    </a:lnTo>
                    <a:cubicBezTo>
                      <a:pt x="8303" y="2969"/>
                      <a:pt x="8276" y="2941"/>
                      <a:pt x="8248" y="2941"/>
                    </a:cubicBezTo>
                    <a:close/>
                    <a:moveTo>
                      <a:pt x="8248" y="3869"/>
                    </a:moveTo>
                    <a:cubicBezTo>
                      <a:pt x="8211" y="3869"/>
                      <a:pt x="8183" y="3896"/>
                      <a:pt x="8183" y="3933"/>
                    </a:cubicBezTo>
                    <a:lnTo>
                      <a:pt x="8183" y="4397"/>
                    </a:lnTo>
                    <a:cubicBezTo>
                      <a:pt x="8183" y="4425"/>
                      <a:pt x="8211" y="4453"/>
                      <a:pt x="8248" y="4453"/>
                    </a:cubicBezTo>
                    <a:cubicBezTo>
                      <a:pt x="8276" y="4453"/>
                      <a:pt x="8303" y="4425"/>
                      <a:pt x="8303" y="4397"/>
                    </a:cubicBezTo>
                    <a:lnTo>
                      <a:pt x="8303" y="3933"/>
                    </a:lnTo>
                    <a:cubicBezTo>
                      <a:pt x="8303" y="3896"/>
                      <a:pt x="8276" y="3869"/>
                      <a:pt x="8248" y="3869"/>
                    </a:cubicBezTo>
                    <a:close/>
                    <a:moveTo>
                      <a:pt x="8248" y="4796"/>
                    </a:moveTo>
                    <a:cubicBezTo>
                      <a:pt x="8211" y="4796"/>
                      <a:pt x="8183" y="4824"/>
                      <a:pt x="8183" y="4861"/>
                    </a:cubicBezTo>
                    <a:lnTo>
                      <a:pt x="8183" y="5325"/>
                    </a:lnTo>
                    <a:cubicBezTo>
                      <a:pt x="8183" y="5353"/>
                      <a:pt x="8211" y="5381"/>
                      <a:pt x="8248" y="5381"/>
                    </a:cubicBezTo>
                    <a:cubicBezTo>
                      <a:pt x="8276" y="5381"/>
                      <a:pt x="8303" y="5353"/>
                      <a:pt x="8303" y="5325"/>
                    </a:cubicBezTo>
                    <a:lnTo>
                      <a:pt x="8303" y="4861"/>
                    </a:lnTo>
                    <a:cubicBezTo>
                      <a:pt x="8303" y="4824"/>
                      <a:pt x="8276" y="4796"/>
                      <a:pt x="8248" y="4796"/>
                    </a:cubicBezTo>
                    <a:close/>
                    <a:moveTo>
                      <a:pt x="8248" y="5724"/>
                    </a:moveTo>
                    <a:cubicBezTo>
                      <a:pt x="8211" y="5724"/>
                      <a:pt x="8183" y="5752"/>
                      <a:pt x="8183" y="5789"/>
                    </a:cubicBezTo>
                    <a:lnTo>
                      <a:pt x="8183" y="6216"/>
                    </a:lnTo>
                    <a:cubicBezTo>
                      <a:pt x="8183" y="6253"/>
                      <a:pt x="8211" y="6271"/>
                      <a:pt x="8248" y="6271"/>
                    </a:cubicBezTo>
                    <a:cubicBezTo>
                      <a:pt x="8276" y="6271"/>
                      <a:pt x="8303" y="6253"/>
                      <a:pt x="8303" y="6216"/>
                    </a:cubicBezTo>
                    <a:lnTo>
                      <a:pt x="8303" y="5789"/>
                    </a:lnTo>
                    <a:cubicBezTo>
                      <a:pt x="8303" y="5752"/>
                      <a:pt x="8276" y="5724"/>
                      <a:pt x="8248" y="57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>
                <a:off x="7564200" y="1778325"/>
                <a:ext cx="4107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643" extrusionOk="0">
                    <a:moveTo>
                      <a:pt x="826" y="186"/>
                    </a:moveTo>
                    <a:lnTo>
                      <a:pt x="1049" y="585"/>
                    </a:lnTo>
                    <a:cubicBezTo>
                      <a:pt x="1049" y="594"/>
                      <a:pt x="1058" y="603"/>
                      <a:pt x="1067" y="603"/>
                    </a:cubicBezTo>
                    <a:lnTo>
                      <a:pt x="1466" y="826"/>
                    </a:lnTo>
                    <a:lnTo>
                      <a:pt x="1067" y="1048"/>
                    </a:lnTo>
                    <a:cubicBezTo>
                      <a:pt x="1058" y="1048"/>
                      <a:pt x="1049" y="1058"/>
                      <a:pt x="1039" y="1067"/>
                    </a:cubicBezTo>
                    <a:lnTo>
                      <a:pt x="826" y="1466"/>
                    </a:lnTo>
                    <a:lnTo>
                      <a:pt x="603" y="1067"/>
                    </a:lnTo>
                    <a:cubicBezTo>
                      <a:pt x="603" y="1058"/>
                      <a:pt x="594" y="1048"/>
                      <a:pt x="585" y="1039"/>
                    </a:cubicBezTo>
                    <a:lnTo>
                      <a:pt x="186" y="826"/>
                    </a:lnTo>
                    <a:lnTo>
                      <a:pt x="585" y="603"/>
                    </a:lnTo>
                    <a:cubicBezTo>
                      <a:pt x="594" y="603"/>
                      <a:pt x="603" y="594"/>
                      <a:pt x="603" y="585"/>
                    </a:cubicBezTo>
                    <a:lnTo>
                      <a:pt x="826" y="186"/>
                    </a:lnTo>
                    <a:close/>
                    <a:moveTo>
                      <a:pt x="826" y="0"/>
                    </a:moveTo>
                    <a:cubicBezTo>
                      <a:pt x="807" y="0"/>
                      <a:pt x="789" y="19"/>
                      <a:pt x="780" y="37"/>
                    </a:cubicBezTo>
                    <a:lnTo>
                      <a:pt x="511" y="510"/>
                    </a:lnTo>
                    <a:lnTo>
                      <a:pt x="37" y="770"/>
                    </a:lnTo>
                    <a:cubicBezTo>
                      <a:pt x="19" y="779"/>
                      <a:pt x="0" y="798"/>
                      <a:pt x="0" y="826"/>
                    </a:cubicBezTo>
                    <a:cubicBezTo>
                      <a:pt x="0" y="844"/>
                      <a:pt x="19" y="863"/>
                      <a:pt x="37" y="872"/>
                    </a:cubicBezTo>
                    <a:lnTo>
                      <a:pt x="511" y="1141"/>
                    </a:lnTo>
                    <a:lnTo>
                      <a:pt x="770" y="1614"/>
                    </a:lnTo>
                    <a:cubicBezTo>
                      <a:pt x="780" y="1633"/>
                      <a:pt x="798" y="1642"/>
                      <a:pt x="826" y="1642"/>
                    </a:cubicBezTo>
                    <a:cubicBezTo>
                      <a:pt x="845" y="1642"/>
                      <a:pt x="863" y="1633"/>
                      <a:pt x="872" y="1614"/>
                    </a:cubicBezTo>
                    <a:lnTo>
                      <a:pt x="1141" y="1141"/>
                    </a:lnTo>
                    <a:lnTo>
                      <a:pt x="1615" y="881"/>
                    </a:lnTo>
                    <a:cubicBezTo>
                      <a:pt x="1633" y="863"/>
                      <a:pt x="1642" y="844"/>
                      <a:pt x="1642" y="826"/>
                    </a:cubicBezTo>
                    <a:cubicBezTo>
                      <a:pt x="1642" y="807"/>
                      <a:pt x="1633" y="789"/>
                      <a:pt x="1615" y="779"/>
                    </a:cubicBezTo>
                    <a:lnTo>
                      <a:pt x="1141" y="510"/>
                    </a:lnTo>
                    <a:lnTo>
                      <a:pt x="882" y="37"/>
                    </a:lnTo>
                    <a:cubicBezTo>
                      <a:pt x="863" y="9"/>
                      <a:pt x="845" y="0"/>
                      <a:pt x="826" y="0"/>
                    </a:cubicBezTo>
                    <a:close/>
                  </a:path>
                </a:pathLst>
              </a:custGeom>
              <a:solidFill>
                <a:srgbClr val="2AAF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6975825" y="2325875"/>
                <a:ext cx="51500" cy="5127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51" extrusionOk="0">
                    <a:moveTo>
                      <a:pt x="1030" y="177"/>
                    </a:moveTo>
                    <a:lnTo>
                      <a:pt x="1327" y="715"/>
                    </a:lnTo>
                    <a:cubicBezTo>
                      <a:pt x="1327" y="724"/>
                      <a:pt x="1336" y="733"/>
                      <a:pt x="1346" y="733"/>
                    </a:cubicBezTo>
                    <a:lnTo>
                      <a:pt x="1874" y="1030"/>
                    </a:lnTo>
                    <a:lnTo>
                      <a:pt x="1346" y="1318"/>
                    </a:lnTo>
                    <a:cubicBezTo>
                      <a:pt x="1336" y="1327"/>
                      <a:pt x="1327" y="1336"/>
                      <a:pt x="1318" y="1345"/>
                    </a:cubicBezTo>
                    <a:lnTo>
                      <a:pt x="1030" y="1874"/>
                    </a:lnTo>
                    <a:lnTo>
                      <a:pt x="733" y="1336"/>
                    </a:lnTo>
                    <a:cubicBezTo>
                      <a:pt x="733" y="1327"/>
                      <a:pt x="724" y="1318"/>
                      <a:pt x="715" y="1318"/>
                    </a:cubicBezTo>
                    <a:lnTo>
                      <a:pt x="186" y="1021"/>
                    </a:lnTo>
                    <a:lnTo>
                      <a:pt x="715" y="733"/>
                    </a:lnTo>
                    <a:cubicBezTo>
                      <a:pt x="724" y="724"/>
                      <a:pt x="733" y="715"/>
                      <a:pt x="743" y="705"/>
                    </a:cubicBezTo>
                    <a:lnTo>
                      <a:pt x="1030" y="177"/>
                    </a:lnTo>
                    <a:close/>
                    <a:moveTo>
                      <a:pt x="1030" y="0"/>
                    </a:moveTo>
                    <a:cubicBezTo>
                      <a:pt x="1012" y="0"/>
                      <a:pt x="993" y="10"/>
                      <a:pt x="984" y="28"/>
                    </a:cubicBezTo>
                    <a:lnTo>
                      <a:pt x="640" y="640"/>
                    </a:lnTo>
                    <a:lnTo>
                      <a:pt x="28" y="974"/>
                    </a:lnTo>
                    <a:cubicBezTo>
                      <a:pt x="10" y="984"/>
                      <a:pt x="0" y="1002"/>
                      <a:pt x="0" y="1021"/>
                    </a:cubicBezTo>
                    <a:cubicBezTo>
                      <a:pt x="0" y="1039"/>
                      <a:pt x="10" y="1067"/>
                      <a:pt x="28" y="1076"/>
                    </a:cubicBezTo>
                    <a:lnTo>
                      <a:pt x="640" y="1410"/>
                    </a:lnTo>
                    <a:lnTo>
                      <a:pt x="974" y="2023"/>
                    </a:lnTo>
                    <a:cubicBezTo>
                      <a:pt x="984" y="2041"/>
                      <a:pt x="1002" y="2050"/>
                      <a:pt x="1030" y="2050"/>
                    </a:cubicBezTo>
                    <a:cubicBezTo>
                      <a:pt x="1049" y="2050"/>
                      <a:pt x="1067" y="2041"/>
                      <a:pt x="1076" y="2023"/>
                    </a:cubicBezTo>
                    <a:lnTo>
                      <a:pt x="1410" y="1410"/>
                    </a:lnTo>
                    <a:lnTo>
                      <a:pt x="2023" y="1076"/>
                    </a:lnTo>
                    <a:cubicBezTo>
                      <a:pt x="2041" y="1067"/>
                      <a:pt x="2060" y="1049"/>
                      <a:pt x="2060" y="1030"/>
                    </a:cubicBezTo>
                    <a:cubicBezTo>
                      <a:pt x="2060" y="1002"/>
                      <a:pt x="2041" y="984"/>
                      <a:pt x="2023" y="974"/>
                    </a:cubicBezTo>
                    <a:lnTo>
                      <a:pt x="1420" y="640"/>
                    </a:lnTo>
                    <a:lnTo>
                      <a:pt x="1086" y="28"/>
                    </a:lnTo>
                    <a:cubicBezTo>
                      <a:pt x="1076" y="10"/>
                      <a:pt x="1058" y="0"/>
                      <a:pt x="10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6992525" y="1930925"/>
                <a:ext cx="2205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6" y="112"/>
                    </a:moveTo>
                    <a:cubicBezTo>
                      <a:pt x="622" y="112"/>
                      <a:pt x="770" y="260"/>
                      <a:pt x="770" y="436"/>
                    </a:cubicBezTo>
                    <a:cubicBezTo>
                      <a:pt x="770" y="622"/>
                      <a:pt x="622" y="761"/>
                      <a:pt x="446" y="761"/>
                    </a:cubicBezTo>
                    <a:cubicBezTo>
                      <a:pt x="260" y="761"/>
                      <a:pt x="112" y="622"/>
                      <a:pt x="112" y="436"/>
                    </a:cubicBezTo>
                    <a:cubicBezTo>
                      <a:pt x="112" y="260"/>
                      <a:pt x="260" y="112"/>
                      <a:pt x="446" y="112"/>
                    </a:cubicBezTo>
                    <a:close/>
                    <a:moveTo>
                      <a:pt x="446" y="0"/>
                    </a:moveTo>
                    <a:cubicBezTo>
                      <a:pt x="195" y="0"/>
                      <a:pt x="0" y="195"/>
                      <a:pt x="0" y="436"/>
                    </a:cubicBezTo>
                    <a:cubicBezTo>
                      <a:pt x="0" y="687"/>
                      <a:pt x="195" y="882"/>
                      <a:pt x="446" y="882"/>
                    </a:cubicBezTo>
                    <a:cubicBezTo>
                      <a:pt x="687" y="882"/>
                      <a:pt x="882" y="687"/>
                      <a:pt x="882" y="436"/>
                    </a:cubicBezTo>
                    <a:cubicBezTo>
                      <a:pt x="882" y="195"/>
                      <a:pt x="687" y="0"/>
                      <a:pt x="4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6934075" y="2211075"/>
                <a:ext cx="141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67" extrusionOk="0">
                    <a:moveTo>
                      <a:pt x="288" y="121"/>
                    </a:moveTo>
                    <a:cubicBezTo>
                      <a:pt x="381" y="121"/>
                      <a:pt x="455" y="195"/>
                      <a:pt x="455" y="288"/>
                    </a:cubicBezTo>
                    <a:cubicBezTo>
                      <a:pt x="455" y="381"/>
                      <a:pt x="381" y="455"/>
                      <a:pt x="288" y="455"/>
                    </a:cubicBezTo>
                    <a:cubicBezTo>
                      <a:pt x="195" y="455"/>
                      <a:pt x="121" y="381"/>
                      <a:pt x="121" y="288"/>
                    </a:cubicBezTo>
                    <a:cubicBezTo>
                      <a:pt x="121" y="195"/>
                      <a:pt x="195" y="121"/>
                      <a:pt x="288" y="121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1" y="130"/>
                      <a:pt x="1" y="288"/>
                    </a:cubicBezTo>
                    <a:cubicBezTo>
                      <a:pt x="1" y="446"/>
                      <a:pt x="130" y="566"/>
                      <a:pt x="288" y="566"/>
                    </a:cubicBezTo>
                    <a:cubicBezTo>
                      <a:pt x="446" y="566"/>
                      <a:pt x="566" y="446"/>
                      <a:pt x="566" y="288"/>
                    </a:cubicBezTo>
                    <a:cubicBezTo>
                      <a:pt x="566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rgbClr val="7FD6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6935000" y="2456875"/>
                <a:ext cx="344900" cy="344675"/>
              </a:xfrm>
              <a:custGeom>
                <a:avLst/>
                <a:gdLst/>
                <a:ahLst/>
                <a:cxnLst/>
                <a:rect l="l" t="t" r="r" b="b"/>
                <a:pathLst>
                  <a:path w="13796" h="13787" extrusionOk="0">
                    <a:moveTo>
                      <a:pt x="6912" y="3796"/>
                    </a:moveTo>
                    <a:cubicBezTo>
                      <a:pt x="7506" y="3796"/>
                      <a:pt x="8099" y="3972"/>
                      <a:pt x="8609" y="4315"/>
                    </a:cubicBezTo>
                    <a:cubicBezTo>
                      <a:pt x="9361" y="4816"/>
                      <a:pt x="9853" y="5614"/>
                      <a:pt x="9964" y="6514"/>
                    </a:cubicBezTo>
                    <a:cubicBezTo>
                      <a:pt x="10149" y="7998"/>
                      <a:pt x="9203" y="9427"/>
                      <a:pt x="7765" y="9835"/>
                    </a:cubicBezTo>
                    <a:cubicBezTo>
                      <a:pt x="7482" y="9916"/>
                      <a:pt x="7191" y="9957"/>
                      <a:pt x="6903" y="9957"/>
                    </a:cubicBezTo>
                    <a:cubicBezTo>
                      <a:pt x="6303" y="9957"/>
                      <a:pt x="5712" y="9783"/>
                      <a:pt x="5205" y="9445"/>
                    </a:cubicBezTo>
                    <a:cubicBezTo>
                      <a:pt x="4453" y="8944"/>
                      <a:pt x="3962" y="8147"/>
                      <a:pt x="3851" y="7247"/>
                    </a:cubicBezTo>
                    <a:cubicBezTo>
                      <a:pt x="3674" y="5762"/>
                      <a:pt x="4620" y="4334"/>
                      <a:pt x="6049" y="3916"/>
                    </a:cubicBezTo>
                    <a:cubicBezTo>
                      <a:pt x="6337" y="3842"/>
                      <a:pt x="6624" y="3796"/>
                      <a:pt x="6912" y="3796"/>
                    </a:cubicBezTo>
                    <a:close/>
                    <a:moveTo>
                      <a:pt x="6911" y="3680"/>
                    </a:moveTo>
                    <a:cubicBezTo>
                      <a:pt x="6614" y="3680"/>
                      <a:pt x="6315" y="3721"/>
                      <a:pt x="6021" y="3805"/>
                    </a:cubicBezTo>
                    <a:cubicBezTo>
                      <a:pt x="4528" y="4232"/>
                      <a:pt x="3544" y="5716"/>
                      <a:pt x="3739" y="7256"/>
                    </a:cubicBezTo>
                    <a:cubicBezTo>
                      <a:pt x="3851" y="8193"/>
                      <a:pt x="4361" y="9028"/>
                      <a:pt x="5140" y="9538"/>
                    </a:cubicBezTo>
                    <a:cubicBezTo>
                      <a:pt x="5669" y="9891"/>
                      <a:pt x="6290" y="10076"/>
                      <a:pt x="6912" y="10076"/>
                    </a:cubicBezTo>
                    <a:cubicBezTo>
                      <a:pt x="7209" y="10076"/>
                      <a:pt x="7506" y="10030"/>
                      <a:pt x="7793" y="9946"/>
                    </a:cubicBezTo>
                    <a:cubicBezTo>
                      <a:pt x="9287" y="9519"/>
                      <a:pt x="10270" y="8035"/>
                      <a:pt x="10084" y="6495"/>
                    </a:cubicBezTo>
                    <a:cubicBezTo>
                      <a:pt x="9964" y="5568"/>
                      <a:pt x="9454" y="4733"/>
                      <a:pt x="8674" y="4213"/>
                    </a:cubicBezTo>
                    <a:cubicBezTo>
                      <a:pt x="8147" y="3862"/>
                      <a:pt x="7534" y="3680"/>
                      <a:pt x="6911" y="3680"/>
                    </a:cubicBezTo>
                    <a:close/>
                    <a:moveTo>
                      <a:pt x="5928" y="118"/>
                    </a:moveTo>
                    <a:cubicBezTo>
                      <a:pt x="5934" y="118"/>
                      <a:pt x="5938" y="122"/>
                      <a:pt x="5938" y="122"/>
                    </a:cubicBezTo>
                    <a:cubicBezTo>
                      <a:pt x="5938" y="122"/>
                      <a:pt x="5947" y="122"/>
                      <a:pt x="5947" y="132"/>
                    </a:cubicBezTo>
                    <a:lnTo>
                      <a:pt x="6411" y="1588"/>
                    </a:lnTo>
                    <a:cubicBezTo>
                      <a:pt x="6428" y="1646"/>
                      <a:pt x="6474" y="1682"/>
                      <a:pt x="6530" y="1682"/>
                    </a:cubicBezTo>
                    <a:cubicBezTo>
                      <a:pt x="6537" y="1682"/>
                      <a:pt x="6543" y="1682"/>
                      <a:pt x="6550" y="1681"/>
                    </a:cubicBezTo>
                    <a:cubicBezTo>
                      <a:pt x="6670" y="1672"/>
                      <a:pt x="6789" y="1668"/>
                      <a:pt x="6907" y="1668"/>
                    </a:cubicBezTo>
                    <a:cubicBezTo>
                      <a:pt x="7323" y="1668"/>
                      <a:pt x="7732" y="1719"/>
                      <a:pt x="8136" y="1820"/>
                    </a:cubicBezTo>
                    <a:cubicBezTo>
                      <a:pt x="8150" y="1824"/>
                      <a:pt x="8163" y="1826"/>
                      <a:pt x="8177" y="1826"/>
                    </a:cubicBezTo>
                    <a:cubicBezTo>
                      <a:pt x="8227" y="1826"/>
                      <a:pt x="8272" y="1799"/>
                      <a:pt x="8294" y="1755"/>
                    </a:cubicBezTo>
                    <a:lnTo>
                      <a:pt x="8999" y="391"/>
                    </a:lnTo>
                    <a:cubicBezTo>
                      <a:pt x="8999" y="382"/>
                      <a:pt x="9018" y="382"/>
                      <a:pt x="9027" y="382"/>
                    </a:cubicBezTo>
                    <a:lnTo>
                      <a:pt x="11003" y="1412"/>
                    </a:lnTo>
                    <a:cubicBezTo>
                      <a:pt x="11012" y="1412"/>
                      <a:pt x="11012" y="1430"/>
                      <a:pt x="11012" y="1440"/>
                    </a:cubicBezTo>
                    <a:lnTo>
                      <a:pt x="10307" y="2794"/>
                    </a:lnTo>
                    <a:cubicBezTo>
                      <a:pt x="10279" y="2850"/>
                      <a:pt x="10289" y="2924"/>
                      <a:pt x="10335" y="2961"/>
                    </a:cubicBezTo>
                    <a:cubicBezTo>
                      <a:pt x="10743" y="3313"/>
                      <a:pt x="11086" y="3731"/>
                      <a:pt x="11365" y="4185"/>
                    </a:cubicBezTo>
                    <a:cubicBezTo>
                      <a:pt x="11386" y="4227"/>
                      <a:pt x="11427" y="4248"/>
                      <a:pt x="11474" y="4248"/>
                    </a:cubicBezTo>
                    <a:cubicBezTo>
                      <a:pt x="11490" y="4248"/>
                      <a:pt x="11506" y="4246"/>
                      <a:pt x="11522" y="4241"/>
                    </a:cubicBezTo>
                    <a:lnTo>
                      <a:pt x="12979" y="3787"/>
                    </a:lnTo>
                    <a:cubicBezTo>
                      <a:pt x="12981" y="3784"/>
                      <a:pt x="12985" y="3783"/>
                      <a:pt x="12989" y="3783"/>
                    </a:cubicBezTo>
                    <a:cubicBezTo>
                      <a:pt x="12997" y="3783"/>
                      <a:pt x="13007" y="3789"/>
                      <a:pt x="13007" y="3796"/>
                    </a:cubicBezTo>
                    <a:lnTo>
                      <a:pt x="13675" y="5920"/>
                    </a:lnTo>
                    <a:cubicBezTo>
                      <a:pt x="13675" y="5929"/>
                      <a:pt x="13675" y="5939"/>
                      <a:pt x="13665" y="5948"/>
                    </a:cubicBezTo>
                    <a:lnTo>
                      <a:pt x="12200" y="6403"/>
                    </a:lnTo>
                    <a:cubicBezTo>
                      <a:pt x="12144" y="6421"/>
                      <a:pt x="12107" y="6486"/>
                      <a:pt x="12107" y="6542"/>
                    </a:cubicBezTo>
                    <a:cubicBezTo>
                      <a:pt x="12144" y="7080"/>
                      <a:pt x="12097" y="7618"/>
                      <a:pt x="11968" y="8137"/>
                    </a:cubicBezTo>
                    <a:cubicBezTo>
                      <a:pt x="11958" y="8202"/>
                      <a:pt x="11986" y="8258"/>
                      <a:pt x="12042" y="8295"/>
                    </a:cubicBezTo>
                    <a:lnTo>
                      <a:pt x="13396" y="9000"/>
                    </a:lnTo>
                    <a:cubicBezTo>
                      <a:pt x="13415" y="9000"/>
                      <a:pt x="13415" y="9009"/>
                      <a:pt x="13406" y="9028"/>
                    </a:cubicBezTo>
                    <a:lnTo>
                      <a:pt x="12385" y="10994"/>
                    </a:lnTo>
                    <a:cubicBezTo>
                      <a:pt x="12379" y="11001"/>
                      <a:pt x="12372" y="11008"/>
                      <a:pt x="12365" y="11008"/>
                    </a:cubicBezTo>
                    <a:cubicBezTo>
                      <a:pt x="12363" y="11008"/>
                      <a:pt x="12360" y="11006"/>
                      <a:pt x="12357" y="11004"/>
                    </a:cubicBezTo>
                    <a:lnTo>
                      <a:pt x="10994" y="10299"/>
                    </a:lnTo>
                    <a:cubicBezTo>
                      <a:pt x="10977" y="10289"/>
                      <a:pt x="10957" y="10284"/>
                      <a:pt x="10936" y="10284"/>
                    </a:cubicBezTo>
                    <a:cubicBezTo>
                      <a:pt x="10899" y="10284"/>
                      <a:pt x="10860" y="10300"/>
                      <a:pt x="10836" y="10336"/>
                    </a:cubicBezTo>
                    <a:cubicBezTo>
                      <a:pt x="10483" y="10735"/>
                      <a:pt x="10066" y="11087"/>
                      <a:pt x="9611" y="11366"/>
                    </a:cubicBezTo>
                    <a:cubicBezTo>
                      <a:pt x="9556" y="11393"/>
                      <a:pt x="9528" y="11458"/>
                      <a:pt x="9546" y="11523"/>
                    </a:cubicBezTo>
                    <a:lnTo>
                      <a:pt x="10010" y="12980"/>
                    </a:lnTo>
                    <a:cubicBezTo>
                      <a:pt x="10010" y="12989"/>
                      <a:pt x="10010" y="12998"/>
                      <a:pt x="10001" y="13008"/>
                    </a:cubicBezTo>
                    <a:lnTo>
                      <a:pt x="7877" y="13675"/>
                    </a:lnTo>
                    <a:cubicBezTo>
                      <a:pt x="7867" y="13675"/>
                      <a:pt x="7849" y="13666"/>
                      <a:pt x="7849" y="13657"/>
                    </a:cubicBezTo>
                    <a:lnTo>
                      <a:pt x="7385" y="12200"/>
                    </a:lnTo>
                    <a:cubicBezTo>
                      <a:pt x="7366" y="12145"/>
                      <a:pt x="7320" y="12108"/>
                      <a:pt x="7255" y="12108"/>
                    </a:cubicBezTo>
                    <a:lnTo>
                      <a:pt x="7246" y="12108"/>
                    </a:lnTo>
                    <a:cubicBezTo>
                      <a:pt x="7128" y="12116"/>
                      <a:pt x="7010" y="12120"/>
                      <a:pt x="6892" y="12120"/>
                    </a:cubicBezTo>
                    <a:cubicBezTo>
                      <a:pt x="6479" y="12120"/>
                      <a:pt x="6064" y="12070"/>
                      <a:pt x="5659" y="11969"/>
                    </a:cubicBezTo>
                    <a:cubicBezTo>
                      <a:pt x="5651" y="11967"/>
                      <a:pt x="5643" y="11967"/>
                      <a:pt x="5635" y="11967"/>
                    </a:cubicBezTo>
                    <a:cubicBezTo>
                      <a:pt x="5579" y="11967"/>
                      <a:pt x="5526" y="11994"/>
                      <a:pt x="5502" y="12043"/>
                    </a:cubicBezTo>
                    <a:lnTo>
                      <a:pt x="4797" y="13397"/>
                    </a:lnTo>
                    <a:cubicBezTo>
                      <a:pt x="4797" y="13404"/>
                      <a:pt x="4787" y="13410"/>
                      <a:pt x="4779" y="13410"/>
                    </a:cubicBezTo>
                    <a:cubicBezTo>
                      <a:pt x="4775" y="13410"/>
                      <a:pt x="4772" y="13409"/>
                      <a:pt x="4769" y="13406"/>
                    </a:cubicBezTo>
                    <a:lnTo>
                      <a:pt x="2793" y="12386"/>
                    </a:lnTo>
                    <a:cubicBezTo>
                      <a:pt x="2784" y="12377"/>
                      <a:pt x="2784" y="12367"/>
                      <a:pt x="2784" y="12358"/>
                    </a:cubicBezTo>
                    <a:lnTo>
                      <a:pt x="3489" y="10994"/>
                    </a:lnTo>
                    <a:cubicBezTo>
                      <a:pt x="3517" y="10939"/>
                      <a:pt x="3507" y="10874"/>
                      <a:pt x="3461" y="10828"/>
                    </a:cubicBezTo>
                    <a:cubicBezTo>
                      <a:pt x="3053" y="10475"/>
                      <a:pt x="2709" y="10067"/>
                      <a:pt x="2431" y="9612"/>
                    </a:cubicBezTo>
                    <a:cubicBezTo>
                      <a:pt x="2409" y="9568"/>
                      <a:pt x="2364" y="9542"/>
                      <a:pt x="2314" y="9542"/>
                    </a:cubicBezTo>
                    <a:cubicBezTo>
                      <a:pt x="2301" y="9542"/>
                      <a:pt x="2287" y="9543"/>
                      <a:pt x="2273" y="9547"/>
                    </a:cubicBezTo>
                    <a:lnTo>
                      <a:pt x="817" y="10011"/>
                    </a:lnTo>
                    <a:cubicBezTo>
                      <a:pt x="808" y="10011"/>
                      <a:pt x="789" y="10002"/>
                      <a:pt x="789" y="9993"/>
                    </a:cubicBezTo>
                    <a:lnTo>
                      <a:pt x="121" y="7878"/>
                    </a:lnTo>
                    <a:cubicBezTo>
                      <a:pt x="121" y="7868"/>
                      <a:pt x="121" y="7850"/>
                      <a:pt x="131" y="7850"/>
                    </a:cubicBezTo>
                    <a:lnTo>
                      <a:pt x="1596" y="7386"/>
                    </a:lnTo>
                    <a:cubicBezTo>
                      <a:pt x="1652" y="7367"/>
                      <a:pt x="1689" y="7312"/>
                      <a:pt x="1689" y="7247"/>
                    </a:cubicBezTo>
                    <a:cubicBezTo>
                      <a:pt x="1652" y="6709"/>
                      <a:pt x="1698" y="6180"/>
                      <a:pt x="1828" y="5651"/>
                    </a:cubicBezTo>
                    <a:cubicBezTo>
                      <a:pt x="1837" y="5595"/>
                      <a:pt x="1810" y="5531"/>
                      <a:pt x="1754" y="5503"/>
                    </a:cubicBezTo>
                    <a:lnTo>
                      <a:pt x="400" y="4798"/>
                    </a:lnTo>
                    <a:cubicBezTo>
                      <a:pt x="390" y="4788"/>
                      <a:pt x="381" y="4779"/>
                      <a:pt x="390" y="4770"/>
                    </a:cubicBezTo>
                    <a:lnTo>
                      <a:pt x="1411" y="2794"/>
                    </a:lnTo>
                    <a:cubicBezTo>
                      <a:pt x="1420" y="2785"/>
                      <a:pt x="1429" y="2785"/>
                      <a:pt x="1439" y="2785"/>
                    </a:cubicBezTo>
                    <a:lnTo>
                      <a:pt x="2802" y="3490"/>
                    </a:lnTo>
                    <a:cubicBezTo>
                      <a:pt x="2823" y="3500"/>
                      <a:pt x="2845" y="3505"/>
                      <a:pt x="2867" y="3505"/>
                    </a:cubicBezTo>
                    <a:cubicBezTo>
                      <a:pt x="2904" y="3505"/>
                      <a:pt x="2940" y="3491"/>
                      <a:pt x="2969" y="3462"/>
                    </a:cubicBezTo>
                    <a:cubicBezTo>
                      <a:pt x="3322" y="3054"/>
                      <a:pt x="3730" y="2710"/>
                      <a:pt x="4184" y="2432"/>
                    </a:cubicBezTo>
                    <a:cubicBezTo>
                      <a:pt x="4240" y="2395"/>
                      <a:pt x="4268" y="2330"/>
                      <a:pt x="4249" y="2274"/>
                    </a:cubicBezTo>
                    <a:lnTo>
                      <a:pt x="3786" y="818"/>
                    </a:lnTo>
                    <a:cubicBezTo>
                      <a:pt x="3786" y="799"/>
                      <a:pt x="3786" y="790"/>
                      <a:pt x="3804" y="790"/>
                    </a:cubicBezTo>
                    <a:lnTo>
                      <a:pt x="5919" y="122"/>
                    </a:lnTo>
                    <a:cubicBezTo>
                      <a:pt x="5922" y="119"/>
                      <a:pt x="5925" y="118"/>
                      <a:pt x="5928" y="118"/>
                    </a:cubicBezTo>
                    <a:close/>
                    <a:moveTo>
                      <a:pt x="5925" y="1"/>
                    </a:moveTo>
                    <a:cubicBezTo>
                      <a:pt x="5910" y="1"/>
                      <a:pt x="5896" y="4"/>
                      <a:pt x="5882" y="11"/>
                    </a:cubicBezTo>
                    <a:lnTo>
                      <a:pt x="3767" y="679"/>
                    </a:lnTo>
                    <a:cubicBezTo>
                      <a:pt x="3693" y="697"/>
                      <a:pt x="3656" y="781"/>
                      <a:pt x="3674" y="846"/>
                    </a:cubicBezTo>
                    <a:lnTo>
                      <a:pt x="4138" y="2312"/>
                    </a:lnTo>
                    <a:cubicBezTo>
                      <a:pt x="4138" y="2321"/>
                      <a:pt x="4138" y="2330"/>
                      <a:pt x="4129" y="2330"/>
                    </a:cubicBezTo>
                    <a:cubicBezTo>
                      <a:pt x="3656" y="2618"/>
                      <a:pt x="3238" y="2970"/>
                      <a:pt x="2876" y="3378"/>
                    </a:cubicBezTo>
                    <a:cubicBezTo>
                      <a:pt x="2867" y="3388"/>
                      <a:pt x="2858" y="3388"/>
                      <a:pt x="2849" y="3388"/>
                    </a:cubicBezTo>
                    <a:lnTo>
                      <a:pt x="1494" y="2683"/>
                    </a:lnTo>
                    <a:cubicBezTo>
                      <a:pt x="1474" y="2671"/>
                      <a:pt x="1453" y="2666"/>
                      <a:pt x="1431" y="2666"/>
                    </a:cubicBezTo>
                    <a:cubicBezTo>
                      <a:pt x="1383" y="2666"/>
                      <a:pt x="1334" y="2693"/>
                      <a:pt x="1309" y="2738"/>
                    </a:cubicBezTo>
                    <a:lnTo>
                      <a:pt x="288" y="4714"/>
                    </a:lnTo>
                    <a:cubicBezTo>
                      <a:pt x="251" y="4779"/>
                      <a:pt x="279" y="4863"/>
                      <a:pt x="344" y="4900"/>
                    </a:cubicBezTo>
                    <a:lnTo>
                      <a:pt x="1698" y="5605"/>
                    </a:lnTo>
                    <a:cubicBezTo>
                      <a:pt x="1708" y="5605"/>
                      <a:pt x="1717" y="5614"/>
                      <a:pt x="1708" y="5623"/>
                    </a:cubicBezTo>
                    <a:cubicBezTo>
                      <a:pt x="1578" y="6161"/>
                      <a:pt x="1531" y="6709"/>
                      <a:pt x="1568" y="7256"/>
                    </a:cubicBezTo>
                    <a:cubicBezTo>
                      <a:pt x="1568" y="7265"/>
                      <a:pt x="1568" y="7275"/>
                      <a:pt x="1559" y="7275"/>
                    </a:cubicBezTo>
                    <a:lnTo>
                      <a:pt x="93" y="7738"/>
                    </a:lnTo>
                    <a:cubicBezTo>
                      <a:pt x="66" y="7748"/>
                      <a:pt x="38" y="7766"/>
                      <a:pt x="19" y="7803"/>
                    </a:cubicBezTo>
                    <a:cubicBezTo>
                      <a:pt x="1" y="7831"/>
                      <a:pt x="1" y="7868"/>
                      <a:pt x="10" y="7905"/>
                    </a:cubicBezTo>
                    <a:lnTo>
                      <a:pt x="678" y="10030"/>
                    </a:lnTo>
                    <a:cubicBezTo>
                      <a:pt x="692" y="10087"/>
                      <a:pt x="746" y="10122"/>
                      <a:pt x="803" y="10122"/>
                    </a:cubicBezTo>
                    <a:cubicBezTo>
                      <a:pt x="820" y="10122"/>
                      <a:pt x="837" y="10119"/>
                      <a:pt x="854" y="10113"/>
                    </a:cubicBezTo>
                    <a:lnTo>
                      <a:pt x="2311" y="9659"/>
                    </a:lnTo>
                    <a:cubicBezTo>
                      <a:pt x="2313" y="9656"/>
                      <a:pt x="2316" y="9655"/>
                      <a:pt x="2318" y="9655"/>
                    </a:cubicBezTo>
                    <a:cubicBezTo>
                      <a:pt x="2324" y="9655"/>
                      <a:pt x="2329" y="9661"/>
                      <a:pt x="2329" y="9668"/>
                    </a:cubicBezTo>
                    <a:cubicBezTo>
                      <a:pt x="2617" y="10132"/>
                      <a:pt x="2969" y="10558"/>
                      <a:pt x="3387" y="10920"/>
                    </a:cubicBezTo>
                    <a:cubicBezTo>
                      <a:pt x="3387" y="10920"/>
                      <a:pt x="3396" y="10930"/>
                      <a:pt x="3387" y="10939"/>
                    </a:cubicBezTo>
                    <a:lnTo>
                      <a:pt x="2682" y="12302"/>
                    </a:lnTo>
                    <a:cubicBezTo>
                      <a:pt x="2645" y="12367"/>
                      <a:pt x="2672" y="12451"/>
                      <a:pt x="2737" y="12479"/>
                    </a:cubicBezTo>
                    <a:lnTo>
                      <a:pt x="4713" y="13508"/>
                    </a:lnTo>
                    <a:cubicBezTo>
                      <a:pt x="4733" y="13520"/>
                      <a:pt x="4755" y="13525"/>
                      <a:pt x="4776" y="13525"/>
                    </a:cubicBezTo>
                    <a:cubicBezTo>
                      <a:pt x="4825" y="13525"/>
                      <a:pt x="4873" y="13498"/>
                      <a:pt x="4899" y="13453"/>
                    </a:cubicBezTo>
                    <a:lnTo>
                      <a:pt x="5604" y="12089"/>
                    </a:lnTo>
                    <a:cubicBezTo>
                      <a:pt x="5613" y="12080"/>
                      <a:pt x="5622" y="12080"/>
                      <a:pt x="5632" y="12080"/>
                    </a:cubicBezTo>
                    <a:cubicBezTo>
                      <a:pt x="6043" y="12181"/>
                      <a:pt x="6465" y="12231"/>
                      <a:pt x="6890" y="12231"/>
                    </a:cubicBezTo>
                    <a:cubicBezTo>
                      <a:pt x="7012" y="12231"/>
                      <a:pt x="7133" y="12227"/>
                      <a:pt x="7255" y="12219"/>
                    </a:cubicBezTo>
                    <a:cubicBezTo>
                      <a:pt x="7264" y="12219"/>
                      <a:pt x="7274" y="12228"/>
                      <a:pt x="7274" y="12238"/>
                    </a:cubicBezTo>
                    <a:lnTo>
                      <a:pt x="7737" y="13694"/>
                    </a:lnTo>
                    <a:cubicBezTo>
                      <a:pt x="7747" y="13731"/>
                      <a:pt x="7775" y="13759"/>
                      <a:pt x="7802" y="13777"/>
                    </a:cubicBezTo>
                    <a:cubicBezTo>
                      <a:pt x="7821" y="13787"/>
                      <a:pt x="7849" y="13787"/>
                      <a:pt x="7867" y="13787"/>
                    </a:cubicBezTo>
                    <a:lnTo>
                      <a:pt x="7904" y="13787"/>
                    </a:lnTo>
                    <a:lnTo>
                      <a:pt x="10029" y="13119"/>
                    </a:lnTo>
                    <a:cubicBezTo>
                      <a:pt x="10066" y="13100"/>
                      <a:pt x="10094" y="13082"/>
                      <a:pt x="10112" y="13045"/>
                    </a:cubicBezTo>
                    <a:cubicBezTo>
                      <a:pt x="10131" y="13017"/>
                      <a:pt x="10131" y="12980"/>
                      <a:pt x="10122" y="12943"/>
                    </a:cubicBezTo>
                    <a:lnTo>
                      <a:pt x="9658" y="11486"/>
                    </a:lnTo>
                    <a:cubicBezTo>
                      <a:pt x="9658" y="11477"/>
                      <a:pt x="9658" y="11468"/>
                      <a:pt x="9667" y="11458"/>
                    </a:cubicBezTo>
                    <a:cubicBezTo>
                      <a:pt x="10131" y="11180"/>
                      <a:pt x="10558" y="10828"/>
                      <a:pt x="10919" y="10410"/>
                    </a:cubicBezTo>
                    <a:cubicBezTo>
                      <a:pt x="10919" y="10405"/>
                      <a:pt x="10922" y="10403"/>
                      <a:pt x="10925" y="10403"/>
                    </a:cubicBezTo>
                    <a:cubicBezTo>
                      <a:pt x="10929" y="10403"/>
                      <a:pt x="10933" y="10405"/>
                      <a:pt x="10938" y="10410"/>
                    </a:cubicBezTo>
                    <a:lnTo>
                      <a:pt x="12302" y="11115"/>
                    </a:lnTo>
                    <a:cubicBezTo>
                      <a:pt x="12321" y="11123"/>
                      <a:pt x="12341" y="11127"/>
                      <a:pt x="12361" y="11127"/>
                    </a:cubicBezTo>
                    <a:cubicBezTo>
                      <a:pt x="12411" y="11127"/>
                      <a:pt x="12461" y="11103"/>
                      <a:pt x="12487" y="11050"/>
                    </a:cubicBezTo>
                    <a:lnTo>
                      <a:pt x="13508" y="9083"/>
                    </a:lnTo>
                    <a:cubicBezTo>
                      <a:pt x="13545" y="9019"/>
                      <a:pt x="13517" y="8935"/>
                      <a:pt x="13452" y="8898"/>
                    </a:cubicBezTo>
                    <a:lnTo>
                      <a:pt x="12088" y="8193"/>
                    </a:lnTo>
                    <a:cubicBezTo>
                      <a:pt x="12079" y="8184"/>
                      <a:pt x="12079" y="8174"/>
                      <a:pt x="12079" y="8165"/>
                    </a:cubicBezTo>
                    <a:cubicBezTo>
                      <a:pt x="12209" y="7636"/>
                      <a:pt x="12264" y="7089"/>
                      <a:pt x="12227" y="6542"/>
                    </a:cubicBezTo>
                    <a:cubicBezTo>
                      <a:pt x="12227" y="6532"/>
                      <a:pt x="12227" y="6523"/>
                      <a:pt x="12237" y="6523"/>
                    </a:cubicBezTo>
                    <a:lnTo>
                      <a:pt x="13693" y="6059"/>
                    </a:lnTo>
                    <a:cubicBezTo>
                      <a:pt x="13730" y="6050"/>
                      <a:pt x="13758" y="6022"/>
                      <a:pt x="13777" y="5994"/>
                    </a:cubicBezTo>
                    <a:cubicBezTo>
                      <a:pt x="13795" y="5957"/>
                      <a:pt x="13795" y="5920"/>
                      <a:pt x="13786" y="5883"/>
                    </a:cubicBezTo>
                    <a:lnTo>
                      <a:pt x="13118" y="3768"/>
                    </a:lnTo>
                    <a:cubicBezTo>
                      <a:pt x="13095" y="3706"/>
                      <a:pt x="13040" y="3670"/>
                      <a:pt x="12980" y="3670"/>
                    </a:cubicBezTo>
                    <a:cubicBezTo>
                      <a:pt x="12967" y="3670"/>
                      <a:pt x="12954" y="3672"/>
                      <a:pt x="12942" y="3675"/>
                    </a:cubicBezTo>
                    <a:lnTo>
                      <a:pt x="11485" y="4139"/>
                    </a:lnTo>
                    <a:cubicBezTo>
                      <a:pt x="11476" y="4139"/>
                      <a:pt x="11467" y="4139"/>
                      <a:pt x="11457" y="4130"/>
                    </a:cubicBezTo>
                    <a:cubicBezTo>
                      <a:pt x="11179" y="3657"/>
                      <a:pt x="10827" y="3239"/>
                      <a:pt x="10409" y="2877"/>
                    </a:cubicBezTo>
                    <a:cubicBezTo>
                      <a:pt x="10400" y="2868"/>
                      <a:pt x="10400" y="2859"/>
                      <a:pt x="10409" y="2850"/>
                    </a:cubicBezTo>
                    <a:lnTo>
                      <a:pt x="11114" y="1495"/>
                    </a:lnTo>
                    <a:cubicBezTo>
                      <a:pt x="11142" y="1430"/>
                      <a:pt x="11123" y="1347"/>
                      <a:pt x="11049" y="1310"/>
                    </a:cubicBezTo>
                    <a:lnTo>
                      <a:pt x="9083" y="289"/>
                    </a:lnTo>
                    <a:cubicBezTo>
                      <a:pt x="9063" y="278"/>
                      <a:pt x="9041" y="273"/>
                      <a:pt x="9020" y="273"/>
                    </a:cubicBezTo>
                    <a:cubicBezTo>
                      <a:pt x="8971" y="273"/>
                      <a:pt x="8923" y="300"/>
                      <a:pt x="8897" y="345"/>
                    </a:cubicBezTo>
                    <a:lnTo>
                      <a:pt x="8192" y="1699"/>
                    </a:lnTo>
                    <a:cubicBezTo>
                      <a:pt x="8185" y="1706"/>
                      <a:pt x="8179" y="1712"/>
                      <a:pt x="8172" y="1712"/>
                    </a:cubicBezTo>
                    <a:cubicBezTo>
                      <a:pt x="8170" y="1712"/>
                      <a:pt x="8167" y="1711"/>
                      <a:pt x="8164" y="1709"/>
                    </a:cubicBezTo>
                    <a:cubicBezTo>
                      <a:pt x="7753" y="1608"/>
                      <a:pt x="7330" y="1557"/>
                      <a:pt x="6905" y="1557"/>
                    </a:cubicBezTo>
                    <a:cubicBezTo>
                      <a:pt x="6784" y="1557"/>
                      <a:pt x="6662" y="1561"/>
                      <a:pt x="6541" y="1569"/>
                    </a:cubicBezTo>
                    <a:cubicBezTo>
                      <a:pt x="6531" y="1569"/>
                      <a:pt x="6522" y="1560"/>
                      <a:pt x="6522" y="1560"/>
                    </a:cubicBezTo>
                    <a:lnTo>
                      <a:pt x="6058" y="94"/>
                    </a:lnTo>
                    <a:cubicBezTo>
                      <a:pt x="6049" y="67"/>
                      <a:pt x="6021" y="39"/>
                      <a:pt x="5993" y="20"/>
                    </a:cubicBezTo>
                    <a:cubicBezTo>
                      <a:pt x="5970" y="9"/>
                      <a:pt x="5948" y="1"/>
                      <a:pt x="59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7073000" y="2596525"/>
                <a:ext cx="406100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44" h="11235" extrusionOk="0">
                    <a:moveTo>
                      <a:pt x="418" y="0"/>
                    </a:moveTo>
                    <a:cubicBezTo>
                      <a:pt x="186" y="0"/>
                      <a:pt x="0" y="186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095" y="11234"/>
                    </a:lnTo>
                    <a:cubicBezTo>
                      <a:pt x="16179" y="11234"/>
                      <a:pt x="16244" y="11169"/>
                      <a:pt x="16244" y="11086"/>
                    </a:cubicBezTo>
                    <a:lnTo>
                      <a:pt x="16244" y="427"/>
                    </a:lnTo>
                    <a:cubicBezTo>
                      <a:pt x="16244" y="186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7071375" y="2595125"/>
                <a:ext cx="409350" cy="283650"/>
              </a:xfrm>
              <a:custGeom>
                <a:avLst/>
                <a:gdLst/>
                <a:ahLst/>
                <a:cxnLst/>
                <a:rect l="l" t="t" r="r" b="b"/>
                <a:pathLst>
                  <a:path w="16374" h="11346" extrusionOk="0">
                    <a:moveTo>
                      <a:pt x="15882" y="112"/>
                    </a:moveTo>
                    <a:cubicBezTo>
                      <a:pt x="16086" y="112"/>
                      <a:pt x="16253" y="279"/>
                      <a:pt x="16253" y="483"/>
                    </a:cubicBezTo>
                    <a:lnTo>
                      <a:pt x="16253" y="11142"/>
                    </a:lnTo>
                    <a:cubicBezTo>
                      <a:pt x="16253" y="11188"/>
                      <a:pt x="16216" y="11235"/>
                      <a:pt x="16160" y="11235"/>
                    </a:cubicBezTo>
                    <a:lnTo>
                      <a:pt x="204" y="11235"/>
                    </a:lnTo>
                    <a:cubicBezTo>
                      <a:pt x="158" y="11235"/>
                      <a:pt x="121" y="11188"/>
                      <a:pt x="121" y="11142"/>
                    </a:cubicBezTo>
                    <a:lnTo>
                      <a:pt x="121" y="483"/>
                    </a:lnTo>
                    <a:cubicBezTo>
                      <a:pt x="121" y="279"/>
                      <a:pt x="279" y="112"/>
                      <a:pt x="483" y="112"/>
                    </a:cubicBezTo>
                    <a:close/>
                    <a:moveTo>
                      <a:pt x="483" y="1"/>
                    </a:moveTo>
                    <a:cubicBezTo>
                      <a:pt x="223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53"/>
                      <a:pt x="93" y="11346"/>
                      <a:pt x="214" y="11346"/>
                    </a:cubicBezTo>
                    <a:lnTo>
                      <a:pt x="16160" y="11346"/>
                    </a:lnTo>
                    <a:cubicBezTo>
                      <a:pt x="16281" y="11346"/>
                      <a:pt x="16364" y="11253"/>
                      <a:pt x="16374" y="11142"/>
                    </a:cubicBezTo>
                    <a:lnTo>
                      <a:pt x="16374" y="483"/>
                    </a:lnTo>
                    <a:cubicBezTo>
                      <a:pt x="16374" y="214"/>
                      <a:pt x="16151" y="1"/>
                      <a:pt x="158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>
                <a:off x="7102675" y="2623425"/>
                <a:ext cx="346750" cy="227075"/>
              </a:xfrm>
              <a:custGeom>
                <a:avLst/>
                <a:gdLst/>
                <a:ahLst/>
                <a:cxnLst/>
                <a:rect l="l" t="t" r="r" b="b"/>
                <a:pathLst>
                  <a:path w="13870" h="9083" extrusionOk="0">
                    <a:moveTo>
                      <a:pt x="1" y="0"/>
                    </a:moveTo>
                    <a:lnTo>
                      <a:pt x="1" y="9082"/>
                    </a:lnTo>
                    <a:lnTo>
                      <a:pt x="13869" y="9082"/>
                    </a:lnTo>
                    <a:lnTo>
                      <a:pt x="13869" y="7403"/>
                    </a:lnTo>
                    <a:lnTo>
                      <a:pt x="13869" y="2097"/>
                    </a:lnTo>
                    <a:lnTo>
                      <a:pt x="13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7101050" y="2622025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lnTo>
                      <a:pt x="1" y="9138"/>
                    </a:lnTo>
                    <a:cubicBezTo>
                      <a:pt x="1" y="9166"/>
                      <a:pt x="29" y="9194"/>
                      <a:pt x="66" y="9194"/>
                    </a:cubicBezTo>
                    <a:lnTo>
                      <a:pt x="13934" y="9194"/>
                    </a:lnTo>
                    <a:cubicBezTo>
                      <a:pt x="13971" y="9194"/>
                      <a:pt x="13990" y="9166"/>
                      <a:pt x="13990" y="9138"/>
                    </a:cubicBezTo>
                    <a:lnTo>
                      <a:pt x="13990" y="7459"/>
                    </a:lnTo>
                    <a:cubicBezTo>
                      <a:pt x="13990" y="7422"/>
                      <a:pt x="13971" y="7394"/>
                      <a:pt x="13934" y="7394"/>
                    </a:cubicBezTo>
                    <a:cubicBezTo>
                      <a:pt x="13907" y="7394"/>
                      <a:pt x="13879" y="7422"/>
                      <a:pt x="13879" y="7459"/>
                    </a:cubicBezTo>
                    <a:lnTo>
                      <a:pt x="13879" y="9073"/>
                    </a:lnTo>
                    <a:lnTo>
                      <a:pt x="121" y="9073"/>
                    </a:lnTo>
                    <a:lnTo>
                      <a:pt x="121" y="112"/>
                    </a:lnTo>
                    <a:lnTo>
                      <a:pt x="13879" y="112"/>
                    </a:lnTo>
                    <a:lnTo>
                      <a:pt x="13879" y="2153"/>
                    </a:lnTo>
                    <a:cubicBezTo>
                      <a:pt x="13879" y="2190"/>
                      <a:pt x="13907" y="2218"/>
                      <a:pt x="13934" y="2218"/>
                    </a:cubicBezTo>
                    <a:cubicBezTo>
                      <a:pt x="13971" y="2218"/>
                      <a:pt x="13990" y="2190"/>
                      <a:pt x="13990" y="2153"/>
                    </a:cubicBezTo>
                    <a:lnTo>
                      <a:pt x="13990" y="56"/>
                    </a:lnTo>
                    <a:cubicBezTo>
                      <a:pt x="13990" y="28"/>
                      <a:pt x="13971" y="1"/>
                      <a:pt x="139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7448000" y="2694150"/>
                <a:ext cx="2825" cy="761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3044" extrusionOk="0">
                    <a:moveTo>
                      <a:pt x="56" y="1"/>
                    </a:moveTo>
                    <a:cubicBezTo>
                      <a:pt x="29" y="1"/>
                      <a:pt x="1" y="28"/>
                      <a:pt x="1" y="66"/>
                    </a:cubicBezTo>
                    <a:lnTo>
                      <a:pt x="1" y="2988"/>
                    </a:lnTo>
                    <a:cubicBezTo>
                      <a:pt x="1" y="3025"/>
                      <a:pt x="29" y="3043"/>
                      <a:pt x="56" y="3043"/>
                    </a:cubicBezTo>
                    <a:cubicBezTo>
                      <a:pt x="93" y="3043"/>
                      <a:pt x="112" y="3025"/>
                      <a:pt x="112" y="2988"/>
                    </a:cubicBezTo>
                    <a:lnTo>
                      <a:pt x="112" y="66"/>
                    </a:lnTo>
                    <a:cubicBezTo>
                      <a:pt x="112" y="28"/>
                      <a:pt x="84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7271525" y="2605800"/>
                <a:ext cx="90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62" h="363" extrusionOk="0">
                    <a:moveTo>
                      <a:pt x="176" y="112"/>
                    </a:moveTo>
                    <a:cubicBezTo>
                      <a:pt x="214" y="112"/>
                      <a:pt x="251" y="139"/>
                      <a:pt x="251" y="177"/>
                    </a:cubicBezTo>
                    <a:cubicBezTo>
                      <a:pt x="251" y="214"/>
                      <a:pt x="214" y="251"/>
                      <a:pt x="176" y="251"/>
                    </a:cubicBezTo>
                    <a:cubicBezTo>
                      <a:pt x="139" y="251"/>
                      <a:pt x="111" y="214"/>
                      <a:pt x="111" y="177"/>
                    </a:cubicBezTo>
                    <a:cubicBezTo>
                      <a:pt x="111" y="149"/>
                      <a:pt x="139" y="112"/>
                      <a:pt x="176" y="112"/>
                    </a:cubicBezTo>
                    <a:close/>
                    <a:moveTo>
                      <a:pt x="176" y="0"/>
                    </a:moveTo>
                    <a:cubicBezTo>
                      <a:pt x="84" y="0"/>
                      <a:pt x="0" y="84"/>
                      <a:pt x="0" y="177"/>
                    </a:cubicBezTo>
                    <a:cubicBezTo>
                      <a:pt x="0" y="279"/>
                      <a:pt x="84" y="362"/>
                      <a:pt x="176" y="362"/>
                    </a:cubicBezTo>
                    <a:cubicBezTo>
                      <a:pt x="278" y="362"/>
                      <a:pt x="362" y="279"/>
                      <a:pt x="362" y="177"/>
                    </a:cubicBezTo>
                    <a:cubicBezTo>
                      <a:pt x="362" y="84"/>
                      <a:pt x="27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7006425" y="2875275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82"/>
                    </a:lnTo>
                    <a:cubicBezTo>
                      <a:pt x="1" y="1197"/>
                      <a:pt x="251" y="1457"/>
                      <a:pt x="567" y="1457"/>
                    </a:cubicBezTo>
                    <a:lnTo>
                      <a:pt x="21003" y="1457"/>
                    </a:lnTo>
                    <a:cubicBezTo>
                      <a:pt x="21309" y="1457"/>
                      <a:pt x="21569" y="1197"/>
                      <a:pt x="21569" y="882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7005050" y="2873900"/>
                <a:ext cx="542000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0" h="1568" extrusionOk="0">
                    <a:moveTo>
                      <a:pt x="21569" y="111"/>
                    </a:moveTo>
                    <a:lnTo>
                      <a:pt x="21569" y="937"/>
                    </a:lnTo>
                    <a:cubicBezTo>
                      <a:pt x="21569" y="1225"/>
                      <a:pt x="21337" y="1447"/>
                      <a:pt x="21058" y="1447"/>
                    </a:cubicBezTo>
                    <a:lnTo>
                      <a:pt x="622" y="1447"/>
                    </a:lnTo>
                    <a:cubicBezTo>
                      <a:pt x="343" y="1447"/>
                      <a:pt x="112" y="1225"/>
                      <a:pt x="112" y="937"/>
                    </a:cubicBezTo>
                    <a:lnTo>
                      <a:pt x="112" y="111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19"/>
                      <a:pt x="0" y="56"/>
                    </a:cubicBezTo>
                    <a:lnTo>
                      <a:pt x="0" y="937"/>
                    </a:lnTo>
                    <a:cubicBezTo>
                      <a:pt x="0" y="1290"/>
                      <a:pt x="279" y="1568"/>
                      <a:pt x="622" y="1568"/>
                    </a:cubicBezTo>
                    <a:lnTo>
                      <a:pt x="21058" y="1568"/>
                    </a:lnTo>
                    <a:cubicBezTo>
                      <a:pt x="21402" y="1568"/>
                      <a:pt x="21680" y="1290"/>
                      <a:pt x="21680" y="937"/>
                    </a:cubicBezTo>
                    <a:lnTo>
                      <a:pt x="21680" y="56"/>
                    </a:lnTo>
                    <a:cubicBezTo>
                      <a:pt x="21680" y="19"/>
                      <a:pt x="21652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7010150" y="2901725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21216" y="112"/>
                    </a:lnTo>
                    <a:cubicBezTo>
                      <a:pt x="21244" y="112"/>
                      <a:pt x="21272" y="84"/>
                      <a:pt x="21272" y="56"/>
                    </a:cubicBezTo>
                    <a:cubicBezTo>
                      <a:pt x="21272" y="19"/>
                      <a:pt x="21244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7224425" y="2877600"/>
                <a:ext cx="1030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20" h="456" extrusionOk="0">
                    <a:moveTo>
                      <a:pt x="1" y="0"/>
                    </a:moveTo>
                    <a:lnTo>
                      <a:pt x="1" y="455"/>
                    </a:lnTo>
                    <a:lnTo>
                      <a:pt x="4120" y="455"/>
                    </a:lnTo>
                    <a:lnTo>
                      <a:pt x="4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>
                <a:off x="7223050" y="2875975"/>
                <a:ext cx="1060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4240" h="576" extrusionOk="0">
                    <a:moveTo>
                      <a:pt x="4119" y="121"/>
                    </a:moveTo>
                    <a:lnTo>
                      <a:pt x="4119" y="455"/>
                    </a:lnTo>
                    <a:lnTo>
                      <a:pt x="121" y="455"/>
                    </a:lnTo>
                    <a:lnTo>
                      <a:pt x="121" y="121"/>
                    </a:lnTo>
                    <a:close/>
                    <a:moveTo>
                      <a:pt x="65" y="1"/>
                    </a:moveTo>
                    <a:cubicBezTo>
                      <a:pt x="28" y="1"/>
                      <a:pt x="0" y="28"/>
                      <a:pt x="0" y="65"/>
                    </a:cubicBezTo>
                    <a:lnTo>
                      <a:pt x="0" y="520"/>
                    </a:lnTo>
                    <a:cubicBezTo>
                      <a:pt x="0" y="548"/>
                      <a:pt x="28" y="576"/>
                      <a:pt x="65" y="576"/>
                    </a:cubicBezTo>
                    <a:lnTo>
                      <a:pt x="4175" y="576"/>
                    </a:lnTo>
                    <a:cubicBezTo>
                      <a:pt x="4212" y="576"/>
                      <a:pt x="4240" y="548"/>
                      <a:pt x="4240" y="520"/>
                    </a:cubicBezTo>
                    <a:lnTo>
                      <a:pt x="4240" y="65"/>
                    </a:lnTo>
                    <a:cubicBezTo>
                      <a:pt x="4240" y="28"/>
                      <a:pt x="4212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7171800" y="2666550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297" y="1"/>
                    </a:moveTo>
                    <a:cubicBezTo>
                      <a:pt x="139" y="1"/>
                      <a:pt x="0" y="131"/>
                      <a:pt x="0" y="298"/>
                    </a:cubicBezTo>
                    <a:lnTo>
                      <a:pt x="0" y="6058"/>
                    </a:lnTo>
                    <a:cubicBezTo>
                      <a:pt x="0" y="6225"/>
                      <a:pt x="139" y="6355"/>
                      <a:pt x="297" y="6355"/>
                    </a:cubicBezTo>
                    <a:lnTo>
                      <a:pt x="7143" y="6355"/>
                    </a:lnTo>
                    <a:cubicBezTo>
                      <a:pt x="7301" y="6355"/>
                      <a:pt x="7440" y="6225"/>
                      <a:pt x="7431" y="6058"/>
                    </a:cubicBezTo>
                    <a:lnTo>
                      <a:pt x="7431" y="298"/>
                    </a:lnTo>
                    <a:cubicBezTo>
                      <a:pt x="7431" y="131"/>
                      <a:pt x="7301" y="1"/>
                      <a:pt x="71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7184075" y="2654025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44"/>
                    </a:cubicBezTo>
                    <a:lnTo>
                      <a:pt x="1" y="6012"/>
                    </a:lnTo>
                    <a:cubicBezTo>
                      <a:pt x="1" y="6198"/>
                      <a:pt x="159" y="6355"/>
                      <a:pt x="353" y="6355"/>
                    </a:cubicBezTo>
                    <a:lnTo>
                      <a:pt x="7088" y="6355"/>
                    </a:lnTo>
                    <a:cubicBezTo>
                      <a:pt x="7283" y="6355"/>
                      <a:pt x="7441" y="6198"/>
                      <a:pt x="7441" y="6012"/>
                    </a:cubicBezTo>
                    <a:lnTo>
                      <a:pt x="7441" y="344"/>
                    </a:lnTo>
                    <a:cubicBezTo>
                      <a:pt x="7441" y="159"/>
                      <a:pt x="7283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7182700" y="2652400"/>
                <a:ext cx="188800" cy="16215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86" extrusionOk="0">
                    <a:moveTo>
                      <a:pt x="7143" y="121"/>
                    </a:moveTo>
                    <a:cubicBezTo>
                      <a:pt x="7301" y="121"/>
                      <a:pt x="7431" y="251"/>
                      <a:pt x="7431" y="409"/>
                    </a:cubicBezTo>
                    <a:lnTo>
                      <a:pt x="7431" y="6077"/>
                    </a:lnTo>
                    <a:cubicBezTo>
                      <a:pt x="7431" y="6235"/>
                      <a:pt x="7301" y="6365"/>
                      <a:pt x="7143" y="6365"/>
                    </a:cubicBezTo>
                    <a:lnTo>
                      <a:pt x="408" y="6365"/>
                    </a:lnTo>
                    <a:cubicBezTo>
                      <a:pt x="251" y="6365"/>
                      <a:pt x="121" y="6235"/>
                      <a:pt x="121" y="6077"/>
                    </a:cubicBezTo>
                    <a:lnTo>
                      <a:pt x="121" y="409"/>
                    </a:lnTo>
                    <a:cubicBezTo>
                      <a:pt x="121" y="251"/>
                      <a:pt x="251" y="121"/>
                      <a:pt x="408" y="121"/>
                    </a:cubicBezTo>
                    <a:close/>
                    <a:moveTo>
                      <a:pt x="408" y="1"/>
                    </a:moveTo>
                    <a:cubicBezTo>
                      <a:pt x="186" y="1"/>
                      <a:pt x="0" y="186"/>
                      <a:pt x="0" y="409"/>
                    </a:cubicBezTo>
                    <a:lnTo>
                      <a:pt x="0" y="6077"/>
                    </a:lnTo>
                    <a:cubicBezTo>
                      <a:pt x="0" y="6300"/>
                      <a:pt x="186" y="6485"/>
                      <a:pt x="408" y="6485"/>
                    </a:cubicBezTo>
                    <a:lnTo>
                      <a:pt x="7143" y="6485"/>
                    </a:lnTo>
                    <a:cubicBezTo>
                      <a:pt x="7366" y="6485"/>
                      <a:pt x="7551" y="6300"/>
                      <a:pt x="7551" y="6077"/>
                    </a:cubicBezTo>
                    <a:lnTo>
                      <a:pt x="7551" y="409"/>
                    </a:lnTo>
                    <a:cubicBezTo>
                      <a:pt x="7551" y="186"/>
                      <a:pt x="7366" y="1"/>
                      <a:pt x="7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7212850" y="2737750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16" y="1"/>
                    </a:moveTo>
                    <a:cubicBezTo>
                      <a:pt x="139" y="1"/>
                      <a:pt x="0" y="140"/>
                      <a:pt x="0" y="325"/>
                    </a:cubicBezTo>
                    <a:lnTo>
                      <a:pt x="0" y="362"/>
                    </a:lnTo>
                    <a:cubicBezTo>
                      <a:pt x="0" y="539"/>
                      <a:pt x="139" y="687"/>
                      <a:pt x="316" y="687"/>
                    </a:cubicBezTo>
                    <a:lnTo>
                      <a:pt x="4805" y="687"/>
                    </a:lnTo>
                    <a:cubicBezTo>
                      <a:pt x="4982" y="687"/>
                      <a:pt x="5130" y="539"/>
                      <a:pt x="5130" y="362"/>
                    </a:cubicBezTo>
                    <a:lnTo>
                      <a:pt x="5130" y="325"/>
                    </a:lnTo>
                    <a:cubicBezTo>
                      <a:pt x="5130" y="140"/>
                      <a:pt x="4982" y="1"/>
                      <a:pt x="48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7211225" y="2736375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70" y="111"/>
                    </a:moveTo>
                    <a:cubicBezTo>
                      <a:pt x="5019" y="111"/>
                      <a:pt x="5130" y="232"/>
                      <a:pt x="5130" y="380"/>
                    </a:cubicBezTo>
                    <a:lnTo>
                      <a:pt x="5130" y="417"/>
                    </a:lnTo>
                    <a:cubicBezTo>
                      <a:pt x="5130" y="566"/>
                      <a:pt x="5019" y="677"/>
                      <a:pt x="4870" y="677"/>
                    </a:cubicBezTo>
                    <a:lnTo>
                      <a:pt x="381" y="677"/>
                    </a:lnTo>
                    <a:cubicBezTo>
                      <a:pt x="241" y="677"/>
                      <a:pt x="121" y="566"/>
                      <a:pt x="121" y="417"/>
                    </a:cubicBezTo>
                    <a:lnTo>
                      <a:pt x="121" y="380"/>
                    </a:lnTo>
                    <a:cubicBezTo>
                      <a:pt x="121" y="232"/>
                      <a:pt x="241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76" y="0"/>
                      <a:pt x="0" y="167"/>
                      <a:pt x="0" y="380"/>
                    </a:cubicBezTo>
                    <a:lnTo>
                      <a:pt x="0" y="417"/>
                    </a:lnTo>
                    <a:cubicBezTo>
                      <a:pt x="0" y="631"/>
                      <a:pt x="176" y="798"/>
                      <a:pt x="381" y="798"/>
                    </a:cubicBezTo>
                    <a:lnTo>
                      <a:pt x="4870" y="798"/>
                    </a:lnTo>
                    <a:cubicBezTo>
                      <a:pt x="5084" y="798"/>
                      <a:pt x="5251" y="631"/>
                      <a:pt x="5251" y="417"/>
                    </a:cubicBezTo>
                    <a:lnTo>
                      <a:pt x="5251" y="380"/>
                    </a:lnTo>
                    <a:cubicBezTo>
                      <a:pt x="5251" y="167"/>
                      <a:pt x="5084" y="0"/>
                      <a:pt x="4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7226750" y="2742400"/>
                <a:ext cx="99525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288" extrusionOk="0">
                    <a:moveTo>
                      <a:pt x="3851" y="56"/>
                    </a:moveTo>
                    <a:cubicBezTo>
                      <a:pt x="3888" y="56"/>
                      <a:pt x="3925" y="93"/>
                      <a:pt x="3925" y="130"/>
                    </a:cubicBezTo>
                    <a:lnTo>
                      <a:pt x="3925" y="149"/>
                    </a:lnTo>
                    <a:cubicBezTo>
                      <a:pt x="3925" y="195"/>
                      <a:pt x="3888" y="223"/>
                      <a:pt x="3851" y="223"/>
                    </a:cubicBezTo>
                    <a:lnTo>
                      <a:pt x="140" y="223"/>
                    </a:lnTo>
                    <a:cubicBezTo>
                      <a:pt x="94" y="223"/>
                      <a:pt x="56" y="195"/>
                      <a:pt x="56" y="149"/>
                    </a:cubicBezTo>
                    <a:lnTo>
                      <a:pt x="56" y="130"/>
                    </a:lnTo>
                    <a:cubicBezTo>
                      <a:pt x="56" y="93"/>
                      <a:pt x="94" y="56"/>
                      <a:pt x="140" y="56"/>
                    </a:cubicBezTo>
                    <a:close/>
                    <a:moveTo>
                      <a:pt x="131" y="0"/>
                    </a:moveTo>
                    <a:cubicBezTo>
                      <a:pt x="56" y="0"/>
                      <a:pt x="1" y="56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56" y="288"/>
                      <a:pt x="131" y="288"/>
                    </a:cubicBezTo>
                    <a:lnTo>
                      <a:pt x="3841" y="288"/>
                    </a:lnTo>
                    <a:cubicBezTo>
                      <a:pt x="3925" y="288"/>
                      <a:pt x="3980" y="223"/>
                      <a:pt x="3980" y="149"/>
                    </a:cubicBezTo>
                    <a:lnTo>
                      <a:pt x="3980" y="139"/>
                    </a:lnTo>
                    <a:cubicBezTo>
                      <a:pt x="3980" y="56"/>
                      <a:pt x="3925" y="0"/>
                      <a:pt x="3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7234875" y="27644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205" y="0"/>
                    </a:moveTo>
                    <a:cubicBezTo>
                      <a:pt x="93" y="0"/>
                      <a:pt x="0" y="93"/>
                      <a:pt x="0" y="205"/>
                    </a:cubicBezTo>
                    <a:cubicBezTo>
                      <a:pt x="0" y="316"/>
                      <a:pt x="93" y="399"/>
                      <a:pt x="205" y="399"/>
                    </a:cubicBezTo>
                    <a:lnTo>
                      <a:pt x="3164" y="399"/>
                    </a:lnTo>
                    <a:cubicBezTo>
                      <a:pt x="3266" y="399"/>
                      <a:pt x="3359" y="316"/>
                      <a:pt x="3359" y="205"/>
                    </a:cubicBezTo>
                    <a:cubicBezTo>
                      <a:pt x="3359" y="93"/>
                      <a:pt x="3266" y="0"/>
                      <a:pt x="31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7233475" y="2763025"/>
                <a:ext cx="8677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21" extrusionOk="0">
                    <a:moveTo>
                      <a:pt x="3211" y="121"/>
                    </a:moveTo>
                    <a:cubicBezTo>
                      <a:pt x="3294" y="121"/>
                      <a:pt x="3359" y="177"/>
                      <a:pt x="3359" y="261"/>
                    </a:cubicBezTo>
                    <a:cubicBezTo>
                      <a:pt x="3359" y="335"/>
                      <a:pt x="3294" y="400"/>
                      <a:pt x="3211" y="400"/>
                    </a:cubicBezTo>
                    <a:lnTo>
                      <a:pt x="261" y="400"/>
                    </a:lnTo>
                    <a:cubicBezTo>
                      <a:pt x="177" y="400"/>
                      <a:pt x="121" y="335"/>
                      <a:pt x="121" y="261"/>
                    </a:cubicBezTo>
                    <a:cubicBezTo>
                      <a:pt x="121" y="177"/>
                      <a:pt x="177" y="121"/>
                      <a:pt x="261" y="121"/>
                    </a:cubicBezTo>
                    <a:close/>
                    <a:moveTo>
                      <a:pt x="261" y="1"/>
                    </a:moveTo>
                    <a:cubicBezTo>
                      <a:pt x="121" y="1"/>
                      <a:pt x="1" y="112"/>
                      <a:pt x="1" y="261"/>
                    </a:cubicBezTo>
                    <a:cubicBezTo>
                      <a:pt x="1" y="400"/>
                      <a:pt x="112" y="520"/>
                      <a:pt x="261" y="520"/>
                    </a:cubicBezTo>
                    <a:lnTo>
                      <a:pt x="3220" y="520"/>
                    </a:lnTo>
                    <a:cubicBezTo>
                      <a:pt x="3359" y="520"/>
                      <a:pt x="3470" y="400"/>
                      <a:pt x="3470" y="261"/>
                    </a:cubicBezTo>
                    <a:cubicBezTo>
                      <a:pt x="3470" y="112"/>
                      <a:pt x="3359" y="1"/>
                      <a:pt x="3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725180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5" y="158"/>
                      <a:pt x="195" y="103"/>
                    </a:cubicBezTo>
                    <a:cubicBezTo>
                      <a:pt x="195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72610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6" y="158"/>
                      <a:pt x="196" y="103"/>
                    </a:cubicBezTo>
                    <a:cubicBezTo>
                      <a:pt x="196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7269900" y="2766975"/>
                <a:ext cx="46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96" extrusionOk="0">
                    <a:moveTo>
                      <a:pt x="93" y="65"/>
                    </a:moveTo>
                    <a:cubicBezTo>
                      <a:pt x="112" y="65"/>
                      <a:pt x="130" y="84"/>
                      <a:pt x="130" y="103"/>
                    </a:cubicBezTo>
                    <a:cubicBezTo>
                      <a:pt x="130" y="121"/>
                      <a:pt x="112" y="140"/>
                      <a:pt x="93" y="140"/>
                    </a:cubicBezTo>
                    <a:cubicBezTo>
                      <a:pt x="74" y="140"/>
                      <a:pt x="56" y="121"/>
                      <a:pt x="56" y="103"/>
                    </a:cubicBezTo>
                    <a:cubicBezTo>
                      <a:pt x="56" y="84"/>
                      <a:pt x="74" y="65"/>
                      <a:pt x="93" y="65"/>
                    </a:cubicBezTo>
                    <a:close/>
                    <a:moveTo>
                      <a:pt x="93" y="1"/>
                    </a:moveTo>
                    <a:cubicBezTo>
                      <a:pt x="37" y="1"/>
                      <a:pt x="0" y="47"/>
                      <a:pt x="0" y="103"/>
                    </a:cubicBezTo>
                    <a:cubicBezTo>
                      <a:pt x="0" y="158"/>
                      <a:pt x="37" y="195"/>
                      <a:pt x="93" y="195"/>
                    </a:cubicBezTo>
                    <a:cubicBezTo>
                      <a:pt x="149" y="195"/>
                      <a:pt x="186" y="158"/>
                      <a:pt x="186" y="103"/>
                    </a:cubicBezTo>
                    <a:cubicBezTo>
                      <a:pt x="186" y="47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7278950" y="27669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102" y="65"/>
                    </a:moveTo>
                    <a:cubicBezTo>
                      <a:pt x="121" y="65"/>
                      <a:pt x="139" y="84"/>
                      <a:pt x="139" y="103"/>
                    </a:cubicBezTo>
                    <a:cubicBezTo>
                      <a:pt x="139" y="121"/>
                      <a:pt x="121" y="140"/>
                      <a:pt x="102" y="140"/>
                    </a:cubicBezTo>
                    <a:cubicBezTo>
                      <a:pt x="84" y="140"/>
                      <a:pt x="65" y="121"/>
                      <a:pt x="65" y="103"/>
                    </a:cubicBezTo>
                    <a:cubicBezTo>
                      <a:pt x="65" y="84"/>
                      <a:pt x="84" y="65"/>
                      <a:pt x="102" y="65"/>
                    </a:cubicBezTo>
                    <a:close/>
                    <a:moveTo>
                      <a:pt x="102" y="1"/>
                    </a:moveTo>
                    <a:cubicBezTo>
                      <a:pt x="46" y="1"/>
                      <a:pt x="0" y="47"/>
                      <a:pt x="0" y="103"/>
                    </a:cubicBezTo>
                    <a:cubicBezTo>
                      <a:pt x="0" y="158"/>
                      <a:pt x="46" y="195"/>
                      <a:pt x="102" y="195"/>
                    </a:cubicBezTo>
                    <a:cubicBezTo>
                      <a:pt x="158" y="195"/>
                      <a:pt x="195" y="158"/>
                      <a:pt x="195" y="103"/>
                    </a:cubicBezTo>
                    <a:cubicBezTo>
                      <a:pt x="195" y="47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72879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729725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84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7249950" y="2672575"/>
                <a:ext cx="5382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54" extrusionOk="0">
                    <a:moveTo>
                      <a:pt x="1077" y="1"/>
                    </a:moveTo>
                    <a:cubicBezTo>
                      <a:pt x="483" y="1"/>
                      <a:pt x="0" y="483"/>
                      <a:pt x="0" y="1077"/>
                    </a:cubicBezTo>
                    <a:cubicBezTo>
                      <a:pt x="0" y="1671"/>
                      <a:pt x="483" y="2153"/>
                      <a:pt x="1077" y="2153"/>
                    </a:cubicBezTo>
                    <a:cubicBezTo>
                      <a:pt x="1670" y="2153"/>
                      <a:pt x="2153" y="1671"/>
                      <a:pt x="2153" y="1077"/>
                    </a:cubicBezTo>
                    <a:cubicBezTo>
                      <a:pt x="2153" y="483"/>
                      <a:pt x="1670" y="1"/>
                      <a:pt x="10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7248550" y="2671200"/>
                <a:ext cx="56625" cy="5660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64" extrusionOk="0">
                    <a:moveTo>
                      <a:pt x="1133" y="112"/>
                    </a:moveTo>
                    <a:cubicBezTo>
                      <a:pt x="1698" y="112"/>
                      <a:pt x="2153" y="575"/>
                      <a:pt x="2153" y="1132"/>
                    </a:cubicBezTo>
                    <a:cubicBezTo>
                      <a:pt x="2153" y="1689"/>
                      <a:pt x="1698" y="2152"/>
                      <a:pt x="1133" y="2152"/>
                    </a:cubicBezTo>
                    <a:cubicBezTo>
                      <a:pt x="576" y="2152"/>
                      <a:pt x="121" y="1689"/>
                      <a:pt x="121" y="1132"/>
                    </a:cubicBezTo>
                    <a:cubicBezTo>
                      <a:pt x="121" y="575"/>
                      <a:pt x="576" y="112"/>
                      <a:pt x="1133" y="112"/>
                    </a:cubicBezTo>
                    <a:close/>
                    <a:moveTo>
                      <a:pt x="1133" y="0"/>
                    </a:moveTo>
                    <a:cubicBezTo>
                      <a:pt x="511" y="0"/>
                      <a:pt x="1" y="510"/>
                      <a:pt x="1" y="1132"/>
                    </a:cubicBezTo>
                    <a:cubicBezTo>
                      <a:pt x="1" y="1754"/>
                      <a:pt x="511" y="2264"/>
                      <a:pt x="1133" y="2264"/>
                    </a:cubicBezTo>
                    <a:cubicBezTo>
                      <a:pt x="1754" y="2264"/>
                      <a:pt x="2264" y="1754"/>
                      <a:pt x="2264" y="1132"/>
                    </a:cubicBezTo>
                    <a:cubicBezTo>
                      <a:pt x="2264" y="510"/>
                      <a:pt x="1763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7265025" y="2701100"/>
                <a:ext cx="2390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4" extrusionOk="0">
                    <a:moveTo>
                      <a:pt x="474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956" y="483"/>
                    </a:lnTo>
                    <a:cubicBezTo>
                      <a:pt x="956" y="214"/>
                      <a:pt x="743" y="1"/>
                      <a:pt x="4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7263400" y="2699725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12"/>
                    </a:moveTo>
                    <a:cubicBezTo>
                      <a:pt x="752" y="112"/>
                      <a:pt x="928" y="269"/>
                      <a:pt x="956" y="473"/>
                    </a:cubicBezTo>
                    <a:lnTo>
                      <a:pt x="121" y="473"/>
                    </a:lnTo>
                    <a:cubicBezTo>
                      <a:pt x="149" y="269"/>
                      <a:pt x="325" y="112"/>
                      <a:pt x="539" y="112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0" y="241"/>
                      <a:pt x="0" y="538"/>
                    </a:cubicBezTo>
                    <a:cubicBezTo>
                      <a:pt x="0" y="594"/>
                      <a:pt x="0" y="594"/>
                      <a:pt x="232" y="594"/>
                    </a:cubicBezTo>
                    <a:lnTo>
                      <a:pt x="585" y="594"/>
                    </a:lnTo>
                    <a:cubicBezTo>
                      <a:pt x="1077" y="594"/>
                      <a:pt x="1077" y="594"/>
                      <a:pt x="1077" y="538"/>
                    </a:cubicBezTo>
                    <a:cubicBezTo>
                      <a:pt x="1077" y="241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>
                <a:off x="7270125" y="2685800"/>
                <a:ext cx="13700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549" extrusionOk="0">
                    <a:moveTo>
                      <a:pt x="279" y="1"/>
                    </a:moveTo>
                    <a:cubicBezTo>
                      <a:pt x="121" y="1"/>
                      <a:pt x="1" y="131"/>
                      <a:pt x="1" y="279"/>
                    </a:cubicBezTo>
                    <a:cubicBezTo>
                      <a:pt x="1" y="427"/>
                      <a:pt x="121" y="548"/>
                      <a:pt x="279" y="548"/>
                    </a:cubicBezTo>
                    <a:cubicBezTo>
                      <a:pt x="427" y="548"/>
                      <a:pt x="548" y="427"/>
                      <a:pt x="548" y="279"/>
                    </a:cubicBezTo>
                    <a:cubicBezTo>
                      <a:pt x="548" y="131"/>
                      <a:pt x="427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7268725" y="2684425"/>
                <a:ext cx="165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59" extrusionOk="0">
                    <a:moveTo>
                      <a:pt x="335" y="121"/>
                    </a:moveTo>
                    <a:cubicBezTo>
                      <a:pt x="446" y="121"/>
                      <a:pt x="539" y="213"/>
                      <a:pt x="548" y="334"/>
                    </a:cubicBezTo>
                    <a:cubicBezTo>
                      <a:pt x="548" y="445"/>
                      <a:pt x="446" y="547"/>
                      <a:pt x="335" y="547"/>
                    </a:cubicBezTo>
                    <a:cubicBezTo>
                      <a:pt x="214" y="547"/>
                      <a:pt x="121" y="445"/>
                      <a:pt x="121" y="334"/>
                    </a:cubicBezTo>
                    <a:cubicBezTo>
                      <a:pt x="121" y="213"/>
                      <a:pt x="214" y="121"/>
                      <a:pt x="335" y="121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8"/>
                      <a:pt x="1" y="334"/>
                    </a:cubicBezTo>
                    <a:cubicBezTo>
                      <a:pt x="1" y="510"/>
                      <a:pt x="149" y="659"/>
                      <a:pt x="335" y="659"/>
                    </a:cubicBezTo>
                    <a:cubicBezTo>
                      <a:pt x="511" y="659"/>
                      <a:pt x="659" y="510"/>
                      <a:pt x="659" y="334"/>
                    </a:cubicBezTo>
                    <a:cubicBezTo>
                      <a:pt x="659" y="148"/>
                      <a:pt x="511" y="0"/>
                      <a:pt x="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7257150" y="2782525"/>
                <a:ext cx="396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492" extrusionOk="0">
                    <a:moveTo>
                      <a:pt x="241" y="0"/>
                    </a:moveTo>
                    <a:cubicBezTo>
                      <a:pt x="111" y="0"/>
                      <a:pt x="0" y="111"/>
                      <a:pt x="0" y="251"/>
                    </a:cubicBezTo>
                    <a:cubicBezTo>
                      <a:pt x="0" y="380"/>
                      <a:pt x="111" y="492"/>
                      <a:pt x="241" y="492"/>
                    </a:cubicBezTo>
                    <a:lnTo>
                      <a:pt x="1336" y="492"/>
                    </a:lnTo>
                    <a:cubicBezTo>
                      <a:pt x="1475" y="492"/>
                      <a:pt x="1586" y="380"/>
                      <a:pt x="1586" y="251"/>
                    </a:cubicBezTo>
                    <a:cubicBezTo>
                      <a:pt x="1586" y="111"/>
                      <a:pt x="1475" y="0"/>
                      <a:pt x="13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7255525" y="2781125"/>
                <a:ext cx="42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604" extrusionOk="0">
                    <a:moveTo>
                      <a:pt x="1401" y="112"/>
                    </a:moveTo>
                    <a:cubicBezTo>
                      <a:pt x="1503" y="112"/>
                      <a:pt x="1586" y="19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21" y="409"/>
                      <a:pt x="121" y="307"/>
                    </a:cubicBezTo>
                    <a:cubicBezTo>
                      <a:pt x="121" y="195"/>
                      <a:pt x="204" y="112"/>
                      <a:pt x="306" y="112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30"/>
                      <a:pt x="0" y="307"/>
                    </a:cubicBezTo>
                    <a:cubicBezTo>
                      <a:pt x="0" y="474"/>
                      <a:pt x="139" y="603"/>
                      <a:pt x="306" y="603"/>
                    </a:cubicBezTo>
                    <a:lnTo>
                      <a:pt x="1401" y="603"/>
                    </a:lnTo>
                    <a:cubicBezTo>
                      <a:pt x="1568" y="603"/>
                      <a:pt x="1707" y="474"/>
                      <a:pt x="1707" y="307"/>
                    </a:cubicBezTo>
                    <a:cubicBezTo>
                      <a:pt x="1707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7359875" y="1832850"/>
                <a:ext cx="241000" cy="240000"/>
              </a:xfrm>
              <a:custGeom>
                <a:avLst/>
                <a:gdLst/>
                <a:ahLst/>
                <a:cxnLst/>
                <a:rect l="l" t="t" r="r" b="b"/>
                <a:pathLst>
                  <a:path w="9640" h="9600" extrusionOk="0">
                    <a:moveTo>
                      <a:pt x="4833" y="2576"/>
                    </a:moveTo>
                    <a:cubicBezTo>
                      <a:pt x="5983" y="2576"/>
                      <a:pt x="6996" y="3477"/>
                      <a:pt x="7042" y="4721"/>
                    </a:cubicBezTo>
                    <a:cubicBezTo>
                      <a:pt x="7069" y="5565"/>
                      <a:pt x="6420" y="6558"/>
                      <a:pt x="5632" y="6855"/>
                    </a:cubicBezTo>
                    <a:cubicBezTo>
                      <a:pt x="5362" y="6957"/>
                      <a:pt x="5090" y="7005"/>
                      <a:pt x="4825" y="7005"/>
                    </a:cubicBezTo>
                    <a:cubicBezTo>
                      <a:pt x="3675" y="7005"/>
                      <a:pt x="2662" y="6104"/>
                      <a:pt x="2617" y="4860"/>
                    </a:cubicBezTo>
                    <a:cubicBezTo>
                      <a:pt x="2580" y="4016"/>
                      <a:pt x="3238" y="3023"/>
                      <a:pt x="4027" y="2727"/>
                    </a:cubicBezTo>
                    <a:cubicBezTo>
                      <a:pt x="4296" y="2624"/>
                      <a:pt x="4568" y="2576"/>
                      <a:pt x="4833" y="2576"/>
                    </a:cubicBezTo>
                    <a:close/>
                    <a:moveTo>
                      <a:pt x="4067" y="0"/>
                    </a:moveTo>
                    <a:cubicBezTo>
                      <a:pt x="4051" y="0"/>
                      <a:pt x="4034" y="3"/>
                      <a:pt x="4017" y="8"/>
                    </a:cubicBezTo>
                    <a:lnTo>
                      <a:pt x="2709" y="426"/>
                    </a:lnTo>
                    <a:cubicBezTo>
                      <a:pt x="2635" y="444"/>
                      <a:pt x="2589" y="537"/>
                      <a:pt x="2617" y="611"/>
                    </a:cubicBezTo>
                    <a:lnTo>
                      <a:pt x="2886" y="1483"/>
                    </a:lnTo>
                    <a:cubicBezTo>
                      <a:pt x="2904" y="1548"/>
                      <a:pt x="2876" y="1613"/>
                      <a:pt x="2821" y="1650"/>
                    </a:cubicBezTo>
                    <a:cubicBezTo>
                      <a:pt x="2533" y="1836"/>
                      <a:pt x="2283" y="2049"/>
                      <a:pt x="2060" y="2291"/>
                    </a:cubicBezTo>
                    <a:cubicBezTo>
                      <a:pt x="2030" y="2326"/>
                      <a:pt x="1989" y="2343"/>
                      <a:pt x="1946" y="2343"/>
                    </a:cubicBezTo>
                    <a:cubicBezTo>
                      <a:pt x="1922" y="2343"/>
                      <a:pt x="1898" y="2338"/>
                      <a:pt x="1874" y="2328"/>
                    </a:cubicBezTo>
                    <a:lnTo>
                      <a:pt x="1077" y="1910"/>
                    </a:lnTo>
                    <a:cubicBezTo>
                      <a:pt x="1052" y="1899"/>
                      <a:pt x="1026" y="1894"/>
                      <a:pt x="1001" y="1894"/>
                    </a:cubicBezTo>
                    <a:cubicBezTo>
                      <a:pt x="943" y="1894"/>
                      <a:pt x="889" y="1923"/>
                      <a:pt x="863" y="1975"/>
                    </a:cubicBezTo>
                    <a:lnTo>
                      <a:pt x="233" y="3190"/>
                    </a:lnTo>
                    <a:cubicBezTo>
                      <a:pt x="195" y="3265"/>
                      <a:pt x="223" y="3357"/>
                      <a:pt x="297" y="3404"/>
                    </a:cubicBezTo>
                    <a:lnTo>
                      <a:pt x="1105" y="3821"/>
                    </a:lnTo>
                    <a:cubicBezTo>
                      <a:pt x="1160" y="3849"/>
                      <a:pt x="1197" y="3923"/>
                      <a:pt x="1179" y="3988"/>
                    </a:cubicBezTo>
                    <a:cubicBezTo>
                      <a:pt x="1105" y="4304"/>
                      <a:pt x="1077" y="4638"/>
                      <a:pt x="1095" y="4971"/>
                    </a:cubicBezTo>
                    <a:cubicBezTo>
                      <a:pt x="1095" y="5046"/>
                      <a:pt x="1058" y="5111"/>
                      <a:pt x="984" y="5129"/>
                    </a:cubicBezTo>
                    <a:lnTo>
                      <a:pt x="121" y="5398"/>
                    </a:lnTo>
                    <a:cubicBezTo>
                      <a:pt x="47" y="5426"/>
                      <a:pt x="1" y="5519"/>
                      <a:pt x="19" y="5593"/>
                    </a:cubicBezTo>
                    <a:lnTo>
                      <a:pt x="437" y="6901"/>
                    </a:lnTo>
                    <a:cubicBezTo>
                      <a:pt x="459" y="6968"/>
                      <a:pt x="517" y="7011"/>
                      <a:pt x="582" y="7011"/>
                    </a:cubicBezTo>
                    <a:cubicBezTo>
                      <a:pt x="598" y="7011"/>
                      <a:pt x="615" y="7009"/>
                      <a:pt x="631" y="7003"/>
                    </a:cubicBezTo>
                    <a:lnTo>
                      <a:pt x="1494" y="6734"/>
                    </a:lnTo>
                    <a:cubicBezTo>
                      <a:pt x="1508" y="6730"/>
                      <a:pt x="1522" y="6728"/>
                      <a:pt x="1536" y="6728"/>
                    </a:cubicBezTo>
                    <a:cubicBezTo>
                      <a:pt x="1588" y="6728"/>
                      <a:pt x="1641" y="6755"/>
                      <a:pt x="1670" y="6799"/>
                    </a:cubicBezTo>
                    <a:cubicBezTo>
                      <a:pt x="1847" y="7087"/>
                      <a:pt x="2069" y="7337"/>
                      <a:pt x="2310" y="7560"/>
                    </a:cubicBezTo>
                    <a:cubicBezTo>
                      <a:pt x="2357" y="7606"/>
                      <a:pt x="2375" y="7680"/>
                      <a:pt x="2338" y="7745"/>
                    </a:cubicBezTo>
                    <a:lnTo>
                      <a:pt x="1921" y="8543"/>
                    </a:lnTo>
                    <a:cubicBezTo>
                      <a:pt x="1884" y="8617"/>
                      <a:pt x="1912" y="8710"/>
                      <a:pt x="1995" y="8756"/>
                    </a:cubicBezTo>
                    <a:lnTo>
                      <a:pt x="3210" y="9387"/>
                    </a:lnTo>
                    <a:cubicBezTo>
                      <a:pt x="3232" y="9398"/>
                      <a:pt x="3256" y="9404"/>
                      <a:pt x="3280" y="9404"/>
                    </a:cubicBezTo>
                    <a:cubicBezTo>
                      <a:pt x="3335" y="9404"/>
                      <a:pt x="3388" y="9374"/>
                      <a:pt x="3414" y="9322"/>
                    </a:cubicBezTo>
                    <a:lnTo>
                      <a:pt x="3832" y="8515"/>
                    </a:lnTo>
                    <a:cubicBezTo>
                      <a:pt x="3861" y="8463"/>
                      <a:pt x="3909" y="8435"/>
                      <a:pt x="3964" y="8435"/>
                    </a:cubicBezTo>
                    <a:cubicBezTo>
                      <a:pt x="3978" y="8435"/>
                      <a:pt x="3993" y="8437"/>
                      <a:pt x="4008" y="8441"/>
                    </a:cubicBezTo>
                    <a:cubicBezTo>
                      <a:pt x="4260" y="8500"/>
                      <a:pt x="4525" y="8530"/>
                      <a:pt x="4791" y="8530"/>
                    </a:cubicBezTo>
                    <a:cubicBezTo>
                      <a:pt x="4858" y="8530"/>
                      <a:pt x="4925" y="8528"/>
                      <a:pt x="4991" y="8524"/>
                    </a:cubicBezTo>
                    <a:cubicBezTo>
                      <a:pt x="5056" y="8524"/>
                      <a:pt x="5121" y="8562"/>
                      <a:pt x="5149" y="8626"/>
                    </a:cubicBezTo>
                    <a:lnTo>
                      <a:pt x="5418" y="9498"/>
                    </a:lnTo>
                    <a:cubicBezTo>
                      <a:pt x="5440" y="9558"/>
                      <a:pt x="5498" y="9599"/>
                      <a:pt x="5563" y="9599"/>
                    </a:cubicBezTo>
                    <a:cubicBezTo>
                      <a:pt x="5580" y="9599"/>
                      <a:pt x="5596" y="9597"/>
                      <a:pt x="5613" y="9591"/>
                    </a:cubicBezTo>
                    <a:lnTo>
                      <a:pt x="6921" y="9183"/>
                    </a:lnTo>
                    <a:cubicBezTo>
                      <a:pt x="7004" y="9155"/>
                      <a:pt x="7042" y="9072"/>
                      <a:pt x="7023" y="8988"/>
                    </a:cubicBezTo>
                    <a:lnTo>
                      <a:pt x="6745" y="8126"/>
                    </a:lnTo>
                    <a:cubicBezTo>
                      <a:pt x="6726" y="8061"/>
                      <a:pt x="6754" y="7986"/>
                      <a:pt x="6810" y="7949"/>
                    </a:cubicBezTo>
                    <a:cubicBezTo>
                      <a:pt x="7097" y="7764"/>
                      <a:pt x="7348" y="7550"/>
                      <a:pt x="7570" y="7309"/>
                    </a:cubicBezTo>
                    <a:cubicBezTo>
                      <a:pt x="7602" y="7278"/>
                      <a:pt x="7646" y="7259"/>
                      <a:pt x="7692" y="7259"/>
                    </a:cubicBezTo>
                    <a:cubicBezTo>
                      <a:pt x="7713" y="7259"/>
                      <a:pt x="7735" y="7263"/>
                      <a:pt x="7756" y="7272"/>
                    </a:cubicBezTo>
                    <a:lnTo>
                      <a:pt x="8563" y="7690"/>
                    </a:lnTo>
                    <a:cubicBezTo>
                      <a:pt x="8585" y="7704"/>
                      <a:pt x="8610" y="7710"/>
                      <a:pt x="8634" y="7710"/>
                    </a:cubicBezTo>
                    <a:cubicBezTo>
                      <a:pt x="8688" y="7710"/>
                      <a:pt x="8741" y="7676"/>
                      <a:pt x="8767" y="7625"/>
                    </a:cubicBezTo>
                    <a:lnTo>
                      <a:pt x="9398" y="6409"/>
                    </a:lnTo>
                    <a:cubicBezTo>
                      <a:pt x="9444" y="6335"/>
                      <a:pt x="9407" y="6242"/>
                      <a:pt x="9333" y="6205"/>
                    </a:cubicBezTo>
                    <a:lnTo>
                      <a:pt x="8535" y="5788"/>
                    </a:lnTo>
                    <a:cubicBezTo>
                      <a:pt x="8470" y="5751"/>
                      <a:pt x="8442" y="5686"/>
                      <a:pt x="8452" y="5612"/>
                    </a:cubicBezTo>
                    <a:cubicBezTo>
                      <a:pt x="8526" y="5296"/>
                      <a:pt x="8554" y="4962"/>
                      <a:pt x="8535" y="4628"/>
                    </a:cubicBezTo>
                    <a:cubicBezTo>
                      <a:pt x="8535" y="4554"/>
                      <a:pt x="8582" y="4498"/>
                      <a:pt x="8646" y="4471"/>
                    </a:cubicBezTo>
                    <a:lnTo>
                      <a:pt x="9509" y="4202"/>
                    </a:lnTo>
                    <a:cubicBezTo>
                      <a:pt x="9593" y="4174"/>
                      <a:pt x="9639" y="4090"/>
                      <a:pt x="9611" y="4007"/>
                    </a:cubicBezTo>
                    <a:lnTo>
                      <a:pt x="9194" y="2699"/>
                    </a:lnTo>
                    <a:cubicBezTo>
                      <a:pt x="9179" y="2632"/>
                      <a:pt x="9116" y="2589"/>
                      <a:pt x="9049" y="2589"/>
                    </a:cubicBezTo>
                    <a:cubicBezTo>
                      <a:pt x="9032" y="2589"/>
                      <a:pt x="9015" y="2591"/>
                      <a:pt x="8999" y="2597"/>
                    </a:cubicBezTo>
                    <a:lnTo>
                      <a:pt x="8136" y="2875"/>
                    </a:lnTo>
                    <a:cubicBezTo>
                      <a:pt x="8123" y="2879"/>
                      <a:pt x="8109" y="2881"/>
                      <a:pt x="8096" y="2881"/>
                    </a:cubicBezTo>
                    <a:cubicBezTo>
                      <a:pt x="8043" y="2881"/>
                      <a:pt x="7990" y="2852"/>
                      <a:pt x="7960" y="2801"/>
                    </a:cubicBezTo>
                    <a:cubicBezTo>
                      <a:pt x="7784" y="2522"/>
                      <a:pt x="7570" y="2263"/>
                      <a:pt x="7329" y="2049"/>
                    </a:cubicBezTo>
                    <a:cubicBezTo>
                      <a:pt x="7274" y="2003"/>
                      <a:pt x="7255" y="1929"/>
                      <a:pt x="7292" y="1864"/>
                    </a:cubicBezTo>
                    <a:lnTo>
                      <a:pt x="7710" y="1057"/>
                    </a:lnTo>
                    <a:cubicBezTo>
                      <a:pt x="7747" y="983"/>
                      <a:pt x="7719" y="890"/>
                      <a:pt x="7645" y="853"/>
                    </a:cubicBezTo>
                    <a:lnTo>
                      <a:pt x="6420" y="222"/>
                    </a:lnTo>
                    <a:cubicBezTo>
                      <a:pt x="6398" y="208"/>
                      <a:pt x="6373" y="201"/>
                      <a:pt x="6349" y="201"/>
                    </a:cubicBezTo>
                    <a:cubicBezTo>
                      <a:pt x="6295" y="201"/>
                      <a:pt x="6242" y="235"/>
                      <a:pt x="6216" y="287"/>
                    </a:cubicBezTo>
                    <a:lnTo>
                      <a:pt x="5799" y="1085"/>
                    </a:lnTo>
                    <a:cubicBezTo>
                      <a:pt x="5774" y="1141"/>
                      <a:pt x="5714" y="1170"/>
                      <a:pt x="5656" y="1170"/>
                    </a:cubicBezTo>
                    <a:cubicBezTo>
                      <a:pt x="5648" y="1170"/>
                      <a:pt x="5640" y="1169"/>
                      <a:pt x="5632" y="1168"/>
                    </a:cubicBezTo>
                    <a:cubicBezTo>
                      <a:pt x="5347" y="1103"/>
                      <a:pt x="5062" y="1074"/>
                      <a:pt x="4765" y="1074"/>
                    </a:cubicBezTo>
                    <a:cubicBezTo>
                      <a:pt x="4723" y="1074"/>
                      <a:pt x="4681" y="1074"/>
                      <a:pt x="4639" y="1075"/>
                    </a:cubicBezTo>
                    <a:cubicBezTo>
                      <a:pt x="4633" y="1076"/>
                      <a:pt x="4628" y="1076"/>
                      <a:pt x="4622" y="1076"/>
                    </a:cubicBezTo>
                    <a:cubicBezTo>
                      <a:pt x="4563" y="1076"/>
                      <a:pt x="4507" y="1033"/>
                      <a:pt x="4491" y="973"/>
                    </a:cubicBezTo>
                    <a:lnTo>
                      <a:pt x="4212" y="111"/>
                    </a:lnTo>
                    <a:cubicBezTo>
                      <a:pt x="4197" y="44"/>
                      <a:pt x="4135" y="0"/>
                      <a:pt x="40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7358250" y="1831425"/>
                <a:ext cx="243775" cy="242850"/>
              </a:xfrm>
              <a:custGeom>
                <a:avLst/>
                <a:gdLst/>
                <a:ahLst/>
                <a:cxnLst/>
                <a:rect l="l" t="t" r="r" b="b"/>
                <a:pathLst>
                  <a:path w="9751" h="9714" extrusionOk="0">
                    <a:moveTo>
                      <a:pt x="4899" y="2691"/>
                    </a:moveTo>
                    <a:cubicBezTo>
                      <a:pt x="5316" y="2691"/>
                      <a:pt x="5724" y="2811"/>
                      <a:pt x="6077" y="3053"/>
                    </a:cubicBezTo>
                    <a:cubicBezTo>
                      <a:pt x="6671" y="3433"/>
                      <a:pt x="7023" y="4073"/>
                      <a:pt x="7042" y="4778"/>
                    </a:cubicBezTo>
                    <a:cubicBezTo>
                      <a:pt x="7079" y="5594"/>
                      <a:pt x="6439" y="6568"/>
                      <a:pt x="5669" y="6856"/>
                    </a:cubicBezTo>
                    <a:cubicBezTo>
                      <a:pt x="5413" y="6953"/>
                      <a:pt x="5148" y="7001"/>
                      <a:pt x="4885" y="7001"/>
                    </a:cubicBezTo>
                    <a:cubicBezTo>
                      <a:pt x="4470" y="7001"/>
                      <a:pt x="4060" y="6881"/>
                      <a:pt x="3702" y="6643"/>
                    </a:cubicBezTo>
                    <a:cubicBezTo>
                      <a:pt x="3118" y="6253"/>
                      <a:pt x="2765" y="5622"/>
                      <a:pt x="2737" y="4908"/>
                    </a:cubicBezTo>
                    <a:cubicBezTo>
                      <a:pt x="2709" y="4092"/>
                      <a:pt x="3350" y="3127"/>
                      <a:pt x="4110" y="2839"/>
                    </a:cubicBezTo>
                    <a:cubicBezTo>
                      <a:pt x="4370" y="2737"/>
                      <a:pt x="4630" y="2691"/>
                      <a:pt x="4899" y="2691"/>
                    </a:cubicBezTo>
                    <a:close/>
                    <a:moveTo>
                      <a:pt x="4899" y="2572"/>
                    </a:moveTo>
                    <a:cubicBezTo>
                      <a:pt x="4622" y="2572"/>
                      <a:pt x="4343" y="2624"/>
                      <a:pt x="4073" y="2728"/>
                    </a:cubicBezTo>
                    <a:cubicBezTo>
                      <a:pt x="3247" y="3034"/>
                      <a:pt x="2589" y="4036"/>
                      <a:pt x="2617" y="4917"/>
                    </a:cubicBezTo>
                    <a:cubicBezTo>
                      <a:pt x="2645" y="5669"/>
                      <a:pt x="3016" y="6327"/>
                      <a:pt x="3637" y="6745"/>
                    </a:cubicBezTo>
                    <a:cubicBezTo>
                      <a:pt x="4017" y="6995"/>
                      <a:pt x="4444" y="7116"/>
                      <a:pt x="4889" y="7116"/>
                    </a:cubicBezTo>
                    <a:cubicBezTo>
                      <a:pt x="5158" y="7116"/>
                      <a:pt x="5437" y="7069"/>
                      <a:pt x="5715" y="6967"/>
                    </a:cubicBezTo>
                    <a:cubicBezTo>
                      <a:pt x="6531" y="6652"/>
                      <a:pt x="7199" y="5650"/>
                      <a:pt x="7162" y="4778"/>
                    </a:cubicBezTo>
                    <a:cubicBezTo>
                      <a:pt x="7134" y="4027"/>
                      <a:pt x="6763" y="3359"/>
                      <a:pt x="6142" y="2951"/>
                    </a:cubicBezTo>
                    <a:cubicBezTo>
                      <a:pt x="5767" y="2701"/>
                      <a:pt x="5336" y="2572"/>
                      <a:pt x="4899" y="2572"/>
                    </a:cubicBezTo>
                    <a:close/>
                    <a:moveTo>
                      <a:pt x="4144" y="114"/>
                    </a:moveTo>
                    <a:cubicBezTo>
                      <a:pt x="4157" y="114"/>
                      <a:pt x="4171" y="117"/>
                      <a:pt x="4184" y="121"/>
                    </a:cubicBezTo>
                    <a:cubicBezTo>
                      <a:pt x="4203" y="140"/>
                      <a:pt x="4222" y="158"/>
                      <a:pt x="4231" y="186"/>
                    </a:cubicBezTo>
                    <a:lnTo>
                      <a:pt x="4500" y="1049"/>
                    </a:lnTo>
                    <a:cubicBezTo>
                      <a:pt x="4526" y="1127"/>
                      <a:pt x="4609" y="1189"/>
                      <a:pt x="4695" y="1189"/>
                    </a:cubicBezTo>
                    <a:cubicBezTo>
                      <a:pt x="4701" y="1189"/>
                      <a:pt x="4707" y="1189"/>
                      <a:pt x="4713" y="1188"/>
                    </a:cubicBezTo>
                    <a:cubicBezTo>
                      <a:pt x="4753" y="1187"/>
                      <a:pt x="4793" y="1186"/>
                      <a:pt x="4833" y="1186"/>
                    </a:cubicBezTo>
                    <a:cubicBezTo>
                      <a:pt x="5118" y="1186"/>
                      <a:pt x="5403" y="1216"/>
                      <a:pt x="5687" y="1281"/>
                    </a:cubicBezTo>
                    <a:cubicBezTo>
                      <a:pt x="5701" y="1283"/>
                      <a:pt x="5715" y="1285"/>
                      <a:pt x="5728" y="1285"/>
                    </a:cubicBezTo>
                    <a:cubicBezTo>
                      <a:pt x="5806" y="1285"/>
                      <a:pt x="5880" y="1241"/>
                      <a:pt x="5919" y="1169"/>
                    </a:cubicBezTo>
                    <a:lnTo>
                      <a:pt x="6337" y="362"/>
                    </a:lnTo>
                    <a:cubicBezTo>
                      <a:pt x="6346" y="344"/>
                      <a:pt x="6364" y="325"/>
                      <a:pt x="6392" y="316"/>
                    </a:cubicBezTo>
                    <a:cubicBezTo>
                      <a:pt x="6400" y="313"/>
                      <a:pt x="6408" y="312"/>
                      <a:pt x="6415" y="312"/>
                    </a:cubicBezTo>
                    <a:cubicBezTo>
                      <a:pt x="6432" y="312"/>
                      <a:pt x="6447" y="319"/>
                      <a:pt x="6467" y="325"/>
                    </a:cubicBezTo>
                    <a:lnTo>
                      <a:pt x="7682" y="956"/>
                    </a:lnTo>
                    <a:cubicBezTo>
                      <a:pt x="7710" y="965"/>
                      <a:pt x="7719" y="984"/>
                      <a:pt x="7728" y="1012"/>
                    </a:cubicBezTo>
                    <a:cubicBezTo>
                      <a:pt x="7737" y="1040"/>
                      <a:pt x="7737" y="1058"/>
                      <a:pt x="7719" y="1086"/>
                    </a:cubicBezTo>
                    <a:lnTo>
                      <a:pt x="7301" y="1893"/>
                    </a:lnTo>
                    <a:cubicBezTo>
                      <a:pt x="7264" y="1976"/>
                      <a:pt x="7283" y="2079"/>
                      <a:pt x="7357" y="2143"/>
                    </a:cubicBezTo>
                    <a:cubicBezTo>
                      <a:pt x="7598" y="2366"/>
                      <a:pt x="7802" y="2617"/>
                      <a:pt x="7979" y="2886"/>
                    </a:cubicBezTo>
                    <a:cubicBezTo>
                      <a:pt x="8022" y="2951"/>
                      <a:pt x="8093" y="2987"/>
                      <a:pt x="8162" y="2987"/>
                    </a:cubicBezTo>
                    <a:cubicBezTo>
                      <a:pt x="8182" y="2987"/>
                      <a:pt x="8201" y="2985"/>
                      <a:pt x="8220" y="2978"/>
                    </a:cubicBezTo>
                    <a:lnTo>
                      <a:pt x="9083" y="2709"/>
                    </a:lnTo>
                    <a:cubicBezTo>
                      <a:pt x="9094" y="2705"/>
                      <a:pt x="9106" y="2703"/>
                      <a:pt x="9116" y="2703"/>
                    </a:cubicBezTo>
                    <a:cubicBezTo>
                      <a:pt x="9132" y="2703"/>
                      <a:pt x="9146" y="2708"/>
                      <a:pt x="9157" y="2719"/>
                    </a:cubicBezTo>
                    <a:cubicBezTo>
                      <a:pt x="9185" y="2728"/>
                      <a:pt x="9203" y="2746"/>
                      <a:pt x="9203" y="2774"/>
                    </a:cubicBezTo>
                    <a:lnTo>
                      <a:pt x="9621" y="4082"/>
                    </a:lnTo>
                    <a:cubicBezTo>
                      <a:pt x="9630" y="4101"/>
                      <a:pt x="9630" y="4129"/>
                      <a:pt x="9611" y="4156"/>
                    </a:cubicBezTo>
                    <a:cubicBezTo>
                      <a:pt x="9602" y="4175"/>
                      <a:pt x="9583" y="4194"/>
                      <a:pt x="9556" y="4203"/>
                    </a:cubicBezTo>
                    <a:lnTo>
                      <a:pt x="8693" y="4472"/>
                    </a:lnTo>
                    <a:cubicBezTo>
                      <a:pt x="8600" y="4500"/>
                      <a:pt x="8544" y="4592"/>
                      <a:pt x="8544" y="4685"/>
                    </a:cubicBezTo>
                    <a:cubicBezTo>
                      <a:pt x="8563" y="5010"/>
                      <a:pt x="8535" y="5335"/>
                      <a:pt x="8461" y="5659"/>
                    </a:cubicBezTo>
                    <a:cubicBezTo>
                      <a:pt x="8442" y="5752"/>
                      <a:pt x="8489" y="5845"/>
                      <a:pt x="8572" y="5891"/>
                    </a:cubicBezTo>
                    <a:lnTo>
                      <a:pt x="9379" y="6309"/>
                    </a:lnTo>
                    <a:cubicBezTo>
                      <a:pt x="9426" y="6337"/>
                      <a:pt x="9444" y="6392"/>
                      <a:pt x="9416" y="6439"/>
                    </a:cubicBezTo>
                    <a:lnTo>
                      <a:pt x="8786" y="7654"/>
                    </a:lnTo>
                    <a:cubicBezTo>
                      <a:pt x="8767" y="7682"/>
                      <a:pt x="8749" y="7700"/>
                      <a:pt x="8730" y="7709"/>
                    </a:cubicBezTo>
                    <a:cubicBezTo>
                      <a:pt x="8702" y="7709"/>
                      <a:pt x="8674" y="7709"/>
                      <a:pt x="8656" y="7700"/>
                    </a:cubicBezTo>
                    <a:lnTo>
                      <a:pt x="7849" y="7283"/>
                    </a:lnTo>
                    <a:cubicBezTo>
                      <a:pt x="7818" y="7266"/>
                      <a:pt x="7785" y="7257"/>
                      <a:pt x="7752" y="7257"/>
                    </a:cubicBezTo>
                    <a:cubicBezTo>
                      <a:pt x="7695" y="7257"/>
                      <a:pt x="7639" y="7282"/>
                      <a:pt x="7598" y="7329"/>
                    </a:cubicBezTo>
                    <a:cubicBezTo>
                      <a:pt x="7376" y="7570"/>
                      <a:pt x="7125" y="7784"/>
                      <a:pt x="6847" y="7951"/>
                    </a:cubicBezTo>
                    <a:cubicBezTo>
                      <a:pt x="6763" y="8006"/>
                      <a:pt x="6726" y="8108"/>
                      <a:pt x="6754" y="8201"/>
                    </a:cubicBezTo>
                    <a:lnTo>
                      <a:pt x="7032" y="9064"/>
                    </a:lnTo>
                    <a:cubicBezTo>
                      <a:pt x="7051" y="9110"/>
                      <a:pt x="7023" y="9166"/>
                      <a:pt x="6967" y="9184"/>
                    </a:cubicBezTo>
                    <a:lnTo>
                      <a:pt x="5659" y="9593"/>
                    </a:lnTo>
                    <a:cubicBezTo>
                      <a:pt x="5650" y="9596"/>
                      <a:pt x="5640" y="9598"/>
                      <a:pt x="5630" y="9598"/>
                    </a:cubicBezTo>
                    <a:cubicBezTo>
                      <a:pt x="5591" y="9598"/>
                      <a:pt x="5554" y="9572"/>
                      <a:pt x="5539" y="9528"/>
                    </a:cubicBezTo>
                    <a:lnTo>
                      <a:pt x="5270" y="8665"/>
                    </a:lnTo>
                    <a:cubicBezTo>
                      <a:pt x="5242" y="8581"/>
                      <a:pt x="5158" y="8526"/>
                      <a:pt x="5066" y="8526"/>
                    </a:cubicBezTo>
                    <a:cubicBezTo>
                      <a:pt x="5066" y="8526"/>
                      <a:pt x="5056" y="8526"/>
                      <a:pt x="5056" y="8517"/>
                    </a:cubicBezTo>
                    <a:cubicBezTo>
                      <a:pt x="4992" y="8520"/>
                      <a:pt x="4926" y="8522"/>
                      <a:pt x="4861" y="8522"/>
                    </a:cubicBezTo>
                    <a:cubicBezTo>
                      <a:pt x="4599" y="8522"/>
                      <a:pt x="4335" y="8492"/>
                      <a:pt x="4082" y="8433"/>
                    </a:cubicBezTo>
                    <a:cubicBezTo>
                      <a:pt x="4069" y="8430"/>
                      <a:pt x="4055" y="8429"/>
                      <a:pt x="4041" y="8429"/>
                    </a:cubicBezTo>
                    <a:cubicBezTo>
                      <a:pt x="3963" y="8429"/>
                      <a:pt x="3890" y="8473"/>
                      <a:pt x="3850" y="8544"/>
                    </a:cubicBezTo>
                    <a:lnTo>
                      <a:pt x="3433" y="9351"/>
                    </a:lnTo>
                    <a:cubicBezTo>
                      <a:pt x="3424" y="9370"/>
                      <a:pt x="3396" y="9389"/>
                      <a:pt x="3377" y="9398"/>
                    </a:cubicBezTo>
                    <a:cubicBezTo>
                      <a:pt x="3350" y="9398"/>
                      <a:pt x="3322" y="9398"/>
                      <a:pt x="3303" y="9389"/>
                    </a:cubicBezTo>
                    <a:lnTo>
                      <a:pt x="2088" y="8758"/>
                    </a:lnTo>
                    <a:cubicBezTo>
                      <a:pt x="2042" y="8730"/>
                      <a:pt x="2023" y="8674"/>
                      <a:pt x="2042" y="8628"/>
                    </a:cubicBezTo>
                    <a:lnTo>
                      <a:pt x="2459" y="7821"/>
                    </a:lnTo>
                    <a:cubicBezTo>
                      <a:pt x="2505" y="7737"/>
                      <a:pt x="2487" y="7635"/>
                      <a:pt x="2413" y="7570"/>
                    </a:cubicBezTo>
                    <a:cubicBezTo>
                      <a:pt x="2171" y="7348"/>
                      <a:pt x="1967" y="7097"/>
                      <a:pt x="1791" y="6819"/>
                    </a:cubicBezTo>
                    <a:cubicBezTo>
                      <a:pt x="1748" y="6754"/>
                      <a:pt x="1676" y="6717"/>
                      <a:pt x="1607" y="6717"/>
                    </a:cubicBezTo>
                    <a:cubicBezTo>
                      <a:pt x="1588" y="6717"/>
                      <a:pt x="1568" y="6720"/>
                      <a:pt x="1550" y="6726"/>
                    </a:cubicBezTo>
                    <a:lnTo>
                      <a:pt x="678" y="7004"/>
                    </a:lnTo>
                    <a:cubicBezTo>
                      <a:pt x="668" y="7008"/>
                      <a:pt x="658" y="7010"/>
                      <a:pt x="648" y="7010"/>
                    </a:cubicBezTo>
                    <a:cubicBezTo>
                      <a:pt x="610" y="7010"/>
                      <a:pt x="572" y="6984"/>
                      <a:pt x="557" y="6939"/>
                    </a:cubicBezTo>
                    <a:lnTo>
                      <a:pt x="149" y="5631"/>
                    </a:lnTo>
                    <a:cubicBezTo>
                      <a:pt x="131" y="5585"/>
                      <a:pt x="158" y="5529"/>
                      <a:pt x="214" y="5511"/>
                    </a:cubicBezTo>
                    <a:lnTo>
                      <a:pt x="1077" y="5242"/>
                    </a:lnTo>
                    <a:cubicBezTo>
                      <a:pt x="1160" y="5214"/>
                      <a:pt x="1225" y="5121"/>
                      <a:pt x="1216" y="5028"/>
                    </a:cubicBezTo>
                    <a:cubicBezTo>
                      <a:pt x="1207" y="4704"/>
                      <a:pt x="1234" y="4370"/>
                      <a:pt x="1309" y="4054"/>
                    </a:cubicBezTo>
                    <a:cubicBezTo>
                      <a:pt x="1327" y="3962"/>
                      <a:pt x="1281" y="3860"/>
                      <a:pt x="1197" y="3823"/>
                    </a:cubicBezTo>
                    <a:lnTo>
                      <a:pt x="390" y="3405"/>
                    </a:lnTo>
                    <a:cubicBezTo>
                      <a:pt x="372" y="3387"/>
                      <a:pt x="353" y="3368"/>
                      <a:pt x="344" y="3349"/>
                    </a:cubicBezTo>
                    <a:cubicBezTo>
                      <a:pt x="335" y="3322"/>
                      <a:pt x="344" y="3294"/>
                      <a:pt x="353" y="3275"/>
                    </a:cubicBezTo>
                    <a:lnTo>
                      <a:pt x="984" y="2060"/>
                    </a:lnTo>
                    <a:cubicBezTo>
                      <a:pt x="1005" y="2026"/>
                      <a:pt x="1041" y="2006"/>
                      <a:pt x="1077" y="2006"/>
                    </a:cubicBezTo>
                    <a:cubicBezTo>
                      <a:pt x="1089" y="2006"/>
                      <a:pt x="1102" y="2009"/>
                      <a:pt x="1114" y="2014"/>
                    </a:cubicBezTo>
                    <a:lnTo>
                      <a:pt x="1921" y="2431"/>
                    </a:lnTo>
                    <a:cubicBezTo>
                      <a:pt x="1952" y="2448"/>
                      <a:pt x="1985" y="2456"/>
                      <a:pt x="2018" y="2456"/>
                    </a:cubicBezTo>
                    <a:cubicBezTo>
                      <a:pt x="2074" y="2456"/>
                      <a:pt x="2130" y="2432"/>
                      <a:pt x="2171" y="2385"/>
                    </a:cubicBezTo>
                    <a:cubicBezTo>
                      <a:pt x="2394" y="2143"/>
                      <a:pt x="2645" y="1930"/>
                      <a:pt x="2923" y="1763"/>
                    </a:cubicBezTo>
                    <a:cubicBezTo>
                      <a:pt x="2997" y="1707"/>
                      <a:pt x="3034" y="1605"/>
                      <a:pt x="3006" y="1513"/>
                    </a:cubicBezTo>
                    <a:lnTo>
                      <a:pt x="2737" y="650"/>
                    </a:lnTo>
                    <a:cubicBezTo>
                      <a:pt x="2728" y="631"/>
                      <a:pt x="2728" y="604"/>
                      <a:pt x="2747" y="585"/>
                    </a:cubicBezTo>
                    <a:cubicBezTo>
                      <a:pt x="2756" y="557"/>
                      <a:pt x="2774" y="539"/>
                      <a:pt x="2802" y="529"/>
                    </a:cubicBezTo>
                    <a:lnTo>
                      <a:pt x="4110" y="121"/>
                    </a:lnTo>
                    <a:cubicBezTo>
                      <a:pt x="4120" y="117"/>
                      <a:pt x="4131" y="114"/>
                      <a:pt x="4144" y="114"/>
                    </a:cubicBezTo>
                    <a:close/>
                    <a:moveTo>
                      <a:pt x="4132" y="0"/>
                    </a:moveTo>
                    <a:cubicBezTo>
                      <a:pt x="4113" y="0"/>
                      <a:pt x="4093" y="3"/>
                      <a:pt x="4073" y="10"/>
                    </a:cubicBezTo>
                    <a:lnTo>
                      <a:pt x="2765" y="427"/>
                    </a:lnTo>
                    <a:cubicBezTo>
                      <a:pt x="2709" y="446"/>
                      <a:pt x="2663" y="483"/>
                      <a:pt x="2645" y="529"/>
                    </a:cubicBezTo>
                    <a:cubicBezTo>
                      <a:pt x="2617" y="585"/>
                      <a:pt x="2607" y="641"/>
                      <a:pt x="2626" y="696"/>
                    </a:cubicBezTo>
                    <a:lnTo>
                      <a:pt x="2895" y="1559"/>
                    </a:lnTo>
                    <a:cubicBezTo>
                      <a:pt x="2914" y="1596"/>
                      <a:pt x="2895" y="1643"/>
                      <a:pt x="2858" y="1661"/>
                    </a:cubicBezTo>
                    <a:cubicBezTo>
                      <a:pt x="2570" y="1847"/>
                      <a:pt x="2311" y="2060"/>
                      <a:pt x="2088" y="2310"/>
                    </a:cubicBezTo>
                    <a:cubicBezTo>
                      <a:pt x="2069" y="2335"/>
                      <a:pt x="2043" y="2348"/>
                      <a:pt x="2016" y="2348"/>
                    </a:cubicBezTo>
                    <a:cubicBezTo>
                      <a:pt x="2002" y="2348"/>
                      <a:pt x="1989" y="2344"/>
                      <a:pt x="1977" y="2338"/>
                    </a:cubicBezTo>
                    <a:lnTo>
                      <a:pt x="1170" y="1921"/>
                    </a:lnTo>
                    <a:cubicBezTo>
                      <a:pt x="1137" y="1903"/>
                      <a:pt x="1102" y="1895"/>
                      <a:pt x="1068" y="1895"/>
                    </a:cubicBezTo>
                    <a:cubicBezTo>
                      <a:pt x="993" y="1895"/>
                      <a:pt x="920" y="1934"/>
                      <a:pt x="882" y="2004"/>
                    </a:cubicBezTo>
                    <a:lnTo>
                      <a:pt x="251" y="3229"/>
                    </a:lnTo>
                    <a:cubicBezTo>
                      <a:pt x="223" y="3275"/>
                      <a:pt x="223" y="3331"/>
                      <a:pt x="233" y="3387"/>
                    </a:cubicBezTo>
                    <a:cubicBezTo>
                      <a:pt x="251" y="3442"/>
                      <a:pt x="288" y="3479"/>
                      <a:pt x="344" y="3507"/>
                    </a:cubicBezTo>
                    <a:lnTo>
                      <a:pt x="1142" y="3925"/>
                    </a:lnTo>
                    <a:cubicBezTo>
                      <a:pt x="1179" y="3943"/>
                      <a:pt x="1197" y="3990"/>
                      <a:pt x="1188" y="4036"/>
                    </a:cubicBezTo>
                    <a:cubicBezTo>
                      <a:pt x="1114" y="4361"/>
                      <a:pt x="1086" y="4695"/>
                      <a:pt x="1105" y="5038"/>
                    </a:cubicBezTo>
                    <a:cubicBezTo>
                      <a:pt x="1105" y="5084"/>
                      <a:pt x="1086" y="5121"/>
                      <a:pt x="1040" y="5131"/>
                    </a:cubicBezTo>
                    <a:lnTo>
                      <a:pt x="177" y="5409"/>
                    </a:lnTo>
                    <a:cubicBezTo>
                      <a:pt x="66" y="5437"/>
                      <a:pt x="1" y="5557"/>
                      <a:pt x="38" y="5669"/>
                    </a:cubicBezTo>
                    <a:lnTo>
                      <a:pt x="455" y="6977"/>
                    </a:lnTo>
                    <a:cubicBezTo>
                      <a:pt x="478" y="7067"/>
                      <a:pt x="561" y="7126"/>
                      <a:pt x="651" y="7126"/>
                    </a:cubicBezTo>
                    <a:cubicBezTo>
                      <a:pt x="672" y="7126"/>
                      <a:pt x="694" y="7123"/>
                      <a:pt x="715" y="7116"/>
                    </a:cubicBezTo>
                    <a:lnTo>
                      <a:pt x="1578" y="6847"/>
                    </a:lnTo>
                    <a:cubicBezTo>
                      <a:pt x="1590" y="6842"/>
                      <a:pt x="1603" y="6839"/>
                      <a:pt x="1614" y="6839"/>
                    </a:cubicBezTo>
                    <a:cubicBezTo>
                      <a:pt x="1647" y="6839"/>
                      <a:pt x="1675" y="6857"/>
                      <a:pt x="1689" y="6884"/>
                    </a:cubicBezTo>
                    <a:cubicBezTo>
                      <a:pt x="1875" y="7171"/>
                      <a:pt x="2088" y="7431"/>
                      <a:pt x="2338" y="7654"/>
                    </a:cubicBezTo>
                    <a:cubicBezTo>
                      <a:pt x="2375" y="7691"/>
                      <a:pt x="2375" y="7728"/>
                      <a:pt x="2357" y="7774"/>
                    </a:cubicBezTo>
                    <a:lnTo>
                      <a:pt x="1939" y="8572"/>
                    </a:lnTo>
                    <a:cubicBezTo>
                      <a:pt x="1893" y="8674"/>
                      <a:pt x="1930" y="8804"/>
                      <a:pt x="2032" y="8860"/>
                    </a:cubicBezTo>
                    <a:lnTo>
                      <a:pt x="3247" y="9491"/>
                    </a:lnTo>
                    <a:cubicBezTo>
                      <a:pt x="3283" y="9509"/>
                      <a:pt x="3319" y="9519"/>
                      <a:pt x="3355" y="9519"/>
                    </a:cubicBezTo>
                    <a:cubicBezTo>
                      <a:pt x="3375" y="9519"/>
                      <a:pt x="3395" y="9516"/>
                      <a:pt x="3414" y="9509"/>
                    </a:cubicBezTo>
                    <a:cubicBezTo>
                      <a:pt x="3461" y="9491"/>
                      <a:pt x="3507" y="9453"/>
                      <a:pt x="3535" y="9407"/>
                    </a:cubicBezTo>
                    <a:lnTo>
                      <a:pt x="3953" y="8600"/>
                    </a:lnTo>
                    <a:cubicBezTo>
                      <a:pt x="3968" y="8569"/>
                      <a:pt x="4002" y="8551"/>
                      <a:pt x="4040" y="8551"/>
                    </a:cubicBezTo>
                    <a:cubicBezTo>
                      <a:pt x="4048" y="8551"/>
                      <a:pt x="4056" y="8552"/>
                      <a:pt x="4064" y="8554"/>
                    </a:cubicBezTo>
                    <a:cubicBezTo>
                      <a:pt x="4324" y="8613"/>
                      <a:pt x="4589" y="8643"/>
                      <a:pt x="4861" y="8643"/>
                    </a:cubicBezTo>
                    <a:cubicBezTo>
                      <a:pt x="4929" y="8643"/>
                      <a:pt x="4997" y="8641"/>
                      <a:pt x="5066" y="8637"/>
                    </a:cubicBezTo>
                    <a:cubicBezTo>
                      <a:pt x="5112" y="8637"/>
                      <a:pt x="5149" y="8665"/>
                      <a:pt x="5158" y="8702"/>
                    </a:cubicBezTo>
                    <a:lnTo>
                      <a:pt x="5428" y="9565"/>
                    </a:lnTo>
                    <a:cubicBezTo>
                      <a:pt x="5455" y="9658"/>
                      <a:pt x="5539" y="9713"/>
                      <a:pt x="5632" y="9713"/>
                    </a:cubicBezTo>
                    <a:cubicBezTo>
                      <a:pt x="5650" y="9713"/>
                      <a:pt x="5678" y="9713"/>
                      <a:pt x="5697" y="9704"/>
                    </a:cubicBezTo>
                    <a:lnTo>
                      <a:pt x="7005" y="9296"/>
                    </a:lnTo>
                    <a:cubicBezTo>
                      <a:pt x="7116" y="9259"/>
                      <a:pt x="7172" y="9138"/>
                      <a:pt x="7144" y="9027"/>
                    </a:cubicBezTo>
                    <a:lnTo>
                      <a:pt x="6865" y="8164"/>
                    </a:lnTo>
                    <a:cubicBezTo>
                      <a:pt x="6856" y="8127"/>
                      <a:pt x="6875" y="8081"/>
                      <a:pt x="6912" y="8053"/>
                    </a:cubicBezTo>
                    <a:cubicBezTo>
                      <a:pt x="7190" y="7876"/>
                      <a:pt x="7450" y="7654"/>
                      <a:pt x="7682" y="7413"/>
                    </a:cubicBezTo>
                    <a:cubicBezTo>
                      <a:pt x="7700" y="7388"/>
                      <a:pt x="7727" y="7375"/>
                      <a:pt x="7754" y="7375"/>
                    </a:cubicBezTo>
                    <a:cubicBezTo>
                      <a:pt x="7767" y="7375"/>
                      <a:pt x="7781" y="7379"/>
                      <a:pt x="7793" y="7385"/>
                    </a:cubicBezTo>
                    <a:lnTo>
                      <a:pt x="8600" y="7802"/>
                    </a:lnTo>
                    <a:cubicBezTo>
                      <a:pt x="8630" y="7820"/>
                      <a:pt x="8664" y="7830"/>
                      <a:pt x="8699" y="7830"/>
                    </a:cubicBezTo>
                    <a:cubicBezTo>
                      <a:pt x="8718" y="7830"/>
                      <a:pt x="8738" y="7827"/>
                      <a:pt x="8758" y="7821"/>
                    </a:cubicBezTo>
                    <a:cubicBezTo>
                      <a:pt x="8814" y="7802"/>
                      <a:pt x="8860" y="7765"/>
                      <a:pt x="8888" y="7709"/>
                    </a:cubicBezTo>
                    <a:lnTo>
                      <a:pt x="9519" y="6494"/>
                    </a:lnTo>
                    <a:cubicBezTo>
                      <a:pt x="9574" y="6392"/>
                      <a:pt x="9528" y="6262"/>
                      <a:pt x="9426" y="6207"/>
                    </a:cubicBezTo>
                    <a:lnTo>
                      <a:pt x="8619" y="5789"/>
                    </a:lnTo>
                    <a:cubicBezTo>
                      <a:pt x="8582" y="5771"/>
                      <a:pt x="8563" y="5734"/>
                      <a:pt x="8572" y="5687"/>
                    </a:cubicBezTo>
                    <a:cubicBezTo>
                      <a:pt x="8647" y="5353"/>
                      <a:pt x="8674" y="5019"/>
                      <a:pt x="8665" y="4685"/>
                    </a:cubicBezTo>
                    <a:cubicBezTo>
                      <a:pt x="8665" y="4639"/>
                      <a:pt x="8684" y="4602"/>
                      <a:pt x="8730" y="4583"/>
                    </a:cubicBezTo>
                    <a:lnTo>
                      <a:pt x="9593" y="4314"/>
                    </a:lnTo>
                    <a:cubicBezTo>
                      <a:pt x="9648" y="4296"/>
                      <a:pt x="9686" y="4259"/>
                      <a:pt x="9713" y="4212"/>
                    </a:cubicBezTo>
                    <a:cubicBezTo>
                      <a:pt x="9741" y="4156"/>
                      <a:pt x="9750" y="4101"/>
                      <a:pt x="9732" y="4045"/>
                    </a:cubicBezTo>
                    <a:lnTo>
                      <a:pt x="9314" y="2737"/>
                    </a:lnTo>
                    <a:cubicBezTo>
                      <a:pt x="9296" y="2682"/>
                      <a:pt x="9259" y="2644"/>
                      <a:pt x="9212" y="2617"/>
                    </a:cubicBezTo>
                    <a:cubicBezTo>
                      <a:pt x="9182" y="2599"/>
                      <a:pt x="9145" y="2588"/>
                      <a:pt x="9109" y="2588"/>
                    </a:cubicBezTo>
                    <a:cubicBezTo>
                      <a:pt x="9090" y="2588"/>
                      <a:pt x="9071" y="2591"/>
                      <a:pt x="9055" y="2598"/>
                    </a:cubicBezTo>
                    <a:lnTo>
                      <a:pt x="8183" y="2876"/>
                    </a:lnTo>
                    <a:cubicBezTo>
                      <a:pt x="8176" y="2878"/>
                      <a:pt x="8170" y="2879"/>
                      <a:pt x="8163" y="2879"/>
                    </a:cubicBezTo>
                    <a:cubicBezTo>
                      <a:pt x="8130" y="2879"/>
                      <a:pt x="8096" y="2861"/>
                      <a:pt x="8081" y="2830"/>
                    </a:cubicBezTo>
                    <a:cubicBezTo>
                      <a:pt x="7895" y="2552"/>
                      <a:pt x="7682" y="2292"/>
                      <a:pt x="7431" y="2060"/>
                    </a:cubicBezTo>
                    <a:cubicBezTo>
                      <a:pt x="7394" y="2032"/>
                      <a:pt x="7385" y="1986"/>
                      <a:pt x="7413" y="1949"/>
                    </a:cubicBezTo>
                    <a:lnTo>
                      <a:pt x="7830" y="1142"/>
                    </a:lnTo>
                    <a:cubicBezTo>
                      <a:pt x="7849" y="1095"/>
                      <a:pt x="7858" y="1040"/>
                      <a:pt x="7839" y="984"/>
                    </a:cubicBezTo>
                    <a:cubicBezTo>
                      <a:pt x="7821" y="928"/>
                      <a:pt x="7784" y="882"/>
                      <a:pt x="7737" y="854"/>
                    </a:cubicBezTo>
                    <a:lnTo>
                      <a:pt x="6522" y="223"/>
                    </a:lnTo>
                    <a:cubicBezTo>
                      <a:pt x="6492" y="208"/>
                      <a:pt x="6461" y="201"/>
                      <a:pt x="6430" y="201"/>
                    </a:cubicBezTo>
                    <a:cubicBezTo>
                      <a:pt x="6405" y="201"/>
                      <a:pt x="6380" y="206"/>
                      <a:pt x="6355" y="214"/>
                    </a:cubicBezTo>
                    <a:cubicBezTo>
                      <a:pt x="6300" y="232"/>
                      <a:pt x="6262" y="270"/>
                      <a:pt x="6235" y="316"/>
                    </a:cubicBezTo>
                    <a:lnTo>
                      <a:pt x="5817" y="1123"/>
                    </a:lnTo>
                    <a:cubicBezTo>
                      <a:pt x="5802" y="1154"/>
                      <a:pt x="5767" y="1172"/>
                      <a:pt x="5730" y="1172"/>
                    </a:cubicBezTo>
                    <a:cubicBezTo>
                      <a:pt x="5722" y="1172"/>
                      <a:pt x="5714" y="1171"/>
                      <a:pt x="5706" y="1169"/>
                    </a:cubicBezTo>
                    <a:cubicBezTo>
                      <a:pt x="5421" y="1104"/>
                      <a:pt x="5129" y="1075"/>
                      <a:pt x="4830" y="1075"/>
                    </a:cubicBezTo>
                    <a:cubicBezTo>
                      <a:pt x="4788" y="1075"/>
                      <a:pt x="4746" y="1076"/>
                      <a:pt x="4704" y="1077"/>
                    </a:cubicBezTo>
                    <a:cubicBezTo>
                      <a:pt x="4699" y="1078"/>
                      <a:pt x="4694" y="1078"/>
                      <a:pt x="4689" y="1078"/>
                    </a:cubicBezTo>
                    <a:cubicBezTo>
                      <a:pt x="4655" y="1078"/>
                      <a:pt x="4619" y="1052"/>
                      <a:pt x="4611" y="1012"/>
                    </a:cubicBezTo>
                    <a:lnTo>
                      <a:pt x="4342" y="149"/>
                    </a:lnTo>
                    <a:cubicBezTo>
                      <a:pt x="4324" y="93"/>
                      <a:pt x="4286" y="56"/>
                      <a:pt x="4231" y="28"/>
                    </a:cubicBezTo>
                    <a:cubicBezTo>
                      <a:pt x="4201" y="10"/>
                      <a:pt x="4167" y="0"/>
                      <a:pt x="4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7084600" y="1809400"/>
                <a:ext cx="406325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11235" extrusionOk="0">
                    <a:moveTo>
                      <a:pt x="427" y="0"/>
                    </a:moveTo>
                    <a:cubicBezTo>
                      <a:pt x="195" y="0"/>
                      <a:pt x="0" y="195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104" y="11234"/>
                    </a:lnTo>
                    <a:cubicBezTo>
                      <a:pt x="16188" y="11234"/>
                      <a:pt x="16253" y="11169"/>
                      <a:pt x="16253" y="11086"/>
                    </a:cubicBezTo>
                    <a:lnTo>
                      <a:pt x="16253" y="427"/>
                    </a:lnTo>
                    <a:cubicBezTo>
                      <a:pt x="16253" y="195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7083200" y="1808000"/>
                <a:ext cx="409125" cy="283900"/>
              </a:xfrm>
              <a:custGeom>
                <a:avLst/>
                <a:gdLst/>
                <a:ahLst/>
                <a:cxnLst/>
                <a:rect l="l" t="t" r="r" b="b"/>
                <a:pathLst>
                  <a:path w="16365" h="11356" extrusionOk="0">
                    <a:moveTo>
                      <a:pt x="15882" y="121"/>
                    </a:moveTo>
                    <a:cubicBezTo>
                      <a:pt x="16086" y="121"/>
                      <a:pt x="16244" y="279"/>
                      <a:pt x="16244" y="483"/>
                    </a:cubicBezTo>
                    <a:lnTo>
                      <a:pt x="16244" y="11142"/>
                    </a:lnTo>
                    <a:cubicBezTo>
                      <a:pt x="16244" y="11198"/>
                      <a:pt x="16207" y="11235"/>
                      <a:pt x="16160" y="11235"/>
                    </a:cubicBezTo>
                    <a:lnTo>
                      <a:pt x="205" y="11235"/>
                    </a:lnTo>
                    <a:cubicBezTo>
                      <a:pt x="158" y="11235"/>
                      <a:pt x="112" y="11198"/>
                      <a:pt x="112" y="11142"/>
                    </a:cubicBezTo>
                    <a:lnTo>
                      <a:pt x="112" y="483"/>
                    </a:lnTo>
                    <a:cubicBezTo>
                      <a:pt x="112" y="279"/>
                      <a:pt x="279" y="121"/>
                      <a:pt x="483" y="121"/>
                    </a:cubicBezTo>
                    <a:close/>
                    <a:moveTo>
                      <a:pt x="483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62"/>
                      <a:pt x="93" y="11355"/>
                      <a:pt x="205" y="11355"/>
                    </a:cubicBezTo>
                    <a:lnTo>
                      <a:pt x="16160" y="11355"/>
                    </a:lnTo>
                    <a:cubicBezTo>
                      <a:pt x="16272" y="11355"/>
                      <a:pt x="16365" y="11262"/>
                      <a:pt x="16365" y="11142"/>
                    </a:cubicBezTo>
                    <a:lnTo>
                      <a:pt x="16365" y="483"/>
                    </a:lnTo>
                    <a:cubicBezTo>
                      <a:pt x="16365" y="214"/>
                      <a:pt x="16151" y="1"/>
                      <a:pt x="15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>
                <a:off x="7114275" y="1836525"/>
                <a:ext cx="346975" cy="226850"/>
              </a:xfrm>
              <a:custGeom>
                <a:avLst/>
                <a:gdLst/>
                <a:ahLst/>
                <a:cxnLst/>
                <a:rect l="l" t="t" r="r" b="b"/>
                <a:pathLst>
                  <a:path w="13879" h="9074" extrusionOk="0">
                    <a:moveTo>
                      <a:pt x="1" y="1"/>
                    </a:moveTo>
                    <a:lnTo>
                      <a:pt x="1" y="9073"/>
                    </a:lnTo>
                    <a:lnTo>
                      <a:pt x="13879" y="9073"/>
                    </a:lnTo>
                    <a:lnTo>
                      <a:pt x="13879" y="7394"/>
                    </a:lnTo>
                    <a:lnTo>
                      <a:pt x="13879" y="2097"/>
                    </a:lnTo>
                    <a:lnTo>
                      <a:pt x="138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7112875" y="1834900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lnTo>
                      <a:pt x="1" y="9138"/>
                    </a:lnTo>
                    <a:cubicBezTo>
                      <a:pt x="1" y="9175"/>
                      <a:pt x="29" y="9194"/>
                      <a:pt x="57" y="9194"/>
                    </a:cubicBezTo>
                    <a:lnTo>
                      <a:pt x="13935" y="9194"/>
                    </a:lnTo>
                    <a:cubicBezTo>
                      <a:pt x="13962" y="9194"/>
                      <a:pt x="13990" y="9175"/>
                      <a:pt x="13990" y="9138"/>
                    </a:cubicBezTo>
                    <a:lnTo>
                      <a:pt x="13990" y="7459"/>
                    </a:lnTo>
                    <a:cubicBezTo>
                      <a:pt x="13990" y="7431"/>
                      <a:pt x="13962" y="7403"/>
                      <a:pt x="13935" y="7403"/>
                    </a:cubicBezTo>
                    <a:cubicBezTo>
                      <a:pt x="13897" y="7403"/>
                      <a:pt x="13870" y="7431"/>
                      <a:pt x="13870" y="7459"/>
                    </a:cubicBezTo>
                    <a:lnTo>
                      <a:pt x="13870" y="9083"/>
                    </a:lnTo>
                    <a:lnTo>
                      <a:pt x="112" y="9083"/>
                    </a:lnTo>
                    <a:lnTo>
                      <a:pt x="112" y="121"/>
                    </a:lnTo>
                    <a:lnTo>
                      <a:pt x="13870" y="121"/>
                    </a:lnTo>
                    <a:lnTo>
                      <a:pt x="13870" y="2162"/>
                    </a:lnTo>
                    <a:cubicBezTo>
                      <a:pt x="13870" y="2190"/>
                      <a:pt x="13897" y="2218"/>
                      <a:pt x="13935" y="2218"/>
                    </a:cubicBezTo>
                    <a:cubicBezTo>
                      <a:pt x="13962" y="2218"/>
                      <a:pt x="13990" y="2190"/>
                      <a:pt x="13990" y="2162"/>
                    </a:cubicBezTo>
                    <a:lnTo>
                      <a:pt x="13990" y="66"/>
                    </a:lnTo>
                    <a:cubicBezTo>
                      <a:pt x="13990" y="29"/>
                      <a:pt x="13962" y="1"/>
                      <a:pt x="13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7459600" y="1907275"/>
                <a:ext cx="305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3043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2987"/>
                    </a:lnTo>
                    <a:cubicBezTo>
                      <a:pt x="1" y="3015"/>
                      <a:pt x="28" y="3043"/>
                      <a:pt x="66" y="3043"/>
                    </a:cubicBezTo>
                    <a:cubicBezTo>
                      <a:pt x="93" y="3043"/>
                      <a:pt x="121" y="3015"/>
                      <a:pt x="121" y="2987"/>
                    </a:cubicBezTo>
                    <a:lnTo>
                      <a:pt x="121" y="56"/>
                    </a:lnTo>
                    <a:cubicBezTo>
                      <a:pt x="121" y="19"/>
                      <a:pt x="93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7283100" y="1818675"/>
                <a:ext cx="9325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73" h="363" extrusionOk="0">
                    <a:moveTo>
                      <a:pt x="187" y="121"/>
                    </a:moveTo>
                    <a:cubicBezTo>
                      <a:pt x="224" y="121"/>
                      <a:pt x="251" y="149"/>
                      <a:pt x="251" y="186"/>
                    </a:cubicBezTo>
                    <a:cubicBezTo>
                      <a:pt x="251" y="223"/>
                      <a:pt x="224" y="251"/>
                      <a:pt x="187" y="251"/>
                    </a:cubicBezTo>
                    <a:cubicBezTo>
                      <a:pt x="149" y="251"/>
                      <a:pt x="122" y="223"/>
                      <a:pt x="122" y="186"/>
                    </a:cubicBezTo>
                    <a:cubicBezTo>
                      <a:pt x="122" y="149"/>
                      <a:pt x="149" y="121"/>
                      <a:pt x="187" y="121"/>
                    </a:cubicBezTo>
                    <a:close/>
                    <a:moveTo>
                      <a:pt x="187" y="0"/>
                    </a:moveTo>
                    <a:cubicBezTo>
                      <a:pt x="84" y="0"/>
                      <a:pt x="1" y="84"/>
                      <a:pt x="1" y="186"/>
                    </a:cubicBezTo>
                    <a:cubicBezTo>
                      <a:pt x="1" y="279"/>
                      <a:pt x="84" y="362"/>
                      <a:pt x="187" y="362"/>
                    </a:cubicBezTo>
                    <a:cubicBezTo>
                      <a:pt x="289" y="362"/>
                      <a:pt x="372" y="288"/>
                      <a:pt x="372" y="186"/>
                    </a:cubicBezTo>
                    <a:cubicBezTo>
                      <a:pt x="372" y="84"/>
                      <a:pt x="289" y="0"/>
                      <a:pt x="1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7018025" y="2088150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91"/>
                    </a:lnTo>
                    <a:cubicBezTo>
                      <a:pt x="1" y="1207"/>
                      <a:pt x="260" y="1457"/>
                      <a:pt x="576" y="1457"/>
                    </a:cubicBezTo>
                    <a:lnTo>
                      <a:pt x="21003" y="1457"/>
                    </a:lnTo>
                    <a:cubicBezTo>
                      <a:pt x="21319" y="1457"/>
                      <a:pt x="21569" y="1207"/>
                      <a:pt x="21569" y="891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7016650" y="2086775"/>
                <a:ext cx="542225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9" h="1568" extrusionOk="0">
                    <a:moveTo>
                      <a:pt x="21568" y="111"/>
                    </a:moveTo>
                    <a:lnTo>
                      <a:pt x="21568" y="946"/>
                    </a:lnTo>
                    <a:cubicBezTo>
                      <a:pt x="21568" y="1225"/>
                      <a:pt x="21336" y="1457"/>
                      <a:pt x="21058" y="1457"/>
                    </a:cubicBezTo>
                    <a:lnTo>
                      <a:pt x="631" y="1457"/>
                    </a:lnTo>
                    <a:cubicBezTo>
                      <a:pt x="343" y="1457"/>
                      <a:pt x="121" y="1225"/>
                      <a:pt x="121" y="946"/>
                    </a:cubicBez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28"/>
                      <a:pt x="0" y="56"/>
                    </a:cubicBezTo>
                    <a:lnTo>
                      <a:pt x="0" y="946"/>
                    </a:lnTo>
                    <a:cubicBezTo>
                      <a:pt x="0" y="1290"/>
                      <a:pt x="278" y="1568"/>
                      <a:pt x="631" y="1568"/>
                    </a:cubicBezTo>
                    <a:lnTo>
                      <a:pt x="21058" y="1568"/>
                    </a:lnTo>
                    <a:cubicBezTo>
                      <a:pt x="21401" y="1568"/>
                      <a:pt x="21689" y="1290"/>
                      <a:pt x="21689" y="946"/>
                    </a:cubicBezTo>
                    <a:lnTo>
                      <a:pt x="21689" y="56"/>
                    </a:lnTo>
                    <a:cubicBezTo>
                      <a:pt x="21689" y="28"/>
                      <a:pt x="21661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7021750" y="2114600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12"/>
                      <a:pt x="65" y="112"/>
                    </a:cubicBezTo>
                    <a:lnTo>
                      <a:pt x="21216" y="112"/>
                    </a:lnTo>
                    <a:cubicBezTo>
                      <a:pt x="21253" y="112"/>
                      <a:pt x="21272" y="93"/>
                      <a:pt x="21272" y="56"/>
                    </a:cubicBezTo>
                    <a:cubicBezTo>
                      <a:pt x="21272" y="28"/>
                      <a:pt x="21253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7236275" y="2090475"/>
                <a:ext cx="1029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19" h="456" extrusionOk="0">
                    <a:moveTo>
                      <a:pt x="0" y="1"/>
                    </a:moveTo>
                    <a:lnTo>
                      <a:pt x="0" y="455"/>
                    </a:lnTo>
                    <a:lnTo>
                      <a:pt x="4119" y="455"/>
                    </a:lnTo>
                    <a:lnTo>
                      <a:pt x="4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7234875" y="2089075"/>
                <a:ext cx="1057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567" extrusionOk="0">
                    <a:moveTo>
                      <a:pt x="4119" y="112"/>
                    </a:moveTo>
                    <a:lnTo>
                      <a:pt x="4119" y="455"/>
                    </a:lnTo>
                    <a:lnTo>
                      <a:pt x="112" y="455"/>
                    </a:lnTo>
                    <a:lnTo>
                      <a:pt x="112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511"/>
                    </a:lnTo>
                    <a:cubicBezTo>
                      <a:pt x="0" y="539"/>
                      <a:pt x="28" y="567"/>
                      <a:pt x="56" y="567"/>
                    </a:cubicBezTo>
                    <a:lnTo>
                      <a:pt x="4175" y="567"/>
                    </a:lnTo>
                    <a:cubicBezTo>
                      <a:pt x="4203" y="567"/>
                      <a:pt x="4231" y="539"/>
                      <a:pt x="4231" y="511"/>
                    </a:cubicBezTo>
                    <a:lnTo>
                      <a:pt x="4231" y="57"/>
                    </a:lnTo>
                    <a:cubicBezTo>
                      <a:pt x="4231" y="19"/>
                      <a:pt x="4203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7183625" y="1879425"/>
                <a:ext cx="1857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6365" extrusionOk="0">
                    <a:moveTo>
                      <a:pt x="297" y="1"/>
                    </a:moveTo>
                    <a:cubicBezTo>
                      <a:pt x="130" y="1"/>
                      <a:pt x="0" y="140"/>
                      <a:pt x="0" y="298"/>
                    </a:cubicBezTo>
                    <a:lnTo>
                      <a:pt x="0" y="6068"/>
                    </a:lnTo>
                    <a:cubicBezTo>
                      <a:pt x="0" y="6235"/>
                      <a:pt x="130" y="6365"/>
                      <a:pt x="297" y="6365"/>
                    </a:cubicBezTo>
                    <a:lnTo>
                      <a:pt x="7134" y="6365"/>
                    </a:lnTo>
                    <a:cubicBezTo>
                      <a:pt x="7301" y="6365"/>
                      <a:pt x="7431" y="6235"/>
                      <a:pt x="7431" y="6068"/>
                    </a:cubicBezTo>
                    <a:lnTo>
                      <a:pt x="7431" y="298"/>
                    </a:lnTo>
                    <a:cubicBezTo>
                      <a:pt x="7431" y="140"/>
                      <a:pt x="7301" y="1"/>
                      <a:pt x="71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7195900" y="1866900"/>
                <a:ext cx="185800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365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53"/>
                    </a:cubicBezTo>
                    <a:lnTo>
                      <a:pt x="1" y="6012"/>
                    </a:lnTo>
                    <a:cubicBezTo>
                      <a:pt x="1" y="6207"/>
                      <a:pt x="159" y="6365"/>
                      <a:pt x="353" y="6365"/>
                    </a:cubicBezTo>
                    <a:lnTo>
                      <a:pt x="7088" y="6365"/>
                    </a:lnTo>
                    <a:cubicBezTo>
                      <a:pt x="7274" y="6365"/>
                      <a:pt x="7432" y="6207"/>
                      <a:pt x="7432" y="6012"/>
                    </a:cubicBezTo>
                    <a:lnTo>
                      <a:pt x="7432" y="353"/>
                    </a:lnTo>
                    <a:cubicBezTo>
                      <a:pt x="7432" y="159"/>
                      <a:pt x="7274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7194525" y="1865525"/>
                <a:ext cx="188800" cy="16190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76" extrusionOk="0">
                    <a:moveTo>
                      <a:pt x="7143" y="112"/>
                    </a:moveTo>
                    <a:cubicBezTo>
                      <a:pt x="7301" y="112"/>
                      <a:pt x="7431" y="241"/>
                      <a:pt x="7431" y="408"/>
                    </a:cubicBezTo>
                    <a:lnTo>
                      <a:pt x="7431" y="6067"/>
                    </a:lnTo>
                    <a:cubicBezTo>
                      <a:pt x="7431" y="6225"/>
                      <a:pt x="7301" y="6355"/>
                      <a:pt x="7143" y="6355"/>
                    </a:cubicBezTo>
                    <a:lnTo>
                      <a:pt x="408" y="6355"/>
                    </a:lnTo>
                    <a:cubicBezTo>
                      <a:pt x="241" y="6355"/>
                      <a:pt x="112" y="6225"/>
                      <a:pt x="112" y="6067"/>
                    </a:cubicBezTo>
                    <a:lnTo>
                      <a:pt x="112" y="408"/>
                    </a:lnTo>
                    <a:cubicBezTo>
                      <a:pt x="112" y="241"/>
                      <a:pt x="241" y="112"/>
                      <a:pt x="408" y="112"/>
                    </a:cubicBezTo>
                    <a:close/>
                    <a:moveTo>
                      <a:pt x="408" y="0"/>
                    </a:moveTo>
                    <a:cubicBezTo>
                      <a:pt x="177" y="0"/>
                      <a:pt x="0" y="176"/>
                      <a:pt x="0" y="408"/>
                    </a:cubicBezTo>
                    <a:lnTo>
                      <a:pt x="0" y="6067"/>
                    </a:lnTo>
                    <a:cubicBezTo>
                      <a:pt x="0" y="6290"/>
                      <a:pt x="177" y="6475"/>
                      <a:pt x="408" y="6475"/>
                    </a:cubicBezTo>
                    <a:lnTo>
                      <a:pt x="7143" y="6475"/>
                    </a:lnTo>
                    <a:cubicBezTo>
                      <a:pt x="7366" y="6475"/>
                      <a:pt x="7552" y="6290"/>
                      <a:pt x="7542" y="6067"/>
                    </a:cubicBezTo>
                    <a:lnTo>
                      <a:pt x="7542" y="408"/>
                    </a:lnTo>
                    <a:cubicBezTo>
                      <a:pt x="7542" y="186"/>
                      <a:pt x="7366" y="0"/>
                      <a:pt x="7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7224425" y="1950625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26" y="1"/>
                    </a:moveTo>
                    <a:cubicBezTo>
                      <a:pt x="149" y="1"/>
                      <a:pt x="1" y="149"/>
                      <a:pt x="1" y="325"/>
                    </a:cubicBezTo>
                    <a:lnTo>
                      <a:pt x="1" y="363"/>
                    </a:lnTo>
                    <a:cubicBezTo>
                      <a:pt x="1" y="548"/>
                      <a:pt x="149" y="687"/>
                      <a:pt x="326" y="687"/>
                    </a:cubicBezTo>
                    <a:lnTo>
                      <a:pt x="4806" y="687"/>
                    </a:lnTo>
                    <a:cubicBezTo>
                      <a:pt x="4992" y="687"/>
                      <a:pt x="5131" y="548"/>
                      <a:pt x="5131" y="363"/>
                    </a:cubicBezTo>
                    <a:lnTo>
                      <a:pt x="5131" y="325"/>
                    </a:lnTo>
                    <a:cubicBezTo>
                      <a:pt x="5131" y="149"/>
                      <a:pt x="4992" y="1"/>
                      <a:pt x="4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7223050" y="1949250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61" y="111"/>
                    </a:moveTo>
                    <a:cubicBezTo>
                      <a:pt x="5010" y="111"/>
                      <a:pt x="5130" y="232"/>
                      <a:pt x="5130" y="380"/>
                    </a:cubicBezTo>
                    <a:lnTo>
                      <a:pt x="5130" y="418"/>
                    </a:lnTo>
                    <a:cubicBezTo>
                      <a:pt x="5130" y="566"/>
                      <a:pt x="5010" y="687"/>
                      <a:pt x="4861" y="687"/>
                    </a:cubicBezTo>
                    <a:lnTo>
                      <a:pt x="381" y="687"/>
                    </a:lnTo>
                    <a:cubicBezTo>
                      <a:pt x="232" y="687"/>
                      <a:pt x="112" y="566"/>
                      <a:pt x="112" y="418"/>
                    </a:cubicBezTo>
                    <a:lnTo>
                      <a:pt x="112" y="380"/>
                    </a:lnTo>
                    <a:cubicBezTo>
                      <a:pt x="112" y="232"/>
                      <a:pt x="232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67" y="0"/>
                      <a:pt x="0" y="167"/>
                      <a:pt x="0" y="380"/>
                    </a:cubicBezTo>
                    <a:lnTo>
                      <a:pt x="0" y="418"/>
                    </a:lnTo>
                    <a:cubicBezTo>
                      <a:pt x="0" y="631"/>
                      <a:pt x="167" y="798"/>
                      <a:pt x="381" y="798"/>
                    </a:cubicBezTo>
                    <a:lnTo>
                      <a:pt x="4861" y="798"/>
                    </a:lnTo>
                    <a:cubicBezTo>
                      <a:pt x="5075" y="798"/>
                      <a:pt x="5251" y="631"/>
                      <a:pt x="5251" y="418"/>
                    </a:cubicBezTo>
                    <a:lnTo>
                      <a:pt x="5251" y="380"/>
                    </a:lnTo>
                    <a:cubicBezTo>
                      <a:pt x="5251" y="167"/>
                      <a:pt x="5075" y="0"/>
                      <a:pt x="4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7238350" y="1955275"/>
                <a:ext cx="99750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288" extrusionOk="0">
                    <a:moveTo>
                      <a:pt x="3850" y="56"/>
                    </a:moveTo>
                    <a:cubicBezTo>
                      <a:pt x="3897" y="56"/>
                      <a:pt x="3934" y="93"/>
                      <a:pt x="3934" y="139"/>
                    </a:cubicBezTo>
                    <a:lnTo>
                      <a:pt x="3934" y="149"/>
                    </a:lnTo>
                    <a:cubicBezTo>
                      <a:pt x="3934" y="195"/>
                      <a:pt x="3897" y="232"/>
                      <a:pt x="3850" y="232"/>
                    </a:cubicBezTo>
                    <a:lnTo>
                      <a:pt x="140" y="232"/>
                    </a:lnTo>
                    <a:cubicBezTo>
                      <a:pt x="93" y="232"/>
                      <a:pt x="56" y="195"/>
                      <a:pt x="56" y="149"/>
                    </a:cubicBezTo>
                    <a:lnTo>
                      <a:pt x="56" y="139"/>
                    </a:lnTo>
                    <a:cubicBezTo>
                      <a:pt x="56" y="93"/>
                      <a:pt x="93" y="56"/>
                      <a:pt x="140" y="56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66" y="288"/>
                      <a:pt x="140" y="288"/>
                    </a:cubicBezTo>
                    <a:lnTo>
                      <a:pt x="3850" y="288"/>
                    </a:lnTo>
                    <a:cubicBezTo>
                      <a:pt x="3925" y="288"/>
                      <a:pt x="3990" y="232"/>
                      <a:pt x="3990" y="149"/>
                    </a:cubicBezTo>
                    <a:lnTo>
                      <a:pt x="3990" y="139"/>
                    </a:lnTo>
                    <a:cubicBezTo>
                      <a:pt x="3990" y="65"/>
                      <a:pt x="3925" y="0"/>
                      <a:pt x="38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7246700" y="19775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195" y="1"/>
                    </a:moveTo>
                    <a:cubicBezTo>
                      <a:pt x="93" y="1"/>
                      <a:pt x="1" y="84"/>
                      <a:pt x="1" y="196"/>
                    </a:cubicBezTo>
                    <a:cubicBezTo>
                      <a:pt x="1" y="307"/>
                      <a:pt x="93" y="400"/>
                      <a:pt x="195" y="400"/>
                    </a:cubicBezTo>
                    <a:lnTo>
                      <a:pt x="3155" y="400"/>
                    </a:lnTo>
                    <a:cubicBezTo>
                      <a:pt x="3266" y="400"/>
                      <a:pt x="3359" y="307"/>
                      <a:pt x="3359" y="196"/>
                    </a:cubicBezTo>
                    <a:cubicBezTo>
                      <a:pt x="3359" y="84"/>
                      <a:pt x="3266" y="1"/>
                      <a:pt x="3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7245300" y="1976150"/>
                <a:ext cx="867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11" extrusionOk="0">
                    <a:moveTo>
                      <a:pt x="3211" y="112"/>
                    </a:moveTo>
                    <a:cubicBezTo>
                      <a:pt x="3285" y="112"/>
                      <a:pt x="3350" y="176"/>
                      <a:pt x="3350" y="251"/>
                    </a:cubicBezTo>
                    <a:cubicBezTo>
                      <a:pt x="3350" y="334"/>
                      <a:pt x="3285" y="390"/>
                      <a:pt x="3211" y="390"/>
                    </a:cubicBezTo>
                    <a:lnTo>
                      <a:pt x="251" y="390"/>
                    </a:lnTo>
                    <a:cubicBezTo>
                      <a:pt x="177" y="390"/>
                      <a:pt x="112" y="334"/>
                      <a:pt x="112" y="251"/>
                    </a:cubicBezTo>
                    <a:cubicBezTo>
                      <a:pt x="112" y="176"/>
                      <a:pt x="177" y="112"/>
                      <a:pt x="251" y="112"/>
                    </a:cubicBezTo>
                    <a:close/>
                    <a:moveTo>
                      <a:pt x="251" y="0"/>
                    </a:moveTo>
                    <a:cubicBezTo>
                      <a:pt x="112" y="0"/>
                      <a:pt x="1" y="112"/>
                      <a:pt x="1" y="251"/>
                    </a:cubicBezTo>
                    <a:cubicBezTo>
                      <a:pt x="1" y="399"/>
                      <a:pt x="112" y="510"/>
                      <a:pt x="251" y="510"/>
                    </a:cubicBezTo>
                    <a:lnTo>
                      <a:pt x="3211" y="510"/>
                    </a:lnTo>
                    <a:cubicBezTo>
                      <a:pt x="3350" y="510"/>
                      <a:pt x="3470" y="399"/>
                      <a:pt x="3470" y="251"/>
                    </a:cubicBezTo>
                    <a:cubicBezTo>
                      <a:pt x="3470" y="112"/>
                      <a:pt x="3350" y="0"/>
                      <a:pt x="3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7263625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7272900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7281500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6" y="1"/>
                      <a:pt x="0" y="38"/>
                      <a:pt x="0" y="94"/>
                    </a:cubicBezTo>
                    <a:cubicBezTo>
                      <a:pt x="0" y="149"/>
                      <a:pt x="46" y="196"/>
                      <a:pt x="93" y="196"/>
                    </a:cubicBezTo>
                    <a:cubicBezTo>
                      <a:pt x="148" y="196"/>
                      <a:pt x="195" y="149"/>
                      <a:pt x="195" y="94"/>
                    </a:cubicBezTo>
                    <a:cubicBezTo>
                      <a:pt x="195" y="38"/>
                      <a:pt x="148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7290775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7" y="1"/>
                      <a:pt x="0" y="38"/>
                      <a:pt x="0" y="94"/>
                    </a:cubicBezTo>
                    <a:cubicBezTo>
                      <a:pt x="0" y="149"/>
                      <a:pt x="47" y="196"/>
                      <a:pt x="93" y="196"/>
                    </a:cubicBezTo>
                    <a:cubicBezTo>
                      <a:pt x="149" y="196"/>
                      <a:pt x="195" y="149"/>
                      <a:pt x="195" y="94"/>
                    </a:cubicBezTo>
                    <a:cubicBezTo>
                      <a:pt x="195" y="38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7299800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2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7309075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7261775" y="1885700"/>
                <a:ext cx="5382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44" extrusionOk="0">
                    <a:moveTo>
                      <a:pt x="1077" y="0"/>
                    </a:moveTo>
                    <a:cubicBezTo>
                      <a:pt x="483" y="0"/>
                      <a:pt x="1" y="473"/>
                      <a:pt x="1" y="1067"/>
                    </a:cubicBezTo>
                    <a:cubicBezTo>
                      <a:pt x="1" y="1661"/>
                      <a:pt x="483" y="2143"/>
                      <a:pt x="1077" y="2143"/>
                    </a:cubicBezTo>
                    <a:cubicBezTo>
                      <a:pt x="1670" y="2143"/>
                      <a:pt x="2153" y="1661"/>
                      <a:pt x="2153" y="1067"/>
                    </a:cubicBezTo>
                    <a:cubicBezTo>
                      <a:pt x="2153" y="473"/>
                      <a:pt x="1670" y="0"/>
                      <a:pt x="10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7260375" y="1884075"/>
                <a:ext cx="566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74" extrusionOk="0">
                    <a:moveTo>
                      <a:pt x="1133" y="121"/>
                    </a:moveTo>
                    <a:cubicBezTo>
                      <a:pt x="1689" y="121"/>
                      <a:pt x="2144" y="576"/>
                      <a:pt x="2144" y="1132"/>
                    </a:cubicBezTo>
                    <a:cubicBezTo>
                      <a:pt x="2144" y="1698"/>
                      <a:pt x="1689" y="2153"/>
                      <a:pt x="1133" y="2153"/>
                    </a:cubicBezTo>
                    <a:cubicBezTo>
                      <a:pt x="567" y="2153"/>
                      <a:pt x="112" y="1698"/>
                      <a:pt x="112" y="1132"/>
                    </a:cubicBezTo>
                    <a:cubicBezTo>
                      <a:pt x="112" y="576"/>
                      <a:pt x="567" y="121"/>
                      <a:pt x="1133" y="121"/>
                    </a:cubicBezTo>
                    <a:close/>
                    <a:moveTo>
                      <a:pt x="1133" y="0"/>
                    </a:moveTo>
                    <a:cubicBezTo>
                      <a:pt x="502" y="0"/>
                      <a:pt x="1" y="511"/>
                      <a:pt x="1" y="1132"/>
                    </a:cubicBezTo>
                    <a:cubicBezTo>
                      <a:pt x="1" y="1763"/>
                      <a:pt x="502" y="2273"/>
                      <a:pt x="1133" y="2273"/>
                    </a:cubicBezTo>
                    <a:cubicBezTo>
                      <a:pt x="1754" y="2273"/>
                      <a:pt x="2264" y="1763"/>
                      <a:pt x="2264" y="1132"/>
                    </a:cubicBezTo>
                    <a:cubicBezTo>
                      <a:pt x="2264" y="511"/>
                      <a:pt x="1754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7276625" y="1914000"/>
                <a:ext cx="23900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3" extrusionOk="0">
                    <a:moveTo>
                      <a:pt x="483" y="0"/>
                    </a:moveTo>
                    <a:cubicBezTo>
                      <a:pt x="214" y="0"/>
                      <a:pt x="0" y="213"/>
                      <a:pt x="0" y="482"/>
                    </a:cubicBezTo>
                    <a:lnTo>
                      <a:pt x="956" y="482"/>
                    </a:lnTo>
                    <a:cubicBezTo>
                      <a:pt x="956" y="213"/>
                      <a:pt x="742" y="0"/>
                      <a:pt x="4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7275225" y="1912600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21"/>
                    </a:moveTo>
                    <a:cubicBezTo>
                      <a:pt x="743" y="121"/>
                      <a:pt x="919" y="279"/>
                      <a:pt x="947" y="483"/>
                    </a:cubicBezTo>
                    <a:lnTo>
                      <a:pt x="121" y="483"/>
                    </a:lnTo>
                    <a:cubicBezTo>
                      <a:pt x="149" y="279"/>
                      <a:pt x="325" y="121"/>
                      <a:pt x="539" y="121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1" y="242"/>
                      <a:pt x="1" y="538"/>
                    </a:cubicBezTo>
                    <a:cubicBezTo>
                      <a:pt x="1" y="594"/>
                      <a:pt x="1" y="594"/>
                      <a:pt x="233" y="594"/>
                    </a:cubicBezTo>
                    <a:lnTo>
                      <a:pt x="585" y="594"/>
                    </a:lnTo>
                    <a:cubicBezTo>
                      <a:pt x="1067" y="594"/>
                      <a:pt x="1067" y="594"/>
                      <a:pt x="1077" y="538"/>
                    </a:cubicBezTo>
                    <a:cubicBezTo>
                      <a:pt x="1077" y="242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7281950" y="1898925"/>
                <a:ext cx="134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cubicBezTo>
                      <a:pt x="1" y="418"/>
                      <a:pt x="121" y="538"/>
                      <a:pt x="270" y="538"/>
                    </a:cubicBezTo>
                    <a:cubicBezTo>
                      <a:pt x="418" y="538"/>
                      <a:pt x="539" y="418"/>
                      <a:pt x="539" y="269"/>
                    </a:cubicBezTo>
                    <a:cubicBezTo>
                      <a:pt x="539" y="121"/>
                      <a:pt x="418" y="0"/>
                      <a:pt x="2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7280550" y="1897525"/>
                <a:ext cx="1650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60" extrusionOk="0">
                    <a:moveTo>
                      <a:pt x="326" y="112"/>
                    </a:moveTo>
                    <a:cubicBezTo>
                      <a:pt x="446" y="112"/>
                      <a:pt x="539" y="204"/>
                      <a:pt x="539" y="325"/>
                    </a:cubicBezTo>
                    <a:cubicBezTo>
                      <a:pt x="539" y="446"/>
                      <a:pt x="446" y="538"/>
                      <a:pt x="326" y="538"/>
                    </a:cubicBezTo>
                    <a:cubicBezTo>
                      <a:pt x="205" y="538"/>
                      <a:pt x="112" y="446"/>
                      <a:pt x="112" y="325"/>
                    </a:cubicBezTo>
                    <a:cubicBezTo>
                      <a:pt x="112" y="204"/>
                      <a:pt x="205" y="112"/>
                      <a:pt x="326" y="112"/>
                    </a:cubicBezTo>
                    <a:close/>
                    <a:moveTo>
                      <a:pt x="326" y="0"/>
                    </a:moveTo>
                    <a:cubicBezTo>
                      <a:pt x="140" y="0"/>
                      <a:pt x="1" y="140"/>
                      <a:pt x="1" y="325"/>
                    </a:cubicBezTo>
                    <a:cubicBezTo>
                      <a:pt x="1" y="511"/>
                      <a:pt x="140" y="659"/>
                      <a:pt x="326" y="659"/>
                    </a:cubicBezTo>
                    <a:cubicBezTo>
                      <a:pt x="511" y="659"/>
                      <a:pt x="660" y="511"/>
                      <a:pt x="660" y="325"/>
                    </a:cubicBezTo>
                    <a:cubicBezTo>
                      <a:pt x="660" y="140"/>
                      <a:pt x="511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7268725" y="1995400"/>
                <a:ext cx="3970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492" extrusionOk="0">
                    <a:moveTo>
                      <a:pt x="251" y="0"/>
                    </a:moveTo>
                    <a:cubicBezTo>
                      <a:pt x="112" y="0"/>
                      <a:pt x="1" y="111"/>
                      <a:pt x="1" y="251"/>
                    </a:cubicBezTo>
                    <a:cubicBezTo>
                      <a:pt x="1" y="390"/>
                      <a:pt x="112" y="492"/>
                      <a:pt x="251" y="492"/>
                    </a:cubicBezTo>
                    <a:lnTo>
                      <a:pt x="1346" y="492"/>
                    </a:lnTo>
                    <a:cubicBezTo>
                      <a:pt x="1476" y="492"/>
                      <a:pt x="1587" y="390"/>
                      <a:pt x="1587" y="251"/>
                    </a:cubicBezTo>
                    <a:cubicBezTo>
                      <a:pt x="1587" y="111"/>
                      <a:pt x="1476" y="0"/>
                      <a:pt x="13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7267350" y="1994000"/>
                <a:ext cx="42450" cy="1532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613" extrusionOk="0">
                    <a:moveTo>
                      <a:pt x="1401" y="121"/>
                    </a:moveTo>
                    <a:cubicBezTo>
                      <a:pt x="1503" y="121"/>
                      <a:pt x="1586" y="20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12" y="409"/>
                      <a:pt x="112" y="307"/>
                    </a:cubicBezTo>
                    <a:cubicBezTo>
                      <a:pt x="112" y="205"/>
                      <a:pt x="195" y="121"/>
                      <a:pt x="306" y="121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40"/>
                      <a:pt x="0" y="307"/>
                    </a:cubicBezTo>
                    <a:cubicBezTo>
                      <a:pt x="0" y="474"/>
                      <a:pt x="130" y="613"/>
                      <a:pt x="306" y="613"/>
                    </a:cubicBezTo>
                    <a:lnTo>
                      <a:pt x="1401" y="613"/>
                    </a:lnTo>
                    <a:cubicBezTo>
                      <a:pt x="1568" y="613"/>
                      <a:pt x="1698" y="474"/>
                      <a:pt x="1698" y="307"/>
                    </a:cubicBezTo>
                    <a:cubicBezTo>
                      <a:pt x="1698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7284275" y="2327500"/>
                <a:ext cx="305000" cy="22242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8897" extrusionOk="0">
                    <a:moveTo>
                      <a:pt x="232" y="0"/>
                    </a:moveTo>
                    <a:cubicBezTo>
                      <a:pt x="102" y="0"/>
                      <a:pt x="0" y="102"/>
                      <a:pt x="0" y="223"/>
                    </a:cubicBezTo>
                    <a:lnTo>
                      <a:pt x="0" y="8674"/>
                    </a:lnTo>
                    <a:cubicBezTo>
                      <a:pt x="0" y="8795"/>
                      <a:pt x="102" y="8897"/>
                      <a:pt x="232" y="8897"/>
                    </a:cubicBezTo>
                    <a:lnTo>
                      <a:pt x="11977" y="8897"/>
                    </a:lnTo>
                    <a:cubicBezTo>
                      <a:pt x="12097" y="8897"/>
                      <a:pt x="12199" y="8795"/>
                      <a:pt x="12199" y="8674"/>
                    </a:cubicBezTo>
                    <a:lnTo>
                      <a:pt x="12199" y="223"/>
                    </a:lnTo>
                    <a:cubicBezTo>
                      <a:pt x="12199" y="102"/>
                      <a:pt x="12097" y="0"/>
                      <a:pt x="119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7301425" y="2310575"/>
                <a:ext cx="305000" cy="375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1503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lnTo>
                      <a:pt x="1" y="1503"/>
                    </a:lnTo>
                    <a:lnTo>
                      <a:pt x="12200" y="1503"/>
                    </a:lnTo>
                    <a:lnTo>
                      <a:pt x="12200" y="353"/>
                    </a:lnTo>
                    <a:cubicBezTo>
                      <a:pt x="12200" y="158"/>
                      <a:pt x="12042" y="0"/>
                      <a:pt x="118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7299800" y="2309175"/>
                <a:ext cx="308025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1615" extrusionOk="0">
                    <a:moveTo>
                      <a:pt x="11912" y="112"/>
                    </a:moveTo>
                    <a:cubicBezTo>
                      <a:pt x="12070" y="112"/>
                      <a:pt x="12209" y="251"/>
                      <a:pt x="12209" y="409"/>
                    </a:cubicBezTo>
                    <a:lnTo>
                      <a:pt x="12209" y="1494"/>
                    </a:lnTo>
                    <a:lnTo>
                      <a:pt x="122" y="1494"/>
                    </a:lnTo>
                    <a:lnTo>
                      <a:pt x="122" y="325"/>
                    </a:lnTo>
                    <a:cubicBezTo>
                      <a:pt x="122" y="214"/>
                      <a:pt x="214" y="112"/>
                      <a:pt x="335" y="112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9"/>
                      <a:pt x="1" y="325"/>
                    </a:cubicBezTo>
                    <a:lnTo>
                      <a:pt x="1" y="1615"/>
                    </a:lnTo>
                    <a:lnTo>
                      <a:pt x="12320" y="1615"/>
                    </a:lnTo>
                    <a:lnTo>
                      <a:pt x="12320" y="409"/>
                    </a:lnTo>
                    <a:cubicBezTo>
                      <a:pt x="12320" y="186"/>
                      <a:pt x="12135" y="0"/>
                      <a:pt x="119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75537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1" y="112"/>
                      <a:pt x="465" y="195"/>
                      <a:pt x="465" y="288"/>
                    </a:cubicBezTo>
                    <a:cubicBezTo>
                      <a:pt x="465" y="381"/>
                      <a:pt x="391" y="464"/>
                      <a:pt x="298" y="464"/>
                    </a:cubicBezTo>
                    <a:cubicBezTo>
                      <a:pt x="196" y="464"/>
                      <a:pt x="122" y="381"/>
                      <a:pt x="122" y="288"/>
                    </a:cubicBezTo>
                    <a:cubicBezTo>
                      <a:pt x="122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75762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0" y="112"/>
                      <a:pt x="465" y="195"/>
                      <a:pt x="465" y="288"/>
                    </a:cubicBezTo>
                    <a:cubicBezTo>
                      <a:pt x="465" y="381"/>
                      <a:pt x="390" y="464"/>
                      <a:pt x="298" y="464"/>
                    </a:cubicBezTo>
                    <a:cubicBezTo>
                      <a:pt x="196" y="464"/>
                      <a:pt x="121" y="381"/>
                      <a:pt x="121" y="288"/>
                    </a:cubicBezTo>
                    <a:cubicBezTo>
                      <a:pt x="121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7531500" y="2321700"/>
                <a:ext cx="144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76" extrusionOk="0">
                    <a:moveTo>
                      <a:pt x="288" y="112"/>
                    </a:moveTo>
                    <a:cubicBezTo>
                      <a:pt x="381" y="112"/>
                      <a:pt x="464" y="195"/>
                      <a:pt x="464" y="288"/>
                    </a:cubicBezTo>
                    <a:cubicBezTo>
                      <a:pt x="464" y="381"/>
                      <a:pt x="381" y="464"/>
                      <a:pt x="288" y="464"/>
                    </a:cubicBezTo>
                    <a:cubicBezTo>
                      <a:pt x="195" y="464"/>
                      <a:pt x="121" y="381"/>
                      <a:pt x="121" y="288"/>
                    </a:cubicBezTo>
                    <a:cubicBezTo>
                      <a:pt x="121" y="195"/>
                      <a:pt x="195" y="112"/>
                      <a:pt x="288" y="112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0" y="130"/>
                      <a:pt x="0" y="288"/>
                    </a:cubicBezTo>
                    <a:cubicBezTo>
                      <a:pt x="0" y="446"/>
                      <a:pt x="130" y="576"/>
                      <a:pt x="288" y="576"/>
                    </a:cubicBezTo>
                    <a:cubicBezTo>
                      <a:pt x="446" y="576"/>
                      <a:pt x="575" y="446"/>
                      <a:pt x="575" y="288"/>
                    </a:cubicBezTo>
                    <a:cubicBezTo>
                      <a:pt x="575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7301200" y="2348125"/>
                <a:ext cx="305000" cy="1834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7339" extrusionOk="0">
                    <a:moveTo>
                      <a:pt x="38" y="1"/>
                    </a:moveTo>
                    <a:cubicBezTo>
                      <a:pt x="19" y="1"/>
                      <a:pt x="1" y="19"/>
                      <a:pt x="1" y="38"/>
                    </a:cubicBezTo>
                    <a:lnTo>
                      <a:pt x="1" y="7302"/>
                    </a:lnTo>
                    <a:cubicBezTo>
                      <a:pt x="1" y="7320"/>
                      <a:pt x="19" y="7339"/>
                      <a:pt x="38" y="7339"/>
                    </a:cubicBezTo>
                    <a:lnTo>
                      <a:pt x="12162" y="7339"/>
                    </a:lnTo>
                    <a:cubicBezTo>
                      <a:pt x="12181" y="7339"/>
                      <a:pt x="12199" y="7320"/>
                      <a:pt x="12199" y="7302"/>
                    </a:cubicBezTo>
                    <a:lnTo>
                      <a:pt x="12199" y="38"/>
                    </a:lnTo>
                    <a:cubicBezTo>
                      <a:pt x="12199" y="19"/>
                      <a:pt x="12181" y="1"/>
                      <a:pt x="121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7299800" y="2346750"/>
                <a:ext cx="308025" cy="186250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7450" extrusionOk="0">
                    <a:moveTo>
                      <a:pt x="12200" y="112"/>
                    </a:moveTo>
                    <a:lnTo>
                      <a:pt x="12200" y="7338"/>
                    </a:lnTo>
                    <a:lnTo>
                      <a:pt x="112" y="7338"/>
                    </a:lnTo>
                    <a:lnTo>
                      <a:pt x="112" y="112"/>
                    </a:lnTo>
                    <a:close/>
                    <a:moveTo>
                      <a:pt x="94" y="0"/>
                    </a:moveTo>
                    <a:cubicBezTo>
                      <a:pt x="47" y="0"/>
                      <a:pt x="1" y="37"/>
                      <a:pt x="1" y="93"/>
                    </a:cubicBezTo>
                    <a:lnTo>
                      <a:pt x="1" y="7357"/>
                    </a:lnTo>
                    <a:cubicBezTo>
                      <a:pt x="1" y="7412"/>
                      <a:pt x="47" y="7449"/>
                      <a:pt x="94" y="7449"/>
                    </a:cubicBezTo>
                    <a:lnTo>
                      <a:pt x="12218" y="7449"/>
                    </a:lnTo>
                    <a:cubicBezTo>
                      <a:pt x="12274" y="7449"/>
                      <a:pt x="12320" y="7412"/>
                      <a:pt x="12320" y="7357"/>
                    </a:cubicBezTo>
                    <a:lnTo>
                      <a:pt x="12320" y="93"/>
                    </a:lnTo>
                    <a:cubicBezTo>
                      <a:pt x="12320" y="37"/>
                      <a:pt x="12274" y="0"/>
                      <a:pt x="122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7510150" y="2385250"/>
                <a:ext cx="67525" cy="103925"/>
              </a:xfrm>
              <a:custGeom>
                <a:avLst/>
                <a:gdLst/>
                <a:ahLst/>
                <a:cxnLst/>
                <a:rect l="l" t="t" r="r" b="b"/>
                <a:pathLst>
                  <a:path w="2701" h="4157" extrusionOk="0">
                    <a:moveTo>
                      <a:pt x="19" y="0"/>
                    </a:moveTo>
                    <a:cubicBezTo>
                      <a:pt x="10" y="0"/>
                      <a:pt x="1" y="9"/>
                      <a:pt x="1" y="19"/>
                    </a:cubicBezTo>
                    <a:lnTo>
                      <a:pt x="1" y="4138"/>
                    </a:lnTo>
                    <a:cubicBezTo>
                      <a:pt x="1" y="4147"/>
                      <a:pt x="10" y="4156"/>
                      <a:pt x="19" y="4156"/>
                    </a:cubicBezTo>
                    <a:lnTo>
                      <a:pt x="2682" y="4156"/>
                    </a:lnTo>
                    <a:cubicBezTo>
                      <a:pt x="2691" y="4156"/>
                      <a:pt x="2700" y="4147"/>
                      <a:pt x="2700" y="4138"/>
                    </a:cubicBezTo>
                    <a:lnTo>
                      <a:pt x="2700" y="19"/>
                    </a:lnTo>
                    <a:cubicBezTo>
                      <a:pt x="2700" y="0"/>
                      <a:pt x="2691" y="0"/>
                      <a:pt x="26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7508775" y="2383625"/>
                <a:ext cx="7030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287" extrusionOk="0">
                    <a:moveTo>
                      <a:pt x="2700" y="121"/>
                    </a:moveTo>
                    <a:lnTo>
                      <a:pt x="2700" y="4165"/>
                    </a:lnTo>
                    <a:lnTo>
                      <a:pt x="112" y="4165"/>
                    </a:lnTo>
                    <a:lnTo>
                      <a:pt x="112" y="121"/>
                    </a:lnTo>
                    <a:close/>
                    <a:moveTo>
                      <a:pt x="74" y="0"/>
                    </a:moveTo>
                    <a:cubicBezTo>
                      <a:pt x="37" y="0"/>
                      <a:pt x="0" y="37"/>
                      <a:pt x="0" y="84"/>
                    </a:cubicBezTo>
                    <a:lnTo>
                      <a:pt x="0" y="4203"/>
                    </a:lnTo>
                    <a:cubicBezTo>
                      <a:pt x="0" y="4249"/>
                      <a:pt x="37" y="4286"/>
                      <a:pt x="74" y="4286"/>
                    </a:cubicBezTo>
                    <a:lnTo>
                      <a:pt x="2737" y="4286"/>
                    </a:lnTo>
                    <a:cubicBezTo>
                      <a:pt x="2774" y="4286"/>
                      <a:pt x="2811" y="4249"/>
                      <a:pt x="2811" y="4203"/>
                    </a:cubicBezTo>
                    <a:lnTo>
                      <a:pt x="2811" y="84"/>
                    </a:lnTo>
                    <a:cubicBezTo>
                      <a:pt x="2811" y="37"/>
                      <a:pt x="2774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7511775" y="2387100"/>
                <a:ext cx="65200" cy="100900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4036" extrusionOk="0">
                    <a:moveTo>
                      <a:pt x="1" y="0"/>
                    </a:moveTo>
                    <a:lnTo>
                      <a:pt x="2608" y="403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7510150" y="2385700"/>
                <a:ext cx="68450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2738" h="4148" extrusionOk="0">
                    <a:moveTo>
                      <a:pt x="70" y="0"/>
                    </a:moveTo>
                    <a:cubicBezTo>
                      <a:pt x="59" y="0"/>
                      <a:pt x="48" y="3"/>
                      <a:pt x="38" y="10"/>
                    </a:cubicBezTo>
                    <a:cubicBezTo>
                      <a:pt x="10" y="29"/>
                      <a:pt x="1" y="66"/>
                      <a:pt x="19" y="93"/>
                    </a:cubicBezTo>
                    <a:lnTo>
                      <a:pt x="2626" y="4120"/>
                    </a:lnTo>
                    <a:cubicBezTo>
                      <a:pt x="2635" y="4138"/>
                      <a:pt x="2654" y="4147"/>
                      <a:pt x="2673" y="4147"/>
                    </a:cubicBezTo>
                    <a:cubicBezTo>
                      <a:pt x="2682" y="4147"/>
                      <a:pt x="2691" y="4147"/>
                      <a:pt x="2700" y="4138"/>
                    </a:cubicBezTo>
                    <a:cubicBezTo>
                      <a:pt x="2728" y="4120"/>
                      <a:pt x="2738" y="4082"/>
                      <a:pt x="2719" y="4055"/>
                    </a:cubicBezTo>
                    <a:lnTo>
                      <a:pt x="121" y="29"/>
                    </a:lnTo>
                    <a:cubicBezTo>
                      <a:pt x="109" y="11"/>
                      <a:pt x="90" y="0"/>
                      <a:pt x="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7510625" y="2386875"/>
                <a:ext cx="64950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2598" h="4092" extrusionOk="0">
                    <a:moveTo>
                      <a:pt x="2598" y="0"/>
                    </a:moveTo>
                    <a:lnTo>
                      <a:pt x="0" y="409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>
                <a:off x="7509000" y="2385325"/>
                <a:ext cx="68200" cy="105475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4219" extrusionOk="0">
                    <a:moveTo>
                      <a:pt x="2667" y="1"/>
                    </a:moveTo>
                    <a:cubicBezTo>
                      <a:pt x="2648" y="1"/>
                      <a:pt x="2628" y="7"/>
                      <a:pt x="2617" y="25"/>
                    </a:cubicBezTo>
                    <a:lnTo>
                      <a:pt x="19" y="4125"/>
                    </a:lnTo>
                    <a:cubicBezTo>
                      <a:pt x="0" y="4153"/>
                      <a:pt x="10" y="4190"/>
                      <a:pt x="38" y="4209"/>
                    </a:cubicBezTo>
                    <a:cubicBezTo>
                      <a:pt x="47" y="4209"/>
                      <a:pt x="56" y="4218"/>
                      <a:pt x="65" y="4218"/>
                    </a:cubicBezTo>
                    <a:cubicBezTo>
                      <a:pt x="84" y="4218"/>
                      <a:pt x="103" y="4209"/>
                      <a:pt x="121" y="4190"/>
                    </a:cubicBezTo>
                    <a:lnTo>
                      <a:pt x="2719" y="90"/>
                    </a:lnTo>
                    <a:cubicBezTo>
                      <a:pt x="2728" y="62"/>
                      <a:pt x="2728" y="25"/>
                      <a:pt x="2700" y="6"/>
                    </a:cubicBezTo>
                    <a:cubicBezTo>
                      <a:pt x="2690" y="3"/>
                      <a:pt x="2678" y="1"/>
                      <a:pt x="26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7340175" y="2391050"/>
                <a:ext cx="1433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5677" y="121"/>
                    </a:lnTo>
                    <a:cubicBezTo>
                      <a:pt x="5705" y="121"/>
                      <a:pt x="5733" y="93"/>
                      <a:pt x="5733" y="65"/>
                    </a:cubicBezTo>
                    <a:cubicBezTo>
                      <a:pt x="5733" y="28"/>
                      <a:pt x="5705" y="0"/>
                      <a:pt x="5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7340175" y="2412375"/>
                <a:ext cx="522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088" h="12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032" y="121"/>
                    </a:lnTo>
                    <a:cubicBezTo>
                      <a:pt x="2069" y="121"/>
                      <a:pt x="2087" y="93"/>
                      <a:pt x="2087" y="56"/>
                    </a:cubicBezTo>
                    <a:cubicBezTo>
                      <a:pt x="2087" y="28"/>
                      <a:pt x="2069" y="1"/>
                      <a:pt x="20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7409750" y="2412375"/>
                <a:ext cx="62875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22" extrusionOk="0">
                    <a:moveTo>
                      <a:pt x="65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2458" y="121"/>
                    </a:lnTo>
                    <a:cubicBezTo>
                      <a:pt x="2486" y="121"/>
                      <a:pt x="2514" y="93"/>
                      <a:pt x="2514" y="56"/>
                    </a:cubicBezTo>
                    <a:cubicBezTo>
                      <a:pt x="2514" y="28"/>
                      <a:pt x="2486" y="1"/>
                      <a:pt x="24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>
                <a:off x="7340175" y="2477075"/>
                <a:ext cx="9302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113" extrusionOk="0">
                    <a:moveTo>
                      <a:pt x="56" y="1"/>
                    </a:moveTo>
                    <a:cubicBezTo>
                      <a:pt x="28" y="1"/>
                      <a:pt x="0" y="29"/>
                      <a:pt x="0" y="56"/>
                    </a:cubicBezTo>
                    <a:cubicBezTo>
                      <a:pt x="0" y="93"/>
                      <a:pt x="28" y="112"/>
                      <a:pt x="56" y="112"/>
                    </a:cubicBezTo>
                    <a:lnTo>
                      <a:pt x="3655" y="112"/>
                    </a:lnTo>
                    <a:cubicBezTo>
                      <a:pt x="3692" y="112"/>
                      <a:pt x="3720" y="93"/>
                      <a:pt x="3720" y="56"/>
                    </a:cubicBezTo>
                    <a:cubicBezTo>
                      <a:pt x="3720" y="29"/>
                      <a:pt x="3692" y="1"/>
                      <a:pt x="36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>
                <a:off x="7340175" y="2434875"/>
                <a:ext cx="1445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5780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5724" y="112"/>
                    </a:lnTo>
                    <a:cubicBezTo>
                      <a:pt x="5761" y="112"/>
                      <a:pt x="5779" y="84"/>
                      <a:pt x="5779" y="56"/>
                    </a:cubicBezTo>
                    <a:cubicBezTo>
                      <a:pt x="5779" y="19"/>
                      <a:pt x="5761" y="0"/>
                      <a:pt x="5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>
                <a:off x="7340175" y="2456200"/>
                <a:ext cx="478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1855" y="112"/>
                    </a:lnTo>
                    <a:cubicBezTo>
                      <a:pt x="1883" y="112"/>
                      <a:pt x="1911" y="84"/>
                      <a:pt x="1911" y="56"/>
                    </a:cubicBezTo>
                    <a:cubicBezTo>
                      <a:pt x="1911" y="19"/>
                      <a:pt x="1883" y="1"/>
                      <a:pt x="18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>
                <a:off x="7398850" y="2456200"/>
                <a:ext cx="8467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387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3330" y="112"/>
                    </a:lnTo>
                    <a:cubicBezTo>
                      <a:pt x="3358" y="112"/>
                      <a:pt x="3386" y="84"/>
                      <a:pt x="3386" y="56"/>
                    </a:cubicBezTo>
                    <a:cubicBezTo>
                      <a:pt x="3386" y="19"/>
                      <a:pt x="3358" y="1"/>
                      <a:pt x="3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>
                <a:off x="7414375" y="2425125"/>
                <a:ext cx="500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4" extrusionOk="0">
                    <a:moveTo>
                      <a:pt x="19" y="353"/>
                    </a:moveTo>
                    <a:cubicBezTo>
                      <a:pt x="19" y="233"/>
                      <a:pt x="19" y="121"/>
                      <a:pt x="1" y="1"/>
                    </a:cubicBezTo>
                    <a:lnTo>
                      <a:pt x="1" y="1"/>
                    </a:lnTo>
                    <a:lnTo>
                      <a:pt x="1" y="1"/>
                    </a:lnTo>
                    <a:cubicBezTo>
                      <a:pt x="19" y="121"/>
                      <a:pt x="19" y="233"/>
                      <a:pt x="19" y="3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>
                <a:off x="7106150" y="2233800"/>
                <a:ext cx="232650" cy="165625"/>
              </a:xfrm>
              <a:custGeom>
                <a:avLst/>
                <a:gdLst/>
                <a:ahLst/>
                <a:cxnLst/>
                <a:rect l="l" t="t" r="r" b="b"/>
                <a:pathLst>
                  <a:path w="9306" h="6625" extrusionOk="0">
                    <a:moveTo>
                      <a:pt x="16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6457"/>
                    </a:lnTo>
                    <a:cubicBezTo>
                      <a:pt x="1" y="6550"/>
                      <a:pt x="75" y="6624"/>
                      <a:pt x="168" y="6624"/>
                    </a:cubicBezTo>
                    <a:lnTo>
                      <a:pt x="9129" y="6624"/>
                    </a:lnTo>
                    <a:cubicBezTo>
                      <a:pt x="9222" y="6624"/>
                      <a:pt x="9305" y="6550"/>
                      <a:pt x="9305" y="6457"/>
                    </a:cubicBezTo>
                    <a:lnTo>
                      <a:pt x="9305" y="168"/>
                    </a:lnTo>
                    <a:cubicBezTo>
                      <a:pt x="9305" y="75"/>
                      <a:pt x="9222" y="1"/>
                      <a:pt x="91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>
                <a:off x="7104525" y="2232175"/>
                <a:ext cx="235675" cy="168850"/>
              </a:xfrm>
              <a:custGeom>
                <a:avLst/>
                <a:gdLst/>
                <a:ahLst/>
                <a:cxnLst/>
                <a:rect l="l" t="t" r="r" b="b"/>
                <a:pathLst>
                  <a:path w="9427" h="6754" extrusionOk="0">
                    <a:moveTo>
                      <a:pt x="9194" y="121"/>
                    </a:moveTo>
                    <a:cubicBezTo>
                      <a:pt x="9259" y="121"/>
                      <a:pt x="9305" y="177"/>
                      <a:pt x="9305" y="233"/>
                    </a:cubicBezTo>
                    <a:lnTo>
                      <a:pt x="9305" y="6522"/>
                    </a:lnTo>
                    <a:cubicBezTo>
                      <a:pt x="9305" y="6587"/>
                      <a:pt x="9259" y="6633"/>
                      <a:pt x="9194" y="6633"/>
                    </a:cubicBezTo>
                    <a:lnTo>
                      <a:pt x="233" y="6633"/>
                    </a:lnTo>
                    <a:cubicBezTo>
                      <a:pt x="168" y="6633"/>
                      <a:pt x="122" y="6587"/>
                      <a:pt x="122" y="6522"/>
                    </a:cubicBezTo>
                    <a:lnTo>
                      <a:pt x="122" y="233"/>
                    </a:lnTo>
                    <a:cubicBezTo>
                      <a:pt x="122" y="177"/>
                      <a:pt x="177" y="121"/>
                      <a:pt x="233" y="121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12"/>
                      <a:pt x="1" y="233"/>
                    </a:cubicBezTo>
                    <a:lnTo>
                      <a:pt x="1" y="6522"/>
                    </a:lnTo>
                    <a:cubicBezTo>
                      <a:pt x="1" y="6652"/>
                      <a:pt x="103" y="6754"/>
                      <a:pt x="233" y="6754"/>
                    </a:cubicBezTo>
                    <a:lnTo>
                      <a:pt x="9194" y="6754"/>
                    </a:lnTo>
                    <a:cubicBezTo>
                      <a:pt x="9324" y="6754"/>
                      <a:pt x="9426" y="6652"/>
                      <a:pt x="9426" y="6522"/>
                    </a:cubicBezTo>
                    <a:lnTo>
                      <a:pt x="9426" y="233"/>
                    </a:lnTo>
                    <a:cubicBezTo>
                      <a:pt x="9426" y="112"/>
                      <a:pt x="9324" y="1"/>
                      <a:pt x="91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>
                <a:off x="7119150" y="2221275"/>
                <a:ext cx="232625" cy="27850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1114" extrusionOk="0">
                    <a:moveTo>
                      <a:pt x="204" y="1"/>
                    </a:moveTo>
                    <a:cubicBezTo>
                      <a:pt x="93" y="1"/>
                      <a:pt x="0" y="93"/>
                      <a:pt x="0" y="205"/>
                    </a:cubicBezTo>
                    <a:lnTo>
                      <a:pt x="0" y="1114"/>
                    </a:lnTo>
                    <a:lnTo>
                      <a:pt x="9305" y="1114"/>
                    </a:lnTo>
                    <a:lnTo>
                      <a:pt x="9305" y="260"/>
                    </a:lnTo>
                    <a:cubicBezTo>
                      <a:pt x="9305" y="112"/>
                      <a:pt x="9184" y="1"/>
                      <a:pt x="90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7117750" y="2219650"/>
                <a:ext cx="235425" cy="30875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235" extrusionOk="0">
                    <a:moveTo>
                      <a:pt x="9092" y="121"/>
                    </a:moveTo>
                    <a:cubicBezTo>
                      <a:pt x="9203" y="121"/>
                      <a:pt x="9296" y="214"/>
                      <a:pt x="9296" y="325"/>
                    </a:cubicBezTo>
                    <a:lnTo>
                      <a:pt x="9296" y="1123"/>
                    </a:lnTo>
                    <a:lnTo>
                      <a:pt x="112" y="1123"/>
                    </a:lnTo>
                    <a:lnTo>
                      <a:pt x="112" y="270"/>
                    </a:lnTo>
                    <a:cubicBezTo>
                      <a:pt x="112" y="186"/>
                      <a:pt x="177" y="121"/>
                      <a:pt x="260" y="121"/>
                    </a:cubicBezTo>
                    <a:close/>
                    <a:moveTo>
                      <a:pt x="260" y="1"/>
                    </a:moveTo>
                    <a:cubicBezTo>
                      <a:pt x="112" y="1"/>
                      <a:pt x="1" y="121"/>
                      <a:pt x="1" y="270"/>
                    </a:cubicBezTo>
                    <a:lnTo>
                      <a:pt x="1" y="1234"/>
                    </a:lnTo>
                    <a:lnTo>
                      <a:pt x="9417" y="1234"/>
                    </a:lnTo>
                    <a:lnTo>
                      <a:pt x="9417" y="325"/>
                    </a:lnTo>
                    <a:cubicBezTo>
                      <a:pt x="9417" y="149"/>
                      <a:pt x="9268" y="1"/>
                      <a:pt x="90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>
                <a:off x="7143950" y="2229150"/>
                <a:ext cx="114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6" extrusionOk="0">
                    <a:moveTo>
                      <a:pt x="233" y="112"/>
                    </a:moveTo>
                    <a:cubicBezTo>
                      <a:pt x="289" y="112"/>
                      <a:pt x="344" y="168"/>
                      <a:pt x="344" y="224"/>
                    </a:cubicBezTo>
                    <a:cubicBezTo>
                      <a:pt x="344" y="289"/>
                      <a:pt x="289" y="344"/>
                      <a:pt x="233" y="344"/>
                    </a:cubicBezTo>
                    <a:cubicBezTo>
                      <a:pt x="168" y="344"/>
                      <a:pt x="112" y="289"/>
                      <a:pt x="112" y="224"/>
                    </a:cubicBezTo>
                    <a:cubicBezTo>
                      <a:pt x="11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53" y="456"/>
                      <a:pt x="456" y="354"/>
                      <a:pt x="456" y="233"/>
                    </a:cubicBezTo>
                    <a:cubicBezTo>
                      <a:pt x="456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>
                <a:off x="7160650" y="2229150"/>
                <a:ext cx="1162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56" extrusionOk="0">
                    <a:moveTo>
                      <a:pt x="233" y="112"/>
                    </a:moveTo>
                    <a:cubicBezTo>
                      <a:pt x="298" y="112"/>
                      <a:pt x="344" y="168"/>
                      <a:pt x="344" y="224"/>
                    </a:cubicBezTo>
                    <a:cubicBezTo>
                      <a:pt x="344" y="289"/>
                      <a:pt x="298" y="344"/>
                      <a:pt x="233" y="344"/>
                    </a:cubicBezTo>
                    <a:cubicBezTo>
                      <a:pt x="168" y="344"/>
                      <a:pt x="122" y="289"/>
                      <a:pt x="122" y="224"/>
                    </a:cubicBezTo>
                    <a:cubicBezTo>
                      <a:pt x="12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63" y="456"/>
                      <a:pt x="465" y="354"/>
                      <a:pt x="465" y="233"/>
                    </a:cubicBezTo>
                    <a:cubicBezTo>
                      <a:pt x="465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7127275" y="2229150"/>
                <a:ext cx="116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56" extrusionOk="0">
                    <a:moveTo>
                      <a:pt x="232" y="112"/>
                    </a:moveTo>
                    <a:cubicBezTo>
                      <a:pt x="297" y="112"/>
                      <a:pt x="343" y="168"/>
                      <a:pt x="343" y="224"/>
                    </a:cubicBezTo>
                    <a:cubicBezTo>
                      <a:pt x="343" y="289"/>
                      <a:pt x="297" y="344"/>
                      <a:pt x="232" y="344"/>
                    </a:cubicBezTo>
                    <a:cubicBezTo>
                      <a:pt x="167" y="344"/>
                      <a:pt x="121" y="289"/>
                      <a:pt x="121" y="224"/>
                    </a:cubicBezTo>
                    <a:cubicBezTo>
                      <a:pt x="121" y="168"/>
                      <a:pt x="167" y="112"/>
                      <a:pt x="232" y="112"/>
                    </a:cubicBezTo>
                    <a:close/>
                    <a:moveTo>
                      <a:pt x="232" y="1"/>
                    </a:moveTo>
                    <a:cubicBezTo>
                      <a:pt x="102" y="1"/>
                      <a:pt x="0" y="103"/>
                      <a:pt x="0" y="233"/>
                    </a:cubicBezTo>
                    <a:cubicBezTo>
                      <a:pt x="0" y="354"/>
                      <a:pt x="102" y="456"/>
                      <a:pt x="232" y="456"/>
                    </a:cubicBezTo>
                    <a:cubicBezTo>
                      <a:pt x="362" y="456"/>
                      <a:pt x="464" y="354"/>
                      <a:pt x="464" y="233"/>
                    </a:cubicBezTo>
                    <a:cubicBezTo>
                      <a:pt x="464" y="103"/>
                      <a:pt x="362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>
                <a:off x="7118925" y="2249100"/>
                <a:ext cx="232625" cy="136625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5465" extrusionOk="0">
                    <a:moveTo>
                      <a:pt x="37" y="1"/>
                    </a:moveTo>
                    <a:cubicBezTo>
                      <a:pt x="19" y="1"/>
                      <a:pt x="0" y="19"/>
                      <a:pt x="0" y="29"/>
                    </a:cubicBezTo>
                    <a:lnTo>
                      <a:pt x="0" y="5437"/>
                    </a:lnTo>
                    <a:cubicBezTo>
                      <a:pt x="0" y="5455"/>
                      <a:pt x="19" y="5465"/>
                      <a:pt x="37" y="5465"/>
                    </a:cubicBezTo>
                    <a:lnTo>
                      <a:pt x="9277" y="5465"/>
                    </a:lnTo>
                    <a:cubicBezTo>
                      <a:pt x="9295" y="5465"/>
                      <a:pt x="9305" y="5455"/>
                      <a:pt x="9305" y="5437"/>
                    </a:cubicBezTo>
                    <a:lnTo>
                      <a:pt x="9305" y="29"/>
                    </a:lnTo>
                    <a:cubicBezTo>
                      <a:pt x="9305" y="19"/>
                      <a:pt x="9295" y="1"/>
                      <a:pt x="92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>
                <a:off x="7117525" y="2247725"/>
                <a:ext cx="235650" cy="139625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5585" extrusionOk="0">
                    <a:moveTo>
                      <a:pt x="9305" y="111"/>
                    </a:moveTo>
                    <a:lnTo>
                      <a:pt x="9305" y="5464"/>
                    </a:lnTo>
                    <a:lnTo>
                      <a:pt x="121" y="5464"/>
                    </a:lnTo>
                    <a:lnTo>
                      <a:pt x="121" y="111"/>
                    </a:lnTo>
                    <a:close/>
                    <a:moveTo>
                      <a:pt x="93" y="0"/>
                    </a:moveTo>
                    <a:cubicBezTo>
                      <a:pt x="38" y="0"/>
                      <a:pt x="0" y="37"/>
                      <a:pt x="0" y="84"/>
                    </a:cubicBezTo>
                    <a:lnTo>
                      <a:pt x="0" y="5492"/>
                    </a:lnTo>
                    <a:cubicBezTo>
                      <a:pt x="0" y="5538"/>
                      <a:pt x="38" y="5585"/>
                      <a:pt x="93" y="5585"/>
                    </a:cubicBezTo>
                    <a:lnTo>
                      <a:pt x="9333" y="5585"/>
                    </a:lnTo>
                    <a:cubicBezTo>
                      <a:pt x="9379" y="5585"/>
                      <a:pt x="9426" y="5538"/>
                      <a:pt x="9426" y="5492"/>
                    </a:cubicBezTo>
                    <a:lnTo>
                      <a:pt x="9426" y="84"/>
                    </a:lnTo>
                    <a:cubicBezTo>
                      <a:pt x="9426" y="37"/>
                      <a:pt x="9379" y="0"/>
                      <a:pt x="93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7224200" y="2280875"/>
                <a:ext cx="986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113" extrusionOk="0">
                    <a:moveTo>
                      <a:pt x="56" y="1"/>
                    </a:moveTo>
                    <a:cubicBezTo>
                      <a:pt x="19" y="1"/>
                      <a:pt x="1" y="19"/>
                      <a:pt x="1" y="56"/>
                    </a:cubicBezTo>
                    <a:cubicBezTo>
                      <a:pt x="1" y="84"/>
                      <a:pt x="19" y="112"/>
                      <a:pt x="56" y="112"/>
                    </a:cubicBezTo>
                    <a:lnTo>
                      <a:pt x="3888" y="112"/>
                    </a:lnTo>
                    <a:cubicBezTo>
                      <a:pt x="3915" y="112"/>
                      <a:pt x="3943" y="84"/>
                      <a:pt x="3943" y="56"/>
                    </a:cubicBezTo>
                    <a:cubicBezTo>
                      <a:pt x="3943" y="19"/>
                      <a:pt x="3915" y="1"/>
                      <a:pt x="38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7224200" y="2296650"/>
                <a:ext cx="364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2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401" y="121"/>
                    </a:lnTo>
                    <a:cubicBezTo>
                      <a:pt x="1429" y="121"/>
                      <a:pt x="1457" y="93"/>
                      <a:pt x="1457" y="56"/>
                    </a:cubicBezTo>
                    <a:cubicBezTo>
                      <a:pt x="1457" y="28"/>
                      <a:pt x="1429" y="0"/>
                      <a:pt x="14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7271525" y="2296650"/>
                <a:ext cx="438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754" h="12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1698" y="121"/>
                    </a:lnTo>
                    <a:cubicBezTo>
                      <a:pt x="1726" y="121"/>
                      <a:pt x="1753" y="93"/>
                      <a:pt x="1753" y="56"/>
                    </a:cubicBezTo>
                    <a:cubicBezTo>
                      <a:pt x="1753" y="28"/>
                      <a:pt x="1726" y="0"/>
                      <a:pt x="1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7224200" y="2344900"/>
                <a:ext cx="6427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571" h="112" extrusionOk="0">
                    <a:moveTo>
                      <a:pt x="56" y="0"/>
                    </a:moveTo>
                    <a:cubicBezTo>
                      <a:pt x="19" y="0"/>
                      <a:pt x="1" y="19"/>
                      <a:pt x="1" y="56"/>
                    </a:cubicBezTo>
                    <a:cubicBezTo>
                      <a:pt x="1" y="84"/>
                      <a:pt x="19" y="111"/>
                      <a:pt x="56" y="111"/>
                    </a:cubicBezTo>
                    <a:lnTo>
                      <a:pt x="2515" y="111"/>
                    </a:lnTo>
                    <a:cubicBezTo>
                      <a:pt x="2543" y="111"/>
                      <a:pt x="2570" y="84"/>
                      <a:pt x="2570" y="56"/>
                    </a:cubicBezTo>
                    <a:cubicBezTo>
                      <a:pt x="2570" y="19"/>
                      <a:pt x="2543" y="0"/>
                      <a:pt x="25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7224200" y="2313350"/>
                <a:ext cx="9952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11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12"/>
                      <a:pt x="56" y="112"/>
                    </a:cubicBezTo>
                    <a:lnTo>
                      <a:pt x="3925" y="112"/>
                    </a:lnTo>
                    <a:cubicBezTo>
                      <a:pt x="3953" y="112"/>
                      <a:pt x="3980" y="93"/>
                      <a:pt x="3980" y="56"/>
                    </a:cubicBezTo>
                    <a:cubicBezTo>
                      <a:pt x="3980" y="28"/>
                      <a:pt x="3953" y="0"/>
                      <a:pt x="39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7224200" y="2329125"/>
                <a:ext cx="33425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121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65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281" y="121"/>
                    </a:lnTo>
                    <a:cubicBezTo>
                      <a:pt x="1309" y="121"/>
                      <a:pt x="1337" y="93"/>
                      <a:pt x="1337" y="65"/>
                    </a:cubicBezTo>
                    <a:cubicBezTo>
                      <a:pt x="1337" y="28"/>
                      <a:pt x="1309" y="0"/>
                      <a:pt x="1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7264100" y="2329125"/>
                <a:ext cx="5870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292" y="121"/>
                    </a:lnTo>
                    <a:cubicBezTo>
                      <a:pt x="2319" y="121"/>
                      <a:pt x="2347" y="93"/>
                      <a:pt x="2347" y="65"/>
                    </a:cubicBezTo>
                    <a:cubicBezTo>
                      <a:pt x="2347" y="28"/>
                      <a:pt x="2319" y="0"/>
                      <a:pt x="22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7136550" y="2273925"/>
                <a:ext cx="70525" cy="70525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1" extrusionOk="0">
                    <a:moveTo>
                      <a:pt x="1410" y="0"/>
                    </a:moveTo>
                    <a:cubicBezTo>
                      <a:pt x="631" y="0"/>
                      <a:pt x="0" y="631"/>
                      <a:pt x="0" y="1410"/>
                    </a:cubicBezTo>
                    <a:cubicBezTo>
                      <a:pt x="0" y="2190"/>
                      <a:pt x="631" y="2820"/>
                      <a:pt x="1410" y="2820"/>
                    </a:cubicBezTo>
                    <a:cubicBezTo>
                      <a:pt x="2189" y="2820"/>
                      <a:pt x="2820" y="2190"/>
                      <a:pt x="2820" y="1410"/>
                    </a:cubicBezTo>
                    <a:lnTo>
                      <a:pt x="1410" y="1410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7135150" y="2272525"/>
                <a:ext cx="73300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2932" h="2942" extrusionOk="0">
                    <a:moveTo>
                      <a:pt x="1411" y="121"/>
                    </a:moveTo>
                    <a:lnTo>
                      <a:pt x="1411" y="1466"/>
                    </a:lnTo>
                    <a:cubicBezTo>
                      <a:pt x="1411" y="1504"/>
                      <a:pt x="1438" y="1531"/>
                      <a:pt x="1466" y="1531"/>
                    </a:cubicBezTo>
                    <a:lnTo>
                      <a:pt x="2821" y="1531"/>
                    </a:lnTo>
                    <a:cubicBezTo>
                      <a:pt x="2783" y="2246"/>
                      <a:pt x="2190" y="2821"/>
                      <a:pt x="1466" y="2821"/>
                    </a:cubicBezTo>
                    <a:cubicBezTo>
                      <a:pt x="724" y="2821"/>
                      <a:pt x="112" y="2218"/>
                      <a:pt x="112" y="1466"/>
                    </a:cubicBezTo>
                    <a:cubicBezTo>
                      <a:pt x="112" y="743"/>
                      <a:pt x="687" y="149"/>
                      <a:pt x="1411" y="121"/>
                    </a:cubicBezTo>
                    <a:close/>
                    <a:moveTo>
                      <a:pt x="1466" y="1"/>
                    </a:moveTo>
                    <a:cubicBezTo>
                      <a:pt x="659" y="1"/>
                      <a:pt x="0" y="659"/>
                      <a:pt x="0" y="1476"/>
                    </a:cubicBezTo>
                    <a:cubicBezTo>
                      <a:pt x="0" y="2283"/>
                      <a:pt x="659" y="2941"/>
                      <a:pt x="1466" y="2941"/>
                    </a:cubicBezTo>
                    <a:cubicBezTo>
                      <a:pt x="2273" y="2941"/>
                      <a:pt x="2932" y="2283"/>
                      <a:pt x="2932" y="1476"/>
                    </a:cubicBezTo>
                    <a:cubicBezTo>
                      <a:pt x="2932" y="1439"/>
                      <a:pt x="2913" y="1411"/>
                      <a:pt x="2876" y="1411"/>
                    </a:cubicBezTo>
                    <a:lnTo>
                      <a:pt x="1522" y="1411"/>
                    </a:lnTo>
                    <a:lnTo>
                      <a:pt x="1522" y="56"/>
                    </a:lnTo>
                    <a:cubicBezTo>
                      <a:pt x="1522" y="29"/>
                      <a:pt x="1503" y="1"/>
                      <a:pt x="14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7133525" y="2274375"/>
                <a:ext cx="70525" cy="70550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2" extrusionOk="0">
                    <a:moveTo>
                      <a:pt x="1411" y="1"/>
                    </a:moveTo>
                    <a:cubicBezTo>
                      <a:pt x="631" y="1"/>
                      <a:pt x="1" y="632"/>
                      <a:pt x="1" y="1411"/>
                    </a:cubicBezTo>
                    <a:cubicBezTo>
                      <a:pt x="1" y="2190"/>
                      <a:pt x="631" y="2821"/>
                      <a:pt x="1411" y="2821"/>
                    </a:cubicBezTo>
                    <a:cubicBezTo>
                      <a:pt x="2190" y="2821"/>
                      <a:pt x="2821" y="2190"/>
                      <a:pt x="2821" y="1411"/>
                    </a:cubicBez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7132125" y="2273000"/>
                <a:ext cx="73325" cy="73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41" extrusionOk="0">
                    <a:moveTo>
                      <a:pt x="1411" y="121"/>
                    </a:moveTo>
                    <a:lnTo>
                      <a:pt x="1411" y="1531"/>
                    </a:lnTo>
                    <a:lnTo>
                      <a:pt x="2812" y="1531"/>
                    </a:lnTo>
                    <a:cubicBezTo>
                      <a:pt x="2784" y="2245"/>
                      <a:pt x="2190" y="2820"/>
                      <a:pt x="1467" y="2820"/>
                    </a:cubicBezTo>
                    <a:cubicBezTo>
                      <a:pt x="715" y="2820"/>
                      <a:pt x="112" y="2217"/>
                      <a:pt x="112" y="1466"/>
                    </a:cubicBezTo>
                    <a:cubicBezTo>
                      <a:pt x="112" y="742"/>
                      <a:pt x="687" y="149"/>
                      <a:pt x="1411" y="121"/>
                    </a:cubicBezTo>
                    <a:close/>
                    <a:moveTo>
                      <a:pt x="1467" y="0"/>
                    </a:moveTo>
                    <a:cubicBezTo>
                      <a:pt x="660" y="0"/>
                      <a:pt x="1" y="659"/>
                      <a:pt x="1" y="1466"/>
                    </a:cubicBezTo>
                    <a:cubicBezTo>
                      <a:pt x="1" y="2282"/>
                      <a:pt x="660" y="2941"/>
                      <a:pt x="1467" y="2941"/>
                    </a:cubicBezTo>
                    <a:cubicBezTo>
                      <a:pt x="2274" y="2941"/>
                      <a:pt x="2932" y="2282"/>
                      <a:pt x="2932" y="1466"/>
                    </a:cubicBezTo>
                    <a:lnTo>
                      <a:pt x="2932" y="1410"/>
                    </a:lnTo>
                    <a:lnTo>
                      <a:pt x="1522" y="1410"/>
                    </a:lnTo>
                    <a:lnTo>
                      <a:pt x="15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7288225" y="2174500"/>
                <a:ext cx="117825" cy="104850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194" extrusionOk="0">
                    <a:moveTo>
                      <a:pt x="2354" y="0"/>
                    </a:moveTo>
                    <a:cubicBezTo>
                      <a:pt x="1744" y="0"/>
                      <a:pt x="1140" y="266"/>
                      <a:pt x="724" y="777"/>
                    </a:cubicBezTo>
                    <a:cubicBezTo>
                      <a:pt x="0" y="1677"/>
                      <a:pt x="130" y="2994"/>
                      <a:pt x="1030" y="3727"/>
                    </a:cubicBezTo>
                    <a:cubicBezTo>
                      <a:pt x="1420" y="4040"/>
                      <a:pt x="1888" y="4194"/>
                      <a:pt x="2352" y="4194"/>
                    </a:cubicBezTo>
                    <a:cubicBezTo>
                      <a:pt x="2961" y="4194"/>
                      <a:pt x="3564" y="3931"/>
                      <a:pt x="3980" y="3421"/>
                    </a:cubicBezTo>
                    <a:cubicBezTo>
                      <a:pt x="4713" y="2521"/>
                      <a:pt x="4573" y="1204"/>
                      <a:pt x="3674" y="471"/>
                    </a:cubicBezTo>
                    <a:cubicBezTo>
                      <a:pt x="3285" y="154"/>
                      <a:pt x="2818" y="0"/>
                      <a:pt x="2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7293325" y="2173275"/>
                <a:ext cx="107625" cy="10762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4305" extrusionOk="0">
                    <a:moveTo>
                      <a:pt x="2152" y="112"/>
                    </a:moveTo>
                    <a:cubicBezTo>
                      <a:pt x="3275" y="112"/>
                      <a:pt x="4193" y="1030"/>
                      <a:pt x="4193" y="2153"/>
                    </a:cubicBezTo>
                    <a:cubicBezTo>
                      <a:pt x="4193" y="3275"/>
                      <a:pt x="3275" y="4193"/>
                      <a:pt x="2152" y="4193"/>
                    </a:cubicBezTo>
                    <a:cubicBezTo>
                      <a:pt x="1030" y="4193"/>
                      <a:pt x="111" y="3275"/>
                      <a:pt x="111" y="2153"/>
                    </a:cubicBezTo>
                    <a:cubicBezTo>
                      <a:pt x="111" y="1030"/>
                      <a:pt x="1030" y="112"/>
                      <a:pt x="2152" y="112"/>
                    </a:cubicBezTo>
                    <a:close/>
                    <a:moveTo>
                      <a:pt x="2152" y="0"/>
                    </a:moveTo>
                    <a:cubicBezTo>
                      <a:pt x="965" y="0"/>
                      <a:pt x="0" y="965"/>
                      <a:pt x="0" y="2153"/>
                    </a:cubicBezTo>
                    <a:cubicBezTo>
                      <a:pt x="0" y="3340"/>
                      <a:pt x="965" y="4305"/>
                      <a:pt x="2152" y="4305"/>
                    </a:cubicBezTo>
                    <a:cubicBezTo>
                      <a:pt x="3340" y="4305"/>
                      <a:pt x="4305" y="3340"/>
                      <a:pt x="4305" y="2153"/>
                    </a:cubicBezTo>
                    <a:cubicBezTo>
                      <a:pt x="4305" y="965"/>
                      <a:pt x="3340" y="0"/>
                      <a:pt x="2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7296575" y="2169100"/>
                <a:ext cx="112725" cy="104825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4193" extrusionOk="0">
                    <a:moveTo>
                      <a:pt x="2260" y="1"/>
                    </a:moveTo>
                    <a:cubicBezTo>
                      <a:pt x="2148" y="1"/>
                      <a:pt x="2035" y="10"/>
                      <a:pt x="1920" y="28"/>
                    </a:cubicBezTo>
                    <a:cubicBezTo>
                      <a:pt x="779" y="214"/>
                      <a:pt x="0" y="1290"/>
                      <a:pt x="186" y="2431"/>
                    </a:cubicBezTo>
                    <a:cubicBezTo>
                      <a:pt x="353" y="3459"/>
                      <a:pt x="1242" y="4193"/>
                      <a:pt x="2251" y="4193"/>
                    </a:cubicBezTo>
                    <a:cubicBezTo>
                      <a:pt x="2362" y="4193"/>
                      <a:pt x="2475" y="4184"/>
                      <a:pt x="2588" y="4166"/>
                    </a:cubicBezTo>
                    <a:cubicBezTo>
                      <a:pt x="3739" y="3980"/>
                      <a:pt x="4509" y="2904"/>
                      <a:pt x="4323" y="1763"/>
                    </a:cubicBezTo>
                    <a:cubicBezTo>
                      <a:pt x="4156" y="728"/>
                      <a:pt x="3268" y="1"/>
                      <a:pt x="22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7299125" y="2167700"/>
                <a:ext cx="1078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4314" h="4306" extrusionOk="0">
                    <a:moveTo>
                      <a:pt x="2162" y="121"/>
                    </a:moveTo>
                    <a:cubicBezTo>
                      <a:pt x="3284" y="121"/>
                      <a:pt x="4193" y="1030"/>
                      <a:pt x="4193" y="2153"/>
                    </a:cubicBezTo>
                    <a:cubicBezTo>
                      <a:pt x="4193" y="3275"/>
                      <a:pt x="3284" y="4194"/>
                      <a:pt x="2162" y="4194"/>
                    </a:cubicBezTo>
                    <a:cubicBezTo>
                      <a:pt x="1030" y="4194"/>
                      <a:pt x="121" y="3275"/>
                      <a:pt x="121" y="2153"/>
                    </a:cubicBezTo>
                    <a:cubicBezTo>
                      <a:pt x="121" y="1030"/>
                      <a:pt x="1030" y="121"/>
                      <a:pt x="2162" y="121"/>
                    </a:cubicBezTo>
                    <a:close/>
                    <a:moveTo>
                      <a:pt x="2162" y="1"/>
                    </a:moveTo>
                    <a:cubicBezTo>
                      <a:pt x="974" y="1"/>
                      <a:pt x="0" y="965"/>
                      <a:pt x="0" y="2153"/>
                    </a:cubicBezTo>
                    <a:cubicBezTo>
                      <a:pt x="0" y="3340"/>
                      <a:pt x="974" y="4305"/>
                      <a:pt x="2162" y="4305"/>
                    </a:cubicBezTo>
                    <a:cubicBezTo>
                      <a:pt x="3349" y="4305"/>
                      <a:pt x="4314" y="3340"/>
                      <a:pt x="4314" y="2153"/>
                    </a:cubicBezTo>
                    <a:cubicBezTo>
                      <a:pt x="4314" y="965"/>
                      <a:pt x="3349" y="1"/>
                      <a:pt x="2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7335750" y="2167700"/>
                <a:ext cx="34125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4306" extrusionOk="0">
                    <a:moveTo>
                      <a:pt x="678" y="121"/>
                    </a:moveTo>
                    <a:cubicBezTo>
                      <a:pt x="947" y="121"/>
                      <a:pt x="1244" y="956"/>
                      <a:pt x="1244" y="2153"/>
                    </a:cubicBezTo>
                    <a:cubicBezTo>
                      <a:pt x="1244" y="3359"/>
                      <a:pt x="947" y="4194"/>
                      <a:pt x="678" y="4194"/>
                    </a:cubicBezTo>
                    <a:cubicBezTo>
                      <a:pt x="409" y="4194"/>
                      <a:pt x="112" y="3359"/>
                      <a:pt x="112" y="2153"/>
                    </a:cubicBezTo>
                    <a:cubicBezTo>
                      <a:pt x="112" y="956"/>
                      <a:pt x="409" y="121"/>
                      <a:pt x="678" y="121"/>
                    </a:cubicBezTo>
                    <a:close/>
                    <a:moveTo>
                      <a:pt x="678" y="1"/>
                    </a:moveTo>
                    <a:cubicBezTo>
                      <a:pt x="233" y="1"/>
                      <a:pt x="1" y="1114"/>
                      <a:pt x="1" y="2153"/>
                    </a:cubicBezTo>
                    <a:cubicBezTo>
                      <a:pt x="1" y="3201"/>
                      <a:pt x="233" y="4305"/>
                      <a:pt x="678" y="4305"/>
                    </a:cubicBezTo>
                    <a:cubicBezTo>
                      <a:pt x="1123" y="4305"/>
                      <a:pt x="1364" y="3201"/>
                      <a:pt x="1364" y="2153"/>
                    </a:cubicBezTo>
                    <a:cubicBezTo>
                      <a:pt x="1364" y="1114"/>
                      <a:pt x="1123" y="1"/>
                      <a:pt x="6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7303050" y="2203425"/>
                <a:ext cx="9905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12" extrusionOk="0">
                    <a:moveTo>
                      <a:pt x="1" y="0"/>
                    </a:moveTo>
                    <a:lnTo>
                      <a:pt x="1" y="112"/>
                    </a:lnTo>
                    <a:lnTo>
                      <a:pt x="3962" y="112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7303050" y="2238675"/>
                <a:ext cx="990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21" extrusionOk="0">
                    <a:moveTo>
                      <a:pt x="1" y="0"/>
                    </a:moveTo>
                    <a:lnTo>
                      <a:pt x="1" y="121"/>
                    </a:lnTo>
                    <a:lnTo>
                      <a:pt x="3962" y="121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8" name="Google Shape;368;p19"/>
            <p:cNvSpPr/>
            <p:nvPr/>
          </p:nvSpPr>
          <p:spPr>
            <a:xfrm>
              <a:off x="1925692" y="2196479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" name="Google Shape;369;p19"/>
            <p:cNvGrpSpPr/>
            <p:nvPr/>
          </p:nvGrpSpPr>
          <p:grpSpPr>
            <a:xfrm>
              <a:off x="3729110" y="795775"/>
              <a:ext cx="1239906" cy="584116"/>
              <a:chOff x="6947135" y="2460525"/>
              <a:chExt cx="1239906" cy="584116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7878097" y="2638928"/>
                <a:ext cx="304483" cy="39265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1" y="1"/>
                    </a:moveTo>
                    <a:lnTo>
                      <a:pt x="1" y="492"/>
                    </a:lnTo>
                    <a:lnTo>
                      <a:pt x="3823" y="492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7872920" y="2634468"/>
                <a:ext cx="31412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604" extrusionOk="0">
                    <a:moveTo>
                      <a:pt x="3823" y="112"/>
                    </a:moveTo>
                    <a:lnTo>
                      <a:pt x="3823" y="483"/>
                    </a:lnTo>
                    <a:lnTo>
                      <a:pt x="121" y="483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"/>
                      <a:pt x="19" y="10"/>
                    </a:cubicBezTo>
                    <a:cubicBezTo>
                      <a:pt x="10" y="29"/>
                      <a:pt x="1" y="38"/>
                      <a:pt x="1" y="57"/>
                    </a:cubicBezTo>
                    <a:lnTo>
                      <a:pt x="1" y="548"/>
                    </a:lnTo>
                    <a:cubicBezTo>
                      <a:pt x="1" y="576"/>
                      <a:pt x="28" y="604"/>
                      <a:pt x="56" y="604"/>
                    </a:cubicBezTo>
                    <a:lnTo>
                      <a:pt x="3878" y="604"/>
                    </a:lnTo>
                    <a:cubicBezTo>
                      <a:pt x="3897" y="604"/>
                      <a:pt x="3915" y="595"/>
                      <a:pt x="3925" y="585"/>
                    </a:cubicBezTo>
                    <a:cubicBezTo>
                      <a:pt x="3934" y="576"/>
                      <a:pt x="3943" y="558"/>
                      <a:pt x="3943" y="548"/>
                    </a:cubicBezTo>
                    <a:lnTo>
                      <a:pt x="3943" y="57"/>
                    </a:lnTo>
                    <a:cubicBezTo>
                      <a:pt x="3943" y="19"/>
                      <a:pt x="3915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7878097" y="2725342"/>
                <a:ext cx="174423" cy="25247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7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2190" y="316"/>
                    </a:lnTo>
                    <a:lnTo>
                      <a:pt x="21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7872920" y="2720165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2"/>
                    </a:moveTo>
                    <a:lnTo>
                      <a:pt x="2199" y="326"/>
                    </a:lnTo>
                    <a:lnTo>
                      <a:pt x="121" y="326"/>
                    </a:lnTo>
                    <a:lnTo>
                      <a:pt x="121" y="122"/>
                    </a:lnTo>
                    <a:close/>
                    <a:moveTo>
                      <a:pt x="66" y="1"/>
                    </a:moveTo>
                    <a:cubicBezTo>
                      <a:pt x="28" y="1"/>
                      <a:pt x="1" y="29"/>
                      <a:pt x="1" y="66"/>
                    </a:cubicBezTo>
                    <a:lnTo>
                      <a:pt x="1" y="381"/>
                    </a:lnTo>
                    <a:cubicBezTo>
                      <a:pt x="1" y="400"/>
                      <a:pt x="10" y="409"/>
                      <a:pt x="19" y="418"/>
                    </a:cubicBezTo>
                    <a:cubicBezTo>
                      <a:pt x="28" y="437"/>
                      <a:pt x="47" y="437"/>
                      <a:pt x="66" y="437"/>
                    </a:cubicBezTo>
                    <a:lnTo>
                      <a:pt x="2255" y="437"/>
                    </a:lnTo>
                    <a:cubicBezTo>
                      <a:pt x="2292" y="437"/>
                      <a:pt x="2311" y="409"/>
                      <a:pt x="2311" y="381"/>
                    </a:cubicBezTo>
                    <a:lnTo>
                      <a:pt x="2311" y="66"/>
                    </a:lnTo>
                    <a:cubicBezTo>
                      <a:pt x="2311" y="47"/>
                      <a:pt x="2311" y="29"/>
                      <a:pt x="2301" y="20"/>
                    </a:cubicBezTo>
                    <a:cubicBezTo>
                      <a:pt x="2283" y="10"/>
                      <a:pt x="2273" y="1"/>
                      <a:pt x="22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7878097" y="2797818"/>
                <a:ext cx="174423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6" extrusionOk="0">
                    <a:moveTo>
                      <a:pt x="1" y="0"/>
                    </a:moveTo>
                    <a:lnTo>
                      <a:pt x="1" y="315"/>
                    </a:lnTo>
                    <a:lnTo>
                      <a:pt x="2190" y="315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7872920" y="2793358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66" y="0"/>
                    </a:moveTo>
                    <a:cubicBezTo>
                      <a:pt x="28" y="0"/>
                      <a:pt x="1" y="28"/>
                      <a:pt x="1" y="56"/>
                    </a:cubicBezTo>
                    <a:lnTo>
                      <a:pt x="1" y="371"/>
                    </a:lnTo>
                    <a:cubicBezTo>
                      <a:pt x="1" y="390"/>
                      <a:pt x="10" y="409"/>
                      <a:pt x="19" y="418"/>
                    </a:cubicBezTo>
                    <a:cubicBezTo>
                      <a:pt x="28" y="427"/>
                      <a:pt x="47" y="436"/>
                      <a:pt x="66" y="436"/>
                    </a:cubicBezTo>
                    <a:lnTo>
                      <a:pt x="2255" y="436"/>
                    </a:lnTo>
                    <a:cubicBezTo>
                      <a:pt x="2273" y="436"/>
                      <a:pt x="2283" y="427"/>
                      <a:pt x="2301" y="418"/>
                    </a:cubicBezTo>
                    <a:cubicBezTo>
                      <a:pt x="2311" y="409"/>
                      <a:pt x="2311" y="390"/>
                      <a:pt x="2311" y="371"/>
                    </a:cubicBezTo>
                    <a:lnTo>
                      <a:pt x="2311" y="56"/>
                    </a:lnTo>
                    <a:cubicBezTo>
                      <a:pt x="2311" y="28"/>
                      <a:pt x="2292" y="0"/>
                      <a:pt x="2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985603" y="2857631"/>
                <a:ext cx="295563" cy="127910"/>
              </a:xfrm>
              <a:custGeom>
                <a:avLst/>
                <a:gdLst/>
                <a:ahLst/>
                <a:cxnLst/>
                <a:rect l="l" t="t" r="r" b="b"/>
                <a:pathLst>
                  <a:path w="3711" h="1606" extrusionOk="0">
                    <a:moveTo>
                      <a:pt x="3711" y="0"/>
                    </a:moveTo>
                    <a:lnTo>
                      <a:pt x="0" y="1605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980426" y="2853330"/>
                <a:ext cx="305916" cy="136591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5" extrusionOk="0">
                    <a:moveTo>
                      <a:pt x="3773" y="1"/>
                    </a:moveTo>
                    <a:cubicBezTo>
                      <a:pt x="3764" y="1"/>
                      <a:pt x="3756" y="3"/>
                      <a:pt x="3748" y="8"/>
                    </a:cubicBezTo>
                    <a:lnTo>
                      <a:pt x="47" y="1604"/>
                    </a:lnTo>
                    <a:cubicBezTo>
                      <a:pt x="10" y="1613"/>
                      <a:pt x="0" y="1650"/>
                      <a:pt x="10" y="1678"/>
                    </a:cubicBezTo>
                    <a:cubicBezTo>
                      <a:pt x="19" y="1696"/>
                      <a:pt x="47" y="1715"/>
                      <a:pt x="65" y="1715"/>
                    </a:cubicBezTo>
                    <a:cubicBezTo>
                      <a:pt x="75" y="1715"/>
                      <a:pt x="84" y="1715"/>
                      <a:pt x="84" y="1706"/>
                    </a:cubicBezTo>
                    <a:lnTo>
                      <a:pt x="3795" y="110"/>
                    </a:lnTo>
                    <a:cubicBezTo>
                      <a:pt x="3822" y="101"/>
                      <a:pt x="3841" y="64"/>
                      <a:pt x="3832" y="36"/>
                    </a:cubicBezTo>
                    <a:cubicBezTo>
                      <a:pt x="3818" y="16"/>
                      <a:pt x="3795" y="1"/>
                      <a:pt x="3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951595" y="2965470"/>
                <a:ext cx="48822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04" extrusionOk="0">
                    <a:moveTo>
                      <a:pt x="168" y="1"/>
                    </a:moveTo>
                    <a:lnTo>
                      <a:pt x="1" y="446"/>
                    </a:lnTo>
                    <a:lnTo>
                      <a:pt x="446" y="604"/>
                    </a:lnTo>
                    <a:lnTo>
                      <a:pt x="613" y="15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47135" y="2961487"/>
                <a:ext cx="57743" cy="57265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9" extrusionOk="0">
                    <a:moveTo>
                      <a:pt x="251" y="134"/>
                    </a:moveTo>
                    <a:lnTo>
                      <a:pt x="595" y="255"/>
                    </a:lnTo>
                    <a:lnTo>
                      <a:pt x="465" y="589"/>
                    </a:lnTo>
                    <a:lnTo>
                      <a:pt x="131" y="468"/>
                    </a:lnTo>
                    <a:lnTo>
                      <a:pt x="251" y="134"/>
                    </a:lnTo>
                    <a:close/>
                    <a:moveTo>
                      <a:pt x="216" y="1"/>
                    </a:moveTo>
                    <a:cubicBezTo>
                      <a:pt x="192" y="1"/>
                      <a:pt x="175" y="11"/>
                      <a:pt x="168" y="32"/>
                    </a:cubicBezTo>
                    <a:lnTo>
                      <a:pt x="1" y="478"/>
                    </a:lnTo>
                    <a:cubicBezTo>
                      <a:pt x="1" y="496"/>
                      <a:pt x="1" y="515"/>
                      <a:pt x="10" y="524"/>
                    </a:cubicBezTo>
                    <a:cubicBezTo>
                      <a:pt x="10" y="543"/>
                      <a:pt x="29" y="552"/>
                      <a:pt x="38" y="552"/>
                    </a:cubicBezTo>
                    <a:lnTo>
                      <a:pt x="483" y="719"/>
                    </a:lnTo>
                    <a:lnTo>
                      <a:pt x="502" y="719"/>
                    </a:lnTo>
                    <a:cubicBezTo>
                      <a:pt x="530" y="719"/>
                      <a:pt x="548" y="700"/>
                      <a:pt x="558" y="682"/>
                    </a:cubicBezTo>
                    <a:lnTo>
                      <a:pt x="715" y="236"/>
                    </a:lnTo>
                    <a:cubicBezTo>
                      <a:pt x="724" y="209"/>
                      <a:pt x="715" y="171"/>
                      <a:pt x="678" y="162"/>
                    </a:cubicBezTo>
                    <a:lnTo>
                      <a:pt x="242" y="4"/>
                    </a:lnTo>
                    <a:cubicBezTo>
                      <a:pt x="233" y="2"/>
                      <a:pt x="224" y="1"/>
                      <a:pt x="2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64836" y="2488002"/>
                <a:ext cx="591922" cy="551701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927" extrusionOk="0">
                    <a:moveTo>
                      <a:pt x="3715" y="0"/>
                    </a:moveTo>
                    <a:cubicBezTo>
                      <a:pt x="2032" y="0"/>
                      <a:pt x="558" y="1228"/>
                      <a:pt x="288" y="2944"/>
                    </a:cubicBezTo>
                    <a:cubicBezTo>
                      <a:pt x="1" y="4827"/>
                      <a:pt x="1300" y="6599"/>
                      <a:pt x="3192" y="6886"/>
                    </a:cubicBezTo>
                    <a:cubicBezTo>
                      <a:pt x="3369" y="6913"/>
                      <a:pt x="3545" y="6927"/>
                      <a:pt x="3718" y="6927"/>
                    </a:cubicBezTo>
                    <a:cubicBezTo>
                      <a:pt x="5395" y="6927"/>
                      <a:pt x="6874" y="5707"/>
                      <a:pt x="7135" y="3992"/>
                    </a:cubicBezTo>
                    <a:cubicBezTo>
                      <a:pt x="7432" y="2100"/>
                      <a:pt x="6133" y="328"/>
                      <a:pt x="4240" y="40"/>
                    </a:cubicBezTo>
                    <a:cubicBezTo>
                      <a:pt x="4064" y="13"/>
                      <a:pt x="3888" y="0"/>
                      <a:pt x="3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259659" y="2483223"/>
                <a:ext cx="589692" cy="561418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9" extrusionOk="0">
                    <a:moveTo>
                      <a:pt x="3777" y="119"/>
                    </a:moveTo>
                    <a:cubicBezTo>
                      <a:pt x="3944" y="119"/>
                      <a:pt x="4120" y="128"/>
                      <a:pt x="4296" y="156"/>
                    </a:cubicBezTo>
                    <a:cubicBezTo>
                      <a:pt x="5196" y="295"/>
                      <a:pt x="5984" y="777"/>
                      <a:pt x="6522" y="1510"/>
                    </a:cubicBezTo>
                    <a:cubicBezTo>
                      <a:pt x="7061" y="2243"/>
                      <a:pt x="7283" y="3143"/>
                      <a:pt x="7144" y="4043"/>
                    </a:cubicBezTo>
                    <a:cubicBezTo>
                      <a:pt x="7005" y="4943"/>
                      <a:pt x="6532" y="5731"/>
                      <a:pt x="5799" y="6269"/>
                    </a:cubicBezTo>
                    <a:cubicBezTo>
                      <a:pt x="5209" y="6702"/>
                      <a:pt x="4510" y="6931"/>
                      <a:pt x="3791" y="6931"/>
                    </a:cubicBezTo>
                    <a:cubicBezTo>
                      <a:pt x="3617" y="6931"/>
                      <a:pt x="3442" y="6918"/>
                      <a:pt x="3266" y="6891"/>
                    </a:cubicBezTo>
                    <a:cubicBezTo>
                      <a:pt x="1411" y="6603"/>
                      <a:pt x="131" y="4868"/>
                      <a:pt x="418" y="3013"/>
                    </a:cubicBezTo>
                    <a:cubicBezTo>
                      <a:pt x="558" y="2113"/>
                      <a:pt x="1031" y="1315"/>
                      <a:pt x="1764" y="777"/>
                    </a:cubicBezTo>
                    <a:cubicBezTo>
                      <a:pt x="2357" y="351"/>
                      <a:pt x="3053" y="119"/>
                      <a:pt x="3777" y="119"/>
                    </a:cubicBezTo>
                    <a:close/>
                    <a:moveTo>
                      <a:pt x="3765" y="1"/>
                    </a:moveTo>
                    <a:cubicBezTo>
                      <a:pt x="3026" y="1"/>
                      <a:pt x="2309" y="238"/>
                      <a:pt x="1699" y="685"/>
                    </a:cubicBezTo>
                    <a:cubicBezTo>
                      <a:pt x="938" y="1241"/>
                      <a:pt x="446" y="2058"/>
                      <a:pt x="298" y="2995"/>
                    </a:cubicBezTo>
                    <a:cubicBezTo>
                      <a:pt x="1" y="4915"/>
                      <a:pt x="1328" y="6714"/>
                      <a:pt x="3248" y="7002"/>
                    </a:cubicBezTo>
                    <a:cubicBezTo>
                      <a:pt x="3424" y="7030"/>
                      <a:pt x="3610" y="7048"/>
                      <a:pt x="3786" y="7048"/>
                    </a:cubicBezTo>
                    <a:cubicBezTo>
                      <a:pt x="4528" y="7048"/>
                      <a:pt x="5252" y="6807"/>
                      <a:pt x="5864" y="6362"/>
                    </a:cubicBezTo>
                    <a:cubicBezTo>
                      <a:pt x="6625" y="5805"/>
                      <a:pt x="7116" y="4989"/>
                      <a:pt x="7265" y="4061"/>
                    </a:cubicBezTo>
                    <a:cubicBezTo>
                      <a:pt x="7404" y="3134"/>
                      <a:pt x="7172" y="2197"/>
                      <a:pt x="6615" y="1445"/>
                    </a:cubicBezTo>
                    <a:cubicBezTo>
                      <a:pt x="6059" y="685"/>
                      <a:pt x="5242" y="184"/>
                      <a:pt x="4315" y="45"/>
                    </a:cubicBezTo>
                    <a:cubicBezTo>
                      <a:pt x="4131" y="15"/>
                      <a:pt x="3947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7219757" y="2465303"/>
                <a:ext cx="627364" cy="552019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31" extrusionOk="0">
                    <a:moveTo>
                      <a:pt x="3933" y="0"/>
                    </a:moveTo>
                    <a:cubicBezTo>
                      <a:pt x="3250" y="0"/>
                      <a:pt x="2560" y="202"/>
                      <a:pt x="1958" y="622"/>
                    </a:cubicBezTo>
                    <a:cubicBezTo>
                      <a:pt x="391" y="1717"/>
                      <a:pt x="1" y="3878"/>
                      <a:pt x="1096" y="5446"/>
                    </a:cubicBezTo>
                    <a:cubicBezTo>
                      <a:pt x="1770" y="6412"/>
                      <a:pt x="2849" y="6930"/>
                      <a:pt x="3945" y="6930"/>
                    </a:cubicBezTo>
                    <a:cubicBezTo>
                      <a:pt x="4628" y="6930"/>
                      <a:pt x="5318" y="6729"/>
                      <a:pt x="5920" y="6309"/>
                    </a:cubicBezTo>
                    <a:cubicBezTo>
                      <a:pt x="7487" y="5214"/>
                      <a:pt x="7877" y="3053"/>
                      <a:pt x="6782" y="1485"/>
                    </a:cubicBezTo>
                    <a:cubicBezTo>
                      <a:pt x="6108" y="519"/>
                      <a:pt x="5029" y="0"/>
                      <a:pt x="39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7232341" y="2460525"/>
                <a:ext cx="601479" cy="561179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7046" extrusionOk="0">
                    <a:moveTo>
                      <a:pt x="3765" y="122"/>
                    </a:moveTo>
                    <a:cubicBezTo>
                      <a:pt x="3937" y="122"/>
                      <a:pt x="4111" y="135"/>
                      <a:pt x="4287" y="163"/>
                    </a:cubicBezTo>
                    <a:cubicBezTo>
                      <a:pt x="6142" y="441"/>
                      <a:pt x="7422" y="2185"/>
                      <a:pt x="7144" y="4040"/>
                    </a:cubicBezTo>
                    <a:cubicBezTo>
                      <a:pt x="6883" y="5720"/>
                      <a:pt x="5429" y="6929"/>
                      <a:pt x="3779" y="6929"/>
                    </a:cubicBezTo>
                    <a:cubicBezTo>
                      <a:pt x="3607" y="6929"/>
                      <a:pt x="3432" y="6915"/>
                      <a:pt x="3257" y="6888"/>
                    </a:cubicBezTo>
                    <a:cubicBezTo>
                      <a:pt x="1401" y="6601"/>
                      <a:pt x="121" y="4866"/>
                      <a:pt x="409" y="3011"/>
                    </a:cubicBezTo>
                    <a:cubicBezTo>
                      <a:pt x="669" y="1331"/>
                      <a:pt x="2116" y="122"/>
                      <a:pt x="3765" y="122"/>
                    </a:cubicBezTo>
                    <a:close/>
                    <a:moveTo>
                      <a:pt x="3769" y="0"/>
                    </a:moveTo>
                    <a:cubicBezTo>
                      <a:pt x="2067" y="0"/>
                      <a:pt x="558" y="1253"/>
                      <a:pt x="298" y="2992"/>
                    </a:cubicBezTo>
                    <a:cubicBezTo>
                      <a:pt x="1" y="4912"/>
                      <a:pt x="1318" y="6712"/>
                      <a:pt x="3238" y="6999"/>
                    </a:cubicBezTo>
                    <a:cubicBezTo>
                      <a:pt x="3415" y="7027"/>
                      <a:pt x="3600" y="7046"/>
                      <a:pt x="3776" y="7046"/>
                    </a:cubicBezTo>
                    <a:cubicBezTo>
                      <a:pt x="5483" y="7046"/>
                      <a:pt x="6986" y="5794"/>
                      <a:pt x="7255" y="4059"/>
                    </a:cubicBezTo>
                    <a:cubicBezTo>
                      <a:pt x="7552" y="2139"/>
                      <a:pt x="6225" y="339"/>
                      <a:pt x="4305" y="42"/>
                    </a:cubicBezTo>
                    <a:cubicBezTo>
                      <a:pt x="4125" y="14"/>
                      <a:pt x="3946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7615828" y="2510541"/>
                <a:ext cx="134520" cy="135158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7" extrusionOk="0">
                    <a:moveTo>
                      <a:pt x="102" y="1"/>
                    </a:moveTo>
                    <a:cubicBezTo>
                      <a:pt x="67" y="1"/>
                      <a:pt x="33" y="20"/>
                      <a:pt x="19" y="54"/>
                    </a:cubicBezTo>
                    <a:cubicBezTo>
                      <a:pt x="0" y="91"/>
                      <a:pt x="19" y="147"/>
                      <a:pt x="65" y="165"/>
                    </a:cubicBezTo>
                    <a:cubicBezTo>
                      <a:pt x="705" y="462"/>
                      <a:pt x="1216" y="991"/>
                      <a:pt x="1512" y="1640"/>
                    </a:cubicBezTo>
                    <a:cubicBezTo>
                      <a:pt x="1522" y="1678"/>
                      <a:pt x="1559" y="1696"/>
                      <a:pt x="1587" y="1696"/>
                    </a:cubicBezTo>
                    <a:cubicBezTo>
                      <a:pt x="1596" y="1696"/>
                      <a:pt x="1614" y="1696"/>
                      <a:pt x="1624" y="1687"/>
                    </a:cubicBez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0"/>
                      <a:pt x="817" y="323"/>
                      <a:pt x="139" y="8"/>
                    </a:cubicBezTo>
                    <a:cubicBezTo>
                      <a:pt x="127" y="3"/>
                      <a:pt x="115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7397842" y="2601973"/>
                <a:ext cx="261634" cy="300102"/>
              </a:xfrm>
              <a:custGeom>
                <a:avLst/>
                <a:gdLst/>
                <a:ahLst/>
                <a:cxnLst/>
                <a:rect l="l" t="t" r="r" b="b"/>
                <a:pathLst>
                  <a:path w="3285" h="3768" extrusionOk="0">
                    <a:moveTo>
                      <a:pt x="15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3600"/>
                    </a:lnTo>
                    <a:cubicBezTo>
                      <a:pt x="1" y="3693"/>
                      <a:pt x="75" y="3767"/>
                      <a:pt x="158" y="3767"/>
                    </a:cubicBezTo>
                    <a:lnTo>
                      <a:pt x="3127" y="3767"/>
                    </a:lnTo>
                    <a:cubicBezTo>
                      <a:pt x="3220" y="3767"/>
                      <a:pt x="3285" y="3693"/>
                      <a:pt x="3285" y="3600"/>
                    </a:cubicBezTo>
                    <a:lnTo>
                      <a:pt x="3285" y="168"/>
                    </a:lnTo>
                    <a:cubicBezTo>
                      <a:pt x="3285" y="75"/>
                      <a:pt x="3220" y="1"/>
                      <a:pt x="3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7393461" y="2597592"/>
                <a:ext cx="271191" cy="308863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78" extrusionOk="0">
                    <a:moveTo>
                      <a:pt x="3182" y="111"/>
                    </a:moveTo>
                    <a:cubicBezTo>
                      <a:pt x="3238" y="111"/>
                      <a:pt x="3284" y="158"/>
                      <a:pt x="3284" y="223"/>
                    </a:cubicBezTo>
                    <a:lnTo>
                      <a:pt x="3284" y="3655"/>
                    </a:lnTo>
                    <a:cubicBezTo>
                      <a:pt x="3284" y="3720"/>
                      <a:pt x="3238" y="3766"/>
                      <a:pt x="3182" y="3766"/>
                    </a:cubicBezTo>
                    <a:lnTo>
                      <a:pt x="213" y="3766"/>
                    </a:lnTo>
                    <a:cubicBezTo>
                      <a:pt x="158" y="3766"/>
                      <a:pt x="111" y="3720"/>
                      <a:pt x="111" y="3655"/>
                    </a:cubicBezTo>
                    <a:lnTo>
                      <a:pt x="111" y="223"/>
                    </a:lnTo>
                    <a:cubicBezTo>
                      <a:pt x="111" y="158"/>
                      <a:pt x="158" y="111"/>
                      <a:pt x="213" y="111"/>
                    </a:cubicBezTo>
                    <a:close/>
                    <a:moveTo>
                      <a:pt x="213" y="0"/>
                    </a:moveTo>
                    <a:cubicBezTo>
                      <a:pt x="93" y="0"/>
                      <a:pt x="0" y="93"/>
                      <a:pt x="0" y="223"/>
                    </a:cubicBezTo>
                    <a:lnTo>
                      <a:pt x="0" y="3655"/>
                    </a:lnTo>
                    <a:cubicBezTo>
                      <a:pt x="0" y="3776"/>
                      <a:pt x="93" y="3878"/>
                      <a:pt x="213" y="3878"/>
                    </a:cubicBezTo>
                    <a:lnTo>
                      <a:pt x="3182" y="3878"/>
                    </a:lnTo>
                    <a:cubicBezTo>
                      <a:pt x="3303" y="3878"/>
                      <a:pt x="3405" y="3776"/>
                      <a:pt x="3405" y="3655"/>
                    </a:cubicBezTo>
                    <a:lnTo>
                      <a:pt x="3405" y="223"/>
                    </a:lnTo>
                    <a:cubicBezTo>
                      <a:pt x="3405" y="93"/>
                      <a:pt x="3303" y="0"/>
                      <a:pt x="3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7448814" y="2585725"/>
                <a:ext cx="15968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400" extrusionOk="0">
                    <a:moveTo>
                      <a:pt x="400" y="1"/>
                    </a:moveTo>
                    <a:cubicBezTo>
                      <a:pt x="177" y="1"/>
                      <a:pt x="1" y="177"/>
                      <a:pt x="1" y="400"/>
                    </a:cubicBezTo>
                    <a:lnTo>
                      <a:pt x="2005" y="400"/>
                    </a:lnTo>
                    <a:cubicBezTo>
                      <a:pt x="2005" y="177"/>
                      <a:pt x="1828" y="1"/>
                      <a:pt x="16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7443637" y="2580549"/>
                <a:ext cx="169325" cy="41495"/>
              </a:xfrm>
              <a:custGeom>
                <a:avLst/>
                <a:gdLst/>
                <a:ahLst/>
                <a:cxnLst/>
                <a:rect l="l" t="t" r="r" b="b"/>
                <a:pathLst>
                  <a:path w="2126" h="521" extrusionOk="0">
                    <a:moveTo>
                      <a:pt x="1671" y="121"/>
                    </a:moveTo>
                    <a:cubicBezTo>
                      <a:pt x="1838" y="121"/>
                      <a:pt x="1977" y="242"/>
                      <a:pt x="2005" y="409"/>
                    </a:cubicBezTo>
                    <a:lnTo>
                      <a:pt x="121" y="409"/>
                    </a:lnTo>
                    <a:cubicBezTo>
                      <a:pt x="149" y="242"/>
                      <a:pt x="288" y="121"/>
                      <a:pt x="465" y="121"/>
                    </a:cubicBezTo>
                    <a:close/>
                    <a:moveTo>
                      <a:pt x="465" y="1"/>
                    </a:moveTo>
                    <a:cubicBezTo>
                      <a:pt x="205" y="1"/>
                      <a:pt x="1" y="205"/>
                      <a:pt x="1" y="465"/>
                    </a:cubicBezTo>
                    <a:cubicBezTo>
                      <a:pt x="1" y="520"/>
                      <a:pt x="1" y="520"/>
                      <a:pt x="353" y="520"/>
                    </a:cubicBezTo>
                    <a:lnTo>
                      <a:pt x="1736" y="520"/>
                    </a:lnTo>
                    <a:cubicBezTo>
                      <a:pt x="2125" y="520"/>
                      <a:pt x="2125" y="520"/>
                      <a:pt x="2125" y="465"/>
                    </a:cubicBezTo>
                    <a:cubicBezTo>
                      <a:pt x="2125" y="205"/>
                      <a:pt x="1921" y="1"/>
                      <a:pt x="16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7500583" y="2556894"/>
                <a:ext cx="55433" cy="5551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7" extrusionOk="0">
                    <a:moveTo>
                      <a:pt x="353" y="1"/>
                    </a:moveTo>
                    <a:cubicBezTo>
                      <a:pt x="158" y="1"/>
                      <a:pt x="0" y="159"/>
                      <a:pt x="0" y="353"/>
                    </a:cubicBezTo>
                    <a:cubicBezTo>
                      <a:pt x="0" y="548"/>
                      <a:pt x="158" y="697"/>
                      <a:pt x="353" y="697"/>
                    </a:cubicBezTo>
                    <a:cubicBezTo>
                      <a:pt x="538" y="697"/>
                      <a:pt x="696" y="548"/>
                      <a:pt x="696" y="353"/>
                    </a:cubicBezTo>
                    <a:cubicBezTo>
                      <a:pt x="696" y="159"/>
                      <a:pt x="538" y="1"/>
                      <a:pt x="3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7496123" y="2552514"/>
                <a:ext cx="65070" cy="6507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817" extrusionOk="0">
                    <a:moveTo>
                      <a:pt x="409" y="121"/>
                    </a:moveTo>
                    <a:cubicBezTo>
                      <a:pt x="566" y="121"/>
                      <a:pt x="696" y="251"/>
                      <a:pt x="696" y="408"/>
                    </a:cubicBezTo>
                    <a:cubicBezTo>
                      <a:pt x="696" y="566"/>
                      <a:pt x="566" y="696"/>
                      <a:pt x="409" y="696"/>
                    </a:cubicBezTo>
                    <a:cubicBezTo>
                      <a:pt x="251" y="696"/>
                      <a:pt x="121" y="566"/>
                      <a:pt x="121" y="408"/>
                    </a:cubicBezTo>
                    <a:cubicBezTo>
                      <a:pt x="121" y="251"/>
                      <a:pt x="251" y="121"/>
                      <a:pt x="409" y="121"/>
                    </a:cubicBezTo>
                    <a:close/>
                    <a:moveTo>
                      <a:pt x="409" y="0"/>
                    </a:moveTo>
                    <a:cubicBezTo>
                      <a:pt x="186" y="0"/>
                      <a:pt x="0" y="186"/>
                      <a:pt x="0" y="408"/>
                    </a:cubicBezTo>
                    <a:cubicBezTo>
                      <a:pt x="0" y="631"/>
                      <a:pt x="186" y="817"/>
                      <a:pt x="409" y="817"/>
                    </a:cubicBezTo>
                    <a:cubicBezTo>
                      <a:pt x="631" y="817"/>
                      <a:pt x="817" y="631"/>
                      <a:pt x="817" y="408"/>
                    </a:cubicBezTo>
                    <a:cubicBezTo>
                      <a:pt x="817" y="186"/>
                      <a:pt x="631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7516830" y="2570195"/>
                <a:ext cx="22938" cy="22301"/>
              </a:xfrm>
              <a:custGeom>
                <a:avLst/>
                <a:gdLst/>
                <a:ahLst/>
                <a:cxnLst/>
                <a:rect l="l" t="t" r="r" b="b"/>
                <a:pathLst>
                  <a:path w="288" h="280" extrusionOk="0">
                    <a:moveTo>
                      <a:pt x="149" y="1"/>
                    </a:moveTo>
                    <a:cubicBezTo>
                      <a:pt x="65" y="1"/>
                      <a:pt x="0" y="56"/>
                      <a:pt x="0" y="140"/>
                    </a:cubicBezTo>
                    <a:cubicBezTo>
                      <a:pt x="0" y="214"/>
                      <a:pt x="65" y="279"/>
                      <a:pt x="149" y="279"/>
                    </a:cubicBezTo>
                    <a:cubicBezTo>
                      <a:pt x="223" y="279"/>
                      <a:pt x="288" y="214"/>
                      <a:pt x="288" y="140"/>
                    </a:cubicBezTo>
                    <a:cubicBezTo>
                      <a:pt x="288" y="66"/>
                      <a:pt x="223" y="1"/>
                      <a:pt x="1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7512370" y="2565018"/>
                <a:ext cx="3185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400" h="400" extrusionOk="0">
                    <a:moveTo>
                      <a:pt x="205" y="121"/>
                    </a:moveTo>
                    <a:cubicBezTo>
                      <a:pt x="251" y="121"/>
                      <a:pt x="288" y="159"/>
                      <a:pt x="288" y="205"/>
                    </a:cubicBezTo>
                    <a:cubicBezTo>
                      <a:pt x="288" y="251"/>
                      <a:pt x="251" y="288"/>
                      <a:pt x="205" y="288"/>
                    </a:cubicBezTo>
                    <a:cubicBezTo>
                      <a:pt x="158" y="288"/>
                      <a:pt x="121" y="251"/>
                      <a:pt x="121" y="205"/>
                    </a:cubicBezTo>
                    <a:cubicBezTo>
                      <a:pt x="121" y="159"/>
                      <a:pt x="158" y="121"/>
                      <a:pt x="205" y="121"/>
                    </a:cubicBezTo>
                    <a:close/>
                    <a:moveTo>
                      <a:pt x="205" y="1"/>
                    </a:moveTo>
                    <a:cubicBezTo>
                      <a:pt x="93" y="1"/>
                      <a:pt x="1" y="94"/>
                      <a:pt x="1" y="205"/>
                    </a:cubicBezTo>
                    <a:cubicBezTo>
                      <a:pt x="1" y="316"/>
                      <a:pt x="93" y="400"/>
                      <a:pt x="205" y="400"/>
                    </a:cubicBezTo>
                    <a:cubicBezTo>
                      <a:pt x="316" y="400"/>
                      <a:pt x="399" y="316"/>
                      <a:pt x="399" y="205"/>
                    </a:cubicBezTo>
                    <a:cubicBezTo>
                      <a:pt x="399" y="94"/>
                      <a:pt x="316" y="1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7442204" y="26766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7496840" y="2655175"/>
                <a:ext cx="6809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22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99" y="121"/>
                    </a:lnTo>
                    <a:cubicBezTo>
                      <a:pt x="826" y="121"/>
                      <a:pt x="854" y="93"/>
                      <a:pt x="854" y="56"/>
                    </a:cubicBezTo>
                    <a:cubicBezTo>
                      <a:pt x="854" y="28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7496840" y="2727572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4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4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7496840" y="2802199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3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3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7442204" y="2698741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7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7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7442204" y="2753456"/>
                <a:ext cx="178086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2" extrusionOk="0"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cubicBezTo>
                      <a:pt x="0" y="93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3"/>
                      <a:pt x="2236" y="56"/>
                    </a:cubicBezTo>
                    <a:cubicBezTo>
                      <a:pt x="2236" y="28"/>
                      <a:pt x="2208" y="0"/>
                      <a:pt x="2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7442204" y="2775598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7442204" y="28288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8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8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1" name="Google Shape;401;p19"/>
            <p:cNvGrpSpPr/>
            <p:nvPr/>
          </p:nvGrpSpPr>
          <p:grpSpPr>
            <a:xfrm>
              <a:off x="3657353" y="1571295"/>
              <a:ext cx="1466651" cy="1625718"/>
              <a:chOff x="6964178" y="2817557"/>
              <a:chExt cx="1466651" cy="1625718"/>
            </a:xfrm>
          </p:grpSpPr>
          <p:sp>
            <p:nvSpPr>
              <p:cNvPr id="402" name="Google Shape;402;p19"/>
              <p:cNvSpPr/>
              <p:nvPr/>
            </p:nvSpPr>
            <p:spPr>
              <a:xfrm>
                <a:off x="8050212" y="2817557"/>
                <a:ext cx="149334" cy="149334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75" extrusionOk="0">
                    <a:moveTo>
                      <a:pt x="938" y="177"/>
                    </a:moveTo>
                    <a:lnTo>
                      <a:pt x="1198" y="650"/>
                    </a:lnTo>
                    <a:cubicBezTo>
                      <a:pt x="1207" y="659"/>
                      <a:pt x="1216" y="668"/>
                      <a:pt x="1225" y="678"/>
                    </a:cubicBezTo>
                    <a:lnTo>
                      <a:pt x="1699" y="937"/>
                    </a:lnTo>
                    <a:lnTo>
                      <a:pt x="1225" y="1197"/>
                    </a:lnTo>
                    <a:cubicBezTo>
                      <a:pt x="1216" y="1197"/>
                      <a:pt x="1207" y="1206"/>
                      <a:pt x="1198" y="1216"/>
                    </a:cubicBezTo>
                    <a:lnTo>
                      <a:pt x="938" y="1689"/>
                    </a:lnTo>
                    <a:lnTo>
                      <a:pt x="678" y="1216"/>
                    </a:lnTo>
                    <a:cubicBezTo>
                      <a:pt x="678" y="1206"/>
                      <a:pt x="669" y="1197"/>
                      <a:pt x="660" y="1197"/>
                    </a:cubicBezTo>
                    <a:lnTo>
                      <a:pt x="186" y="928"/>
                    </a:lnTo>
                    <a:lnTo>
                      <a:pt x="660" y="678"/>
                    </a:lnTo>
                    <a:cubicBezTo>
                      <a:pt x="669" y="668"/>
                      <a:pt x="678" y="659"/>
                      <a:pt x="678" y="650"/>
                    </a:cubicBezTo>
                    <a:lnTo>
                      <a:pt x="938" y="177"/>
                    </a:lnTo>
                    <a:close/>
                    <a:moveTo>
                      <a:pt x="938" y="0"/>
                    </a:moveTo>
                    <a:cubicBezTo>
                      <a:pt x="919" y="0"/>
                      <a:pt x="901" y="10"/>
                      <a:pt x="891" y="28"/>
                    </a:cubicBezTo>
                    <a:lnTo>
                      <a:pt x="585" y="585"/>
                    </a:lnTo>
                    <a:lnTo>
                      <a:pt x="29" y="882"/>
                    </a:lnTo>
                    <a:cubicBezTo>
                      <a:pt x="10" y="891"/>
                      <a:pt x="1" y="910"/>
                      <a:pt x="1" y="928"/>
                    </a:cubicBezTo>
                    <a:cubicBezTo>
                      <a:pt x="1" y="956"/>
                      <a:pt x="10" y="974"/>
                      <a:pt x="29" y="984"/>
                    </a:cubicBezTo>
                    <a:lnTo>
                      <a:pt x="585" y="1290"/>
                    </a:lnTo>
                    <a:lnTo>
                      <a:pt x="882" y="1837"/>
                    </a:lnTo>
                    <a:cubicBezTo>
                      <a:pt x="901" y="1856"/>
                      <a:pt x="919" y="1874"/>
                      <a:pt x="938" y="1874"/>
                    </a:cubicBezTo>
                    <a:cubicBezTo>
                      <a:pt x="956" y="1874"/>
                      <a:pt x="975" y="1856"/>
                      <a:pt x="984" y="1837"/>
                    </a:cubicBezTo>
                    <a:lnTo>
                      <a:pt x="1290" y="1290"/>
                    </a:lnTo>
                    <a:lnTo>
                      <a:pt x="1847" y="984"/>
                    </a:lnTo>
                    <a:cubicBezTo>
                      <a:pt x="1866" y="974"/>
                      <a:pt x="1875" y="956"/>
                      <a:pt x="1875" y="937"/>
                    </a:cubicBezTo>
                    <a:cubicBezTo>
                      <a:pt x="1875" y="919"/>
                      <a:pt x="1866" y="900"/>
                      <a:pt x="1847" y="882"/>
                    </a:cubicBezTo>
                    <a:lnTo>
                      <a:pt x="1290" y="585"/>
                    </a:lnTo>
                    <a:lnTo>
                      <a:pt x="994" y="28"/>
                    </a:lnTo>
                    <a:cubicBezTo>
                      <a:pt x="984" y="10"/>
                      <a:pt x="966" y="0"/>
                      <a:pt x="9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8311760" y="3539546"/>
                <a:ext cx="9000" cy="60689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62" extrusionOk="0">
                    <a:moveTo>
                      <a:pt x="57" y="1"/>
                    </a:moveTo>
                    <a:cubicBezTo>
                      <a:pt x="20" y="1"/>
                      <a:pt x="1" y="29"/>
                      <a:pt x="1" y="56"/>
                    </a:cubicBezTo>
                    <a:lnTo>
                      <a:pt x="1" y="706"/>
                    </a:lnTo>
                    <a:cubicBezTo>
                      <a:pt x="1" y="734"/>
                      <a:pt x="20" y="761"/>
                      <a:pt x="57" y="761"/>
                    </a:cubicBezTo>
                    <a:cubicBezTo>
                      <a:pt x="84" y="761"/>
                      <a:pt x="112" y="734"/>
                      <a:pt x="112" y="706"/>
                    </a:cubicBezTo>
                    <a:lnTo>
                      <a:pt x="112" y="56"/>
                    </a:lnTo>
                    <a:cubicBezTo>
                      <a:pt x="112" y="29"/>
                      <a:pt x="84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8311760" y="3671118"/>
                <a:ext cx="9000" cy="59893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52" extrusionOk="0">
                    <a:moveTo>
                      <a:pt x="57" y="0"/>
                    </a:moveTo>
                    <a:cubicBezTo>
                      <a:pt x="20" y="0"/>
                      <a:pt x="1" y="28"/>
                      <a:pt x="1" y="56"/>
                    </a:cubicBezTo>
                    <a:lnTo>
                      <a:pt x="1" y="696"/>
                    </a:lnTo>
                    <a:cubicBezTo>
                      <a:pt x="1" y="733"/>
                      <a:pt x="20" y="751"/>
                      <a:pt x="57" y="751"/>
                    </a:cubicBezTo>
                    <a:cubicBezTo>
                      <a:pt x="84" y="751"/>
                      <a:pt x="112" y="733"/>
                      <a:pt x="112" y="696"/>
                    </a:cubicBezTo>
                    <a:lnTo>
                      <a:pt x="112" y="56"/>
                    </a:lnTo>
                    <a:cubicBezTo>
                      <a:pt x="112" y="28"/>
                      <a:pt x="84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8351662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57" y="0"/>
                    </a:moveTo>
                    <a:cubicBezTo>
                      <a:pt x="29" y="0"/>
                      <a:pt x="1" y="19"/>
                      <a:pt x="1" y="56"/>
                    </a:cubicBezTo>
                    <a:cubicBezTo>
                      <a:pt x="1" y="84"/>
                      <a:pt x="29" y="111"/>
                      <a:pt x="57" y="111"/>
                    </a:cubicBezTo>
                    <a:lnTo>
                      <a:pt x="697" y="111"/>
                    </a:lnTo>
                    <a:cubicBezTo>
                      <a:pt x="734" y="111"/>
                      <a:pt x="762" y="84"/>
                      <a:pt x="762" y="56"/>
                    </a:cubicBezTo>
                    <a:cubicBezTo>
                      <a:pt x="762" y="19"/>
                      <a:pt x="734" y="0"/>
                      <a:pt x="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8220169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cubicBezTo>
                      <a:pt x="1" y="84"/>
                      <a:pt x="28" y="111"/>
                      <a:pt x="66" y="111"/>
                    </a:cubicBezTo>
                    <a:lnTo>
                      <a:pt x="706" y="111"/>
                    </a:lnTo>
                    <a:cubicBezTo>
                      <a:pt x="734" y="111"/>
                      <a:pt x="761" y="84"/>
                      <a:pt x="761" y="56"/>
                    </a:cubicBezTo>
                    <a:cubicBezTo>
                      <a:pt x="761" y="19"/>
                      <a:pt x="734" y="0"/>
                      <a:pt x="7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251948" y="3663711"/>
                <a:ext cx="3631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8246771" y="3659092"/>
                <a:ext cx="4667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69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0"/>
                    </a:cubicBezTo>
                    <a:cubicBezTo>
                      <a:pt x="38" y="568"/>
                      <a:pt x="47" y="568"/>
                      <a:pt x="66" y="568"/>
                    </a:cubicBezTo>
                    <a:cubicBezTo>
                      <a:pt x="75" y="568"/>
                      <a:pt x="93" y="568"/>
                      <a:pt x="103" y="550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8344335" y="3571324"/>
                <a:ext cx="3623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46" extrusionOk="0">
                    <a:moveTo>
                      <a:pt x="0" y="446"/>
                    </a:moveTo>
                    <a:lnTo>
                      <a:pt x="455" y="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339158" y="3566545"/>
                <a:ext cx="4659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1" extrusionOk="0">
                    <a:moveTo>
                      <a:pt x="521" y="0"/>
                    </a:moveTo>
                    <a:cubicBezTo>
                      <a:pt x="506" y="0"/>
                      <a:pt x="492" y="5"/>
                      <a:pt x="483" y="14"/>
                    </a:cubicBezTo>
                    <a:lnTo>
                      <a:pt x="28" y="469"/>
                    </a:lnTo>
                    <a:cubicBezTo>
                      <a:pt x="0" y="487"/>
                      <a:pt x="0" y="525"/>
                      <a:pt x="28" y="552"/>
                    </a:cubicBezTo>
                    <a:cubicBezTo>
                      <a:pt x="37" y="562"/>
                      <a:pt x="56" y="571"/>
                      <a:pt x="65" y="571"/>
                    </a:cubicBezTo>
                    <a:cubicBezTo>
                      <a:pt x="84" y="571"/>
                      <a:pt x="93" y="562"/>
                      <a:pt x="112" y="552"/>
                    </a:cubicBezTo>
                    <a:lnTo>
                      <a:pt x="566" y="98"/>
                    </a:lnTo>
                    <a:cubicBezTo>
                      <a:pt x="585" y="70"/>
                      <a:pt x="585" y="42"/>
                      <a:pt x="566" y="14"/>
                    </a:cubicBezTo>
                    <a:cubicBezTo>
                      <a:pt x="552" y="5"/>
                      <a:pt x="536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251948" y="3571324"/>
                <a:ext cx="3631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46" extrusionOk="0">
                    <a:moveTo>
                      <a:pt x="1" y="1"/>
                    </a:moveTo>
                    <a:lnTo>
                      <a:pt x="455" y="4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246771" y="3566545"/>
                <a:ext cx="4667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1" extrusionOk="0">
                    <a:moveTo>
                      <a:pt x="64" y="0"/>
                    </a:moveTo>
                    <a:cubicBezTo>
                      <a:pt x="49" y="0"/>
                      <a:pt x="33" y="5"/>
                      <a:pt x="19" y="14"/>
                    </a:cubicBezTo>
                    <a:cubicBezTo>
                      <a:pt x="1" y="42"/>
                      <a:pt x="1" y="70"/>
                      <a:pt x="19" y="98"/>
                    </a:cubicBezTo>
                    <a:lnTo>
                      <a:pt x="474" y="552"/>
                    </a:lnTo>
                    <a:cubicBezTo>
                      <a:pt x="483" y="562"/>
                      <a:pt x="502" y="571"/>
                      <a:pt x="520" y="571"/>
                    </a:cubicBezTo>
                    <a:cubicBezTo>
                      <a:pt x="529" y="571"/>
                      <a:pt x="548" y="562"/>
                      <a:pt x="557" y="552"/>
                    </a:cubicBezTo>
                    <a:cubicBezTo>
                      <a:pt x="585" y="525"/>
                      <a:pt x="585" y="487"/>
                      <a:pt x="557" y="469"/>
                    </a:cubicBezTo>
                    <a:lnTo>
                      <a:pt x="103" y="14"/>
                    </a:lnTo>
                    <a:cubicBezTo>
                      <a:pt x="93" y="5"/>
                      <a:pt x="79" y="0"/>
                      <a:pt x="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344335" y="3663711"/>
                <a:ext cx="3623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8339158" y="3659092"/>
                <a:ext cx="4659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69" extrusionOk="0">
                    <a:moveTo>
                      <a:pt x="66" y="0"/>
                    </a:moveTo>
                    <a:cubicBezTo>
                      <a:pt x="51" y="0"/>
                      <a:pt x="37" y="7"/>
                      <a:pt x="28" y="21"/>
                    </a:cubicBezTo>
                    <a:cubicBezTo>
                      <a:pt x="0" y="40"/>
                      <a:pt x="0" y="77"/>
                      <a:pt x="28" y="105"/>
                    </a:cubicBezTo>
                    <a:lnTo>
                      <a:pt x="483" y="550"/>
                    </a:lnTo>
                    <a:cubicBezTo>
                      <a:pt x="492" y="568"/>
                      <a:pt x="510" y="568"/>
                      <a:pt x="520" y="568"/>
                    </a:cubicBezTo>
                    <a:cubicBezTo>
                      <a:pt x="538" y="568"/>
                      <a:pt x="548" y="568"/>
                      <a:pt x="566" y="550"/>
                    </a:cubicBezTo>
                    <a:cubicBezTo>
                      <a:pt x="585" y="531"/>
                      <a:pt x="585" y="494"/>
                      <a:pt x="566" y="476"/>
                    </a:cubicBezTo>
                    <a:lnTo>
                      <a:pt x="112" y="21"/>
                    </a:lnTo>
                    <a:cubicBezTo>
                      <a:pt x="98" y="7"/>
                      <a:pt x="81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8376830" y="3208544"/>
                <a:ext cx="53999" cy="54796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88" extrusionOk="0">
                    <a:moveTo>
                      <a:pt x="334" y="121"/>
                    </a:moveTo>
                    <a:cubicBezTo>
                      <a:pt x="464" y="121"/>
                      <a:pt x="566" y="223"/>
                      <a:pt x="566" y="344"/>
                    </a:cubicBezTo>
                    <a:cubicBezTo>
                      <a:pt x="566" y="474"/>
                      <a:pt x="464" y="567"/>
                      <a:pt x="334" y="567"/>
                    </a:cubicBezTo>
                    <a:cubicBezTo>
                      <a:pt x="214" y="567"/>
                      <a:pt x="112" y="474"/>
                      <a:pt x="112" y="344"/>
                    </a:cubicBezTo>
                    <a:cubicBezTo>
                      <a:pt x="112" y="223"/>
                      <a:pt x="214" y="121"/>
                      <a:pt x="334" y="121"/>
                    </a:cubicBezTo>
                    <a:close/>
                    <a:moveTo>
                      <a:pt x="334" y="1"/>
                    </a:moveTo>
                    <a:cubicBezTo>
                      <a:pt x="149" y="1"/>
                      <a:pt x="0" y="159"/>
                      <a:pt x="0" y="344"/>
                    </a:cubicBezTo>
                    <a:cubicBezTo>
                      <a:pt x="0" y="530"/>
                      <a:pt x="149" y="687"/>
                      <a:pt x="334" y="687"/>
                    </a:cubicBezTo>
                    <a:cubicBezTo>
                      <a:pt x="529" y="687"/>
                      <a:pt x="678" y="530"/>
                      <a:pt x="678" y="344"/>
                    </a:cubicBezTo>
                    <a:cubicBezTo>
                      <a:pt x="678" y="159"/>
                      <a:pt x="529" y="1"/>
                      <a:pt x="3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7681743" y="3168650"/>
                <a:ext cx="135237" cy="16486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2070" extrusionOk="0">
                    <a:moveTo>
                      <a:pt x="1642" y="1"/>
                    </a:moveTo>
                    <a:cubicBezTo>
                      <a:pt x="659" y="168"/>
                      <a:pt x="0" y="1095"/>
                      <a:pt x="167" y="2069"/>
                    </a:cubicBezTo>
                    <a:lnTo>
                      <a:pt x="167" y="2069"/>
                    </a:lnTo>
                    <a:lnTo>
                      <a:pt x="510" y="2014"/>
                    </a:lnTo>
                    <a:cubicBezTo>
                      <a:pt x="501" y="1930"/>
                      <a:pt x="492" y="1847"/>
                      <a:pt x="492" y="1772"/>
                    </a:cubicBezTo>
                    <a:cubicBezTo>
                      <a:pt x="492" y="1049"/>
                      <a:pt x="1011" y="455"/>
                      <a:pt x="1698" y="335"/>
                    </a:cubicBezTo>
                    <a:lnTo>
                      <a:pt x="16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7684690" y="3164031"/>
                <a:ext cx="136750" cy="173865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2183" extrusionOk="0">
                    <a:moveTo>
                      <a:pt x="1559" y="114"/>
                    </a:moveTo>
                    <a:lnTo>
                      <a:pt x="1596" y="346"/>
                    </a:lnTo>
                    <a:cubicBezTo>
                      <a:pt x="900" y="495"/>
                      <a:pt x="399" y="1107"/>
                      <a:pt x="399" y="1830"/>
                    </a:cubicBezTo>
                    <a:cubicBezTo>
                      <a:pt x="399" y="1886"/>
                      <a:pt x="409" y="1951"/>
                      <a:pt x="418" y="2025"/>
                    </a:cubicBezTo>
                    <a:lnTo>
                      <a:pt x="177" y="2062"/>
                    </a:lnTo>
                    <a:cubicBezTo>
                      <a:pt x="112" y="1626"/>
                      <a:pt x="223" y="1181"/>
                      <a:pt x="483" y="819"/>
                    </a:cubicBezTo>
                    <a:cubicBezTo>
                      <a:pt x="742" y="448"/>
                      <a:pt x="1123" y="207"/>
                      <a:pt x="1559" y="114"/>
                    </a:cubicBezTo>
                    <a:close/>
                    <a:moveTo>
                      <a:pt x="1610" y="1"/>
                    </a:moveTo>
                    <a:cubicBezTo>
                      <a:pt x="1605" y="1"/>
                      <a:pt x="1601" y="1"/>
                      <a:pt x="1596" y="3"/>
                    </a:cubicBezTo>
                    <a:cubicBezTo>
                      <a:pt x="1104" y="86"/>
                      <a:pt x="678" y="355"/>
                      <a:pt x="390" y="754"/>
                    </a:cubicBezTo>
                    <a:cubicBezTo>
                      <a:pt x="112" y="1163"/>
                      <a:pt x="0" y="1645"/>
                      <a:pt x="75" y="2137"/>
                    </a:cubicBezTo>
                    <a:cubicBezTo>
                      <a:pt x="84" y="2164"/>
                      <a:pt x="102" y="2183"/>
                      <a:pt x="130" y="2183"/>
                    </a:cubicBezTo>
                    <a:cubicBezTo>
                      <a:pt x="130" y="2183"/>
                      <a:pt x="139" y="2183"/>
                      <a:pt x="139" y="2174"/>
                    </a:cubicBezTo>
                    <a:lnTo>
                      <a:pt x="483" y="2118"/>
                    </a:lnTo>
                    <a:cubicBezTo>
                      <a:pt x="511" y="2109"/>
                      <a:pt x="529" y="2090"/>
                      <a:pt x="529" y="2053"/>
                    </a:cubicBezTo>
                    <a:cubicBezTo>
                      <a:pt x="511" y="1970"/>
                      <a:pt x="511" y="1895"/>
                      <a:pt x="511" y="1821"/>
                    </a:cubicBezTo>
                    <a:cubicBezTo>
                      <a:pt x="511" y="1144"/>
                      <a:pt x="993" y="560"/>
                      <a:pt x="1670" y="439"/>
                    </a:cubicBezTo>
                    <a:cubicBezTo>
                      <a:pt x="1698" y="439"/>
                      <a:pt x="1717" y="411"/>
                      <a:pt x="1707" y="383"/>
                    </a:cubicBezTo>
                    <a:lnTo>
                      <a:pt x="1652" y="49"/>
                    </a:lnTo>
                    <a:cubicBezTo>
                      <a:pt x="1652" y="19"/>
                      <a:pt x="1632" y="1"/>
                      <a:pt x="1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7695044" y="3328974"/>
                <a:ext cx="164786" cy="12329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48" extrusionOk="0">
                    <a:moveTo>
                      <a:pt x="343" y="1"/>
                    </a:moveTo>
                    <a:lnTo>
                      <a:pt x="0" y="56"/>
                    </a:lnTo>
                    <a:cubicBezTo>
                      <a:pt x="150" y="929"/>
                      <a:pt x="909" y="1548"/>
                      <a:pt x="1766" y="1548"/>
                    </a:cubicBezTo>
                    <a:cubicBezTo>
                      <a:pt x="1866" y="1548"/>
                      <a:pt x="1967" y="1539"/>
                      <a:pt x="2069" y="1522"/>
                    </a:cubicBezTo>
                    <a:lnTo>
                      <a:pt x="2013" y="1197"/>
                    </a:lnTo>
                    <a:cubicBezTo>
                      <a:pt x="1939" y="1207"/>
                      <a:pt x="1865" y="1216"/>
                      <a:pt x="1781" y="1216"/>
                    </a:cubicBezTo>
                    <a:cubicBezTo>
                      <a:pt x="1058" y="1216"/>
                      <a:pt x="464" y="687"/>
                      <a:pt x="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7690583" y="3324594"/>
                <a:ext cx="173706" cy="132290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661" extrusionOk="0">
                    <a:moveTo>
                      <a:pt x="362" y="111"/>
                    </a:moveTo>
                    <a:cubicBezTo>
                      <a:pt x="501" y="816"/>
                      <a:pt x="1114" y="1327"/>
                      <a:pt x="1837" y="1327"/>
                    </a:cubicBezTo>
                    <a:cubicBezTo>
                      <a:pt x="1902" y="1327"/>
                      <a:pt x="1958" y="1317"/>
                      <a:pt x="2032" y="1308"/>
                    </a:cubicBezTo>
                    <a:lnTo>
                      <a:pt x="2069" y="1540"/>
                    </a:lnTo>
                    <a:cubicBezTo>
                      <a:pt x="1991" y="1550"/>
                      <a:pt x="1912" y="1555"/>
                      <a:pt x="1835" y="1555"/>
                    </a:cubicBezTo>
                    <a:cubicBezTo>
                      <a:pt x="1472" y="1555"/>
                      <a:pt x="1122" y="1448"/>
                      <a:pt x="817" y="1234"/>
                    </a:cubicBezTo>
                    <a:cubicBezTo>
                      <a:pt x="455" y="974"/>
                      <a:pt x="205" y="594"/>
                      <a:pt x="121" y="158"/>
                    </a:cubicBezTo>
                    <a:lnTo>
                      <a:pt x="362" y="111"/>
                    </a:lnTo>
                    <a:close/>
                    <a:moveTo>
                      <a:pt x="390" y="0"/>
                    </a:moveTo>
                    <a:lnTo>
                      <a:pt x="47" y="56"/>
                    </a:lnTo>
                    <a:cubicBezTo>
                      <a:pt x="38" y="65"/>
                      <a:pt x="19" y="65"/>
                      <a:pt x="10" y="84"/>
                    </a:cubicBezTo>
                    <a:cubicBezTo>
                      <a:pt x="10" y="93"/>
                      <a:pt x="1" y="102"/>
                      <a:pt x="1" y="121"/>
                    </a:cubicBezTo>
                    <a:cubicBezTo>
                      <a:pt x="84" y="603"/>
                      <a:pt x="353" y="1030"/>
                      <a:pt x="761" y="1317"/>
                    </a:cubicBezTo>
                    <a:cubicBezTo>
                      <a:pt x="1077" y="1540"/>
                      <a:pt x="1438" y="1661"/>
                      <a:pt x="1828" y="1661"/>
                    </a:cubicBezTo>
                    <a:cubicBezTo>
                      <a:pt x="1930" y="1661"/>
                      <a:pt x="2032" y="1651"/>
                      <a:pt x="2134" y="1633"/>
                    </a:cubicBezTo>
                    <a:cubicBezTo>
                      <a:pt x="2162" y="1633"/>
                      <a:pt x="2181" y="1605"/>
                      <a:pt x="2181" y="1577"/>
                    </a:cubicBezTo>
                    <a:lnTo>
                      <a:pt x="2125" y="1243"/>
                    </a:lnTo>
                    <a:cubicBezTo>
                      <a:pt x="2116" y="1215"/>
                      <a:pt x="2088" y="1197"/>
                      <a:pt x="2060" y="1197"/>
                    </a:cubicBezTo>
                    <a:cubicBezTo>
                      <a:pt x="1986" y="1215"/>
                      <a:pt x="1912" y="1215"/>
                      <a:pt x="1837" y="1215"/>
                    </a:cubicBezTo>
                    <a:cubicBezTo>
                      <a:pt x="1151" y="1215"/>
                      <a:pt x="566" y="724"/>
                      <a:pt x="455" y="46"/>
                    </a:cubicBezTo>
                    <a:cubicBezTo>
                      <a:pt x="455" y="28"/>
                      <a:pt x="446" y="19"/>
                      <a:pt x="437" y="9"/>
                    </a:cubicBezTo>
                    <a:cubicBezTo>
                      <a:pt x="418" y="0"/>
                      <a:pt x="409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7812519" y="3166580"/>
                <a:ext cx="167016" cy="283695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3562" extrusionOk="0">
                    <a:moveTo>
                      <a:pt x="303" y="1"/>
                    </a:moveTo>
                    <a:cubicBezTo>
                      <a:pt x="203" y="1"/>
                      <a:pt x="102" y="9"/>
                      <a:pt x="0" y="27"/>
                    </a:cubicBezTo>
                    <a:lnTo>
                      <a:pt x="56" y="361"/>
                    </a:lnTo>
                    <a:cubicBezTo>
                      <a:pt x="139" y="342"/>
                      <a:pt x="223" y="333"/>
                      <a:pt x="306" y="333"/>
                    </a:cubicBezTo>
                    <a:cubicBezTo>
                      <a:pt x="1113" y="333"/>
                      <a:pt x="1772" y="991"/>
                      <a:pt x="1772" y="1798"/>
                    </a:cubicBezTo>
                    <a:cubicBezTo>
                      <a:pt x="1772" y="2522"/>
                      <a:pt x="1234" y="3125"/>
                      <a:pt x="538" y="3236"/>
                    </a:cubicBezTo>
                    <a:lnTo>
                      <a:pt x="594" y="3561"/>
                    </a:lnTo>
                    <a:cubicBezTo>
                      <a:pt x="1327" y="3440"/>
                      <a:pt x="1883" y="2884"/>
                      <a:pt x="2041" y="2207"/>
                    </a:cubicBezTo>
                    <a:cubicBezTo>
                      <a:pt x="2069" y="2095"/>
                      <a:pt x="2087" y="1975"/>
                      <a:pt x="2087" y="1854"/>
                    </a:cubicBezTo>
                    <a:cubicBezTo>
                      <a:pt x="2097" y="1743"/>
                      <a:pt x="2087" y="1613"/>
                      <a:pt x="2069" y="1492"/>
                    </a:cubicBezTo>
                    <a:cubicBezTo>
                      <a:pt x="1919" y="620"/>
                      <a:pt x="1160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807342" y="3162199"/>
                <a:ext cx="176653" cy="293173"/>
              </a:xfrm>
              <a:custGeom>
                <a:avLst/>
                <a:gdLst/>
                <a:ahLst/>
                <a:cxnLst/>
                <a:rect l="l" t="t" r="r" b="b"/>
                <a:pathLst>
                  <a:path w="2218" h="3681" extrusionOk="0">
                    <a:moveTo>
                      <a:pt x="360" y="102"/>
                    </a:moveTo>
                    <a:cubicBezTo>
                      <a:pt x="1194" y="102"/>
                      <a:pt x="1934" y="709"/>
                      <a:pt x="2078" y="1557"/>
                    </a:cubicBezTo>
                    <a:cubicBezTo>
                      <a:pt x="2097" y="1677"/>
                      <a:pt x="2106" y="1789"/>
                      <a:pt x="2106" y="1909"/>
                    </a:cubicBezTo>
                    <a:cubicBezTo>
                      <a:pt x="2097" y="2020"/>
                      <a:pt x="2088" y="2141"/>
                      <a:pt x="2060" y="2252"/>
                    </a:cubicBezTo>
                    <a:cubicBezTo>
                      <a:pt x="1902" y="2920"/>
                      <a:pt x="1373" y="3421"/>
                      <a:pt x="705" y="3560"/>
                    </a:cubicBezTo>
                    <a:lnTo>
                      <a:pt x="668" y="3328"/>
                    </a:lnTo>
                    <a:cubicBezTo>
                      <a:pt x="1373" y="3189"/>
                      <a:pt x="1883" y="2577"/>
                      <a:pt x="1893" y="1853"/>
                    </a:cubicBezTo>
                    <a:cubicBezTo>
                      <a:pt x="1893" y="1019"/>
                      <a:pt x="1206" y="332"/>
                      <a:pt x="371" y="332"/>
                    </a:cubicBezTo>
                    <a:cubicBezTo>
                      <a:pt x="306" y="332"/>
                      <a:pt x="232" y="341"/>
                      <a:pt x="158" y="351"/>
                    </a:cubicBezTo>
                    <a:lnTo>
                      <a:pt x="121" y="119"/>
                    </a:lnTo>
                    <a:cubicBezTo>
                      <a:pt x="201" y="107"/>
                      <a:pt x="281" y="102"/>
                      <a:pt x="360" y="102"/>
                    </a:cubicBezTo>
                    <a:close/>
                    <a:moveTo>
                      <a:pt x="361" y="1"/>
                    </a:moveTo>
                    <a:cubicBezTo>
                      <a:pt x="260" y="1"/>
                      <a:pt x="158" y="9"/>
                      <a:pt x="56" y="26"/>
                    </a:cubicBezTo>
                    <a:lnTo>
                      <a:pt x="0" y="35"/>
                    </a:lnTo>
                    <a:lnTo>
                      <a:pt x="74" y="471"/>
                    </a:lnTo>
                    <a:lnTo>
                      <a:pt x="130" y="462"/>
                    </a:lnTo>
                    <a:cubicBezTo>
                      <a:pt x="214" y="453"/>
                      <a:pt x="297" y="443"/>
                      <a:pt x="371" y="443"/>
                    </a:cubicBezTo>
                    <a:cubicBezTo>
                      <a:pt x="1151" y="443"/>
                      <a:pt x="1781" y="1074"/>
                      <a:pt x="1781" y="1853"/>
                    </a:cubicBezTo>
                    <a:cubicBezTo>
                      <a:pt x="1781" y="2549"/>
                      <a:pt x="1280" y="3134"/>
                      <a:pt x="594" y="3236"/>
                    </a:cubicBezTo>
                    <a:lnTo>
                      <a:pt x="548" y="3245"/>
                    </a:lnTo>
                    <a:lnTo>
                      <a:pt x="622" y="3681"/>
                    </a:lnTo>
                    <a:lnTo>
                      <a:pt x="668" y="3672"/>
                    </a:lnTo>
                    <a:cubicBezTo>
                      <a:pt x="1401" y="3551"/>
                      <a:pt x="1985" y="3004"/>
                      <a:pt x="2162" y="2280"/>
                    </a:cubicBezTo>
                    <a:cubicBezTo>
                      <a:pt x="2190" y="2160"/>
                      <a:pt x="2208" y="2039"/>
                      <a:pt x="2208" y="1918"/>
                    </a:cubicBezTo>
                    <a:cubicBezTo>
                      <a:pt x="2217" y="1789"/>
                      <a:pt x="2208" y="1668"/>
                      <a:pt x="2180" y="1538"/>
                    </a:cubicBezTo>
                    <a:cubicBezTo>
                      <a:pt x="2030" y="638"/>
                      <a:pt x="1245" y="1"/>
                      <a:pt x="3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7540613" y="3210065"/>
                <a:ext cx="103538" cy="45588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5724" extrusionOk="0">
                    <a:moveTo>
                      <a:pt x="0" y="0"/>
                    </a:moveTo>
                    <a:lnTo>
                      <a:pt x="0" y="5724"/>
                    </a:lnTo>
                    <a:lnTo>
                      <a:pt x="1299" y="5724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536153" y="3205605"/>
                <a:ext cx="112379" cy="464808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5836" extrusionOk="0">
                    <a:moveTo>
                      <a:pt x="1299" y="103"/>
                    </a:moveTo>
                    <a:lnTo>
                      <a:pt x="1299" y="5733"/>
                    </a:lnTo>
                    <a:lnTo>
                      <a:pt x="112" y="5733"/>
                    </a:lnTo>
                    <a:lnTo>
                      <a:pt x="112" y="103"/>
                    </a:lnTo>
                    <a:close/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780"/>
                    </a:lnTo>
                    <a:cubicBezTo>
                      <a:pt x="1" y="5817"/>
                      <a:pt x="29" y="5835"/>
                      <a:pt x="56" y="5835"/>
                    </a:cubicBezTo>
                    <a:lnTo>
                      <a:pt x="1355" y="5835"/>
                    </a:lnTo>
                    <a:cubicBezTo>
                      <a:pt x="1383" y="5835"/>
                      <a:pt x="1411" y="5817"/>
                      <a:pt x="1411" y="5780"/>
                    </a:cubicBezTo>
                    <a:lnTo>
                      <a:pt x="1411" y="56"/>
                    </a:lnTo>
                    <a:cubicBezTo>
                      <a:pt x="1411" y="28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7688353" y="3377000"/>
                <a:ext cx="102822" cy="288952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628" extrusionOk="0">
                    <a:moveTo>
                      <a:pt x="1" y="1"/>
                    </a:moveTo>
                    <a:lnTo>
                      <a:pt x="1" y="3628"/>
                    </a:lnTo>
                    <a:lnTo>
                      <a:pt x="1290" y="362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7683973" y="3372540"/>
                <a:ext cx="111583" cy="297872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3740" extrusionOk="0">
                    <a:moveTo>
                      <a:pt x="1299" y="103"/>
                    </a:moveTo>
                    <a:lnTo>
                      <a:pt x="1299" y="3637"/>
                    </a:lnTo>
                    <a:lnTo>
                      <a:pt x="111" y="3637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9"/>
                      <a:pt x="0" y="57"/>
                    </a:cubicBezTo>
                    <a:lnTo>
                      <a:pt x="0" y="3684"/>
                    </a:lnTo>
                    <a:cubicBezTo>
                      <a:pt x="0" y="3721"/>
                      <a:pt x="28" y="3739"/>
                      <a:pt x="56" y="3739"/>
                    </a:cubicBezTo>
                    <a:lnTo>
                      <a:pt x="1345" y="3739"/>
                    </a:lnTo>
                    <a:cubicBezTo>
                      <a:pt x="1373" y="3739"/>
                      <a:pt x="1401" y="3721"/>
                      <a:pt x="1401" y="3684"/>
                    </a:cubicBezTo>
                    <a:lnTo>
                      <a:pt x="1401" y="57"/>
                    </a:lnTo>
                    <a:cubicBezTo>
                      <a:pt x="1401" y="29"/>
                      <a:pt x="1373" y="1"/>
                      <a:pt x="1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7833943" y="3502599"/>
                <a:ext cx="103459" cy="163352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051" extrusionOk="0">
                    <a:moveTo>
                      <a:pt x="0" y="1"/>
                    </a:moveTo>
                    <a:lnTo>
                      <a:pt x="0" y="2051"/>
                    </a:lnTo>
                    <a:lnTo>
                      <a:pt x="1299" y="205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7829483" y="3498935"/>
                <a:ext cx="111662" cy="17147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153" extrusionOk="0">
                    <a:moveTo>
                      <a:pt x="1299" y="102"/>
                    </a:moveTo>
                    <a:lnTo>
                      <a:pt x="1299" y="2050"/>
                    </a:lnTo>
                    <a:lnTo>
                      <a:pt x="112" y="2050"/>
                    </a:lnTo>
                    <a:lnTo>
                      <a:pt x="112" y="102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1" y="19"/>
                      <a:pt x="1" y="47"/>
                    </a:cubicBezTo>
                    <a:lnTo>
                      <a:pt x="1" y="2097"/>
                    </a:lnTo>
                    <a:cubicBezTo>
                      <a:pt x="1" y="2134"/>
                      <a:pt x="28" y="2152"/>
                      <a:pt x="56" y="2152"/>
                    </a:cubicBezTo>
                    <a:lnTo>
                      <a:pt x="1355" y="2152"/>
                    </a:lnTo>
                    <a:cubicBezTo>
                      <a:pt x="1383" y="2152"/>
                      <a:pt x="1401" y="2134"/>
                      <a:pt x="1401" y="2097"/>
                    </a:cubicBezTo>
                    <a:lnTo>
                      <a:pt x="1401" y="47"/>
                    </a:lnTo>
                    <a:cubicBezTo>
                      <a:pt x="1401" y="19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0" y="0"/>
                    </a:moveTo>
                    <a:lnTo>
                      <a:pt x="0" y="5706"/>
                    </a:lnTo>
                    <a:lnTo>
                      <a:pt x="1401" y="5706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lnTo>
                      <a:pt x="0" y="5650"/>
                    </a:lnTo>
                    <a:cubicBezTo>
                      <a:pt x="0" y="5687"/>
                      <a:pt x="19" y="5706"/>
                      <a:pt x="56" y="5706"/>
                    </a:cubicBezTo>
                    <a:lnTo>
                      <a:pt x="1346" y="5706"/>
                    </a:lnTo>
                    <a:cubicBezTo>
                      <a:pt x="1373" y="5706"/>
                      <a:pt x="1401" y="5687"/>
                      <a:pt x="1401" y="5650"/>
                    </a:cubicBezTo>
                    <a:lnTo>
                      <a:pt x="1401" y="56"/>
                    </a:lnTo>
                    <a:cubicBezTo>
                      <a:pt x="1401" y="28"/>
                      <a:pt x="1373" y="0"/>
                      <a:pt x="13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7369219" y="3129465"/>
                <a:ext cx="103459" cy="536489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6736" extrusionOk="0">
                    <a:moveTo>
                      <a:pt x="0" y="1"/>
                    </a:moveTo>
                    <a:lnTo>
                      <a:pt x="0" y="6736"/>
                    </a:lnTo>
                    <a:lnTo>
                      <a:pt x="1299" y="6736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365475" y="3125802"/>
                <a:ext cx="110229" cy="543896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6829" extrusionOk="0">
                    <a:moveTo>
                      <a:pt x="1300" y="84"/>
                    </a:moveTo>
                    <a:lnTo>
                      <a:pt x="1300" y="6745"/>
                    </a:lnTo>
                    <a:lnTo>
                      <a:pt x="84" y="6745"/>
                    </a:lnTo>
                    <a:lnTo>
                      <a:pt x="84" y="84"/>
                    </a:lnTo>
                    <a:close/>
                    <a:moveTo>
                      <a:pt x="38" y="1"/>
                    </a:moveTo>
                    <a:cubicBezTo>
                      <a:pt x="19" y="1"/>
                      <a:pt x="1" y="19"/>
                      <a:pt x="1" y="47"/>
                    </a:cubicBezTo>
                    <a:lnTo>
                      <a:pt x="1" y="6782"/>
                    </a:lnTo>
                    <a:cubicBezTo>
                      <a:pt x="1" y="6810"/>
                      <a:pt x="19" y="6828"/>
                      <a:pt x="38" y="6828"/>
                    </a:cubicBezTo>
                    <a:lnTo>
                      <a:pt x="1346" y="6828"/>
                    </a:lnTo>
                    <a:cubicBezTo>
                      <a:pt x="1364" y="6828"/>
                      <a:pt x="1383" y="6810"/>
                      <a:pt x="1383" y="6782"/>
                    </a:cubicBezTo>
                    <a:lnTo>
                      <a:pt x="1383" y="47"/>
                    </a:lnTo>
                    <a:cubicBezTo>
                      <a:pt x="1383" y="19"/>
                      <a:pt x="136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7359582" y="3130979"/>
                <a:ext cx="103538" cy="52462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6587" extrusionOk="0">
                    <a:moveTo>
                      <a:pt x="1" y="1"/>
                    </a:moveTo>
                    <a:lnTo>
                      <a:pt x="1" y="6587"/>
                    </a:lnTo>
                    <a:lnTo>
                      <a:pt x="1299" y="6587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7355122" y="3126519"/>
                <a:ext cx="111662" cy="53354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6699" extrusionOk="0">
                    <a:moveTo>
                      <a:pt x="1300" y="103"/>
                    </a:moveTo>
                    <a:lnTo>
                      <a:pt x="1300" y="6597"/>
                    </a:lnTo>
                    <a:lnTo>
                      <a:pt x="112" y="6597"/>
                    </a:lnTo>
                    <a:lnTo>
                      <a:pt x="112" y="103"/>
                    </a:lnTo>
                    <a:close/>
                    <a:moveTo>
                      <a:pt x="1" y="1"/>
                    </a:moveTo>
                    <a:lnTo>
                      <a:pt x="1" y="6699"/>
                    </a:lnTo>
                    <a:lnTo>
                      <a:pt x="1402" y="6699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7980967" y="3600163"/>
                <a:ext cx="103538" cy="6658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836" extrusionOk="0">
                    <a:moveTo>
                      <a:pt x="0" y="0"/>
                    </a:moveTo>
                    <a:lnTo>
                      <a:pt x="0" y="835"/>
                    </a:lnTo>
                    <a:lnTo>
                      <a:pt x="1299" y="835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7976507" y="3595703"/>
                <a:ext cx="111662" cy="7542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947" extrusionOk="0">
                    <a:moveTo>
                      <a:pt x="1299" y="103"/>
                    </a:moveTo>
                    <a:lnTo>
                      <a:pt x="1299" y="845"/>
                    </a:lnTo>
                    <a:lnTo>
                      <a:pt x="112" y="845"/>
                    </a:lnTo>
                    <a:lnTo>
                      <a:pt x="112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1" y="28"/>
                      <a:pt x="1" y="56"/>
                    </a:cubicBezTo>
                    <a:lnTo>
                      <a:pt x="1" y="891"/>
                    </a:lnTo>
                    <a:cubicBezTo>
                      <a:pt x="1" y="919"/>
                      <a:pt x="28" y="947"/>
                      <a:pt x="56" y="947"/>
                    </a:cubicBezTo>
                    <a:lnTo>
                      <a:pt x="1346" y="947"/>
                    </a:lnTo>
                    <a:cubicBezTo>
                      <a:pt x="1374" y="947"/>
                      <a:pt x="1401" y="919"/>
                      <a:pt x="1401" y="891"/>
                    </a:cubicBezTo>
                    <a:lnTo>
                      <a:pt x="1401" y="56"/>
                    </a:lnTo>
                    <a:cubicBezTo>
                      <a:pt x="1401" y="28"/>
                      <a:pt x="137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0" y="1"/>
                    </a:moveTo>
                    <a:lnTo>
                      <a:pt x="0" y="891"/>
                    </a:lnTo>
                    <a:lnTo>
                      <a:pt x="1401" y="891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835"/>
                    </a:lnTo>
                    <a:cubicBezTo>
                      <a:pt x="0" y="863"/>
                      <a:pt x="28" y="891"/>
                      <a:pt x="56" y="891"/>
                    </a:cubicBezTo>
                    <a:lnTo>
                      <a:pt x="1354" y="891"/>
                    </a:lnTo>
                    <a:cubicBezTo>
                      <a:pt x="1382" y="891"/>
                      <a:pt x="1401" y="863"/>
                      <a:pt x="1401" y="835"/>
                    </a:cubicBezTo>
                    <a:lnTo>
                      <a:pt x="1401" y="56"/>
                    </a:lnTo>
                    <a:cubicBezTo>
                      <a:pt x="1401" y="28"/>
                      <a:pt x="1382" y="1"/>
                      <a:pt x="13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7003284" y="3902326"/>
                <a:ext cx="295642" cy="127193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597" extrusionOk="0">
                    <a:moveTo>
                      <a:pt x="3712" y="1596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6998107" y="3897627"/>
                <a:ext cx="305996" cy="136273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1711" extrusionOk="0">
                    <a:moveTo>
                      <a:pt x="62" y="0"/>
                    </a:moveTo>
                    <a:cubicBezTo>
                      <a:pt x="40" y="0"/>
                      <a:pt x="17" y="11"/>
                      <a:pt x="10" y="32"/>
                    </a:cubicBezTo>
                    <a:cubicBezTo>
                      <a:pt x="1" y="60"/>
                      <a:pt x="10" y="97"/>
                      <a:pt x="38" y="106"/>
                    </a:cubicBezTo>
                    <a:lnTo>
                      <a:pt x="3749" y="1702"/>
                    </a:lnTo>
                    <a:cubicBezTo>
                      <a:pt x="3758" y="1711"/>
                      <a:pt x="3767" y="1711"/>
                      <a:pt x="3777" y="1711"/>
                    </a:cubicBezTo>
                    <a:cubicBezTo>
                      <a:pt x="3795" y="1711"/>
                      <a:pt x="3814" y="1702"/>
                      <a:pt x="3823" y="1674"/>
                    </a:cubicBezTo>
                    <a:cubicBezTo>
                      <a:pt x="3842" y="1646"/>
                      <a:pt x="3823" y="1609"/>
                      <a:pt x="3795" y="1600"/>
                    </a:cubicBezTo>
                    <a:lnTo>
                      <a:pt x="84" y="4"/>
                    </a:lnTo>
                    <a:cubicBezTo>
                      <a:pt x="78" y="2"/>
                      <a:pt x="70" y="0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6969355" y="3873495"/>
                <a:ext cx="48106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445" y="1"/>
                    </a:moveTo>
                    <a:lnTo>
                      <a:pt x="0" y="168"/>
                    </a:lnTo>
                    <a:lnTo>
                      <a:pt x="158" y="604"/>
                    </a:lnTo>
                    <a:lnTo>
                      <a:pt x="603" y="446"/>
                    </a:lnTo>
                    <a:lnTo>
                      <a:pt x="44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6964178" y="3868477"/>
                <a:ext cx="58459" cy="57583"/>
              </a:xfrm>
              <a:custGeom>
                <a:avLst/>
                <a:gdLst/>
                <a:ahLst/>
                <a:cxnLst/>
                <a:rect l="l" t="t" r="r" b="b"/>
                <a:pathLst>
                  <a:path w="734" h="723" extrusionOk="0">
                    <a:moveTo>
                      <a:pt x="473" y="129"/>
                    </a:moveTo>
                    <a:lnTo>
                      <a:pt x="594" y="472"/>
                    </a:lnTo>
                    <a:lnTo>
                      <a:pt x="260" y="593"/>
                    </a:lnTo>
                    <a:lnTo>
                      <a:pt x="139" y="259"/>
                    </a:lnTo>
                    <a:lnTo>
                      <a:pt x="473" y="129"/>
                    </a:lnTo>
                    <a:close/>
                    <a:moveTo>
                      <a:pt x="517" y="1"/>
                    </a:moveTo>
                    <a:cubicBezTo>
                      <a:pt x="508" y="1"/>
                      <a:pt x="500" y="3"/>
                      <a:pt x="492" y="8"/>
                    </a:cubicBezTo>
                    <a:lnTo>
                      <a:pt x="47" y="166"/>
                    </a:lnTo>
                    <a:cubicBezTo>
                      <a:pt x="28" y="175"/>
                      <a:pt x="19" y="184"/>
                      <a:pt x="10" y="194"/>
                    </a:cubicBezTo>
                    <a:cubicBezTo>
                      <a:pt x="10" y="212"/>
                      <a:pt x="0" y="222"/>
                      <a:pt x="10" y="240"/>
                    </a:cubicBezTo>
                    <a:lnTo>
                      <a:pt x="167" y="685"/>
                    </a:lnTo>
                    <a:cubicBezTo>
                      <a:pt x="177" y="704"/>
                      <a:pt x="204" y="722"/>
                      <a:pt x="223" y="722"/>
                    </a:cubicBezTo>
                    <a:lnTo>
                      <a:pt x="241" y="722"/>
                    </a:lnTo>
                    <a:lnTo>
                      <a:pt x="687" y="555"/>
                    </a:lnTo>
                    <a:cubicBezTo>
                      <a:pt x="724" y="546"/>
                      <a:pt x="733" y="509"/>
                      <a:pt x="724" y="481"/>
                    </a:cubicBezTo>
                    <a:lnTo>
                      <a:pt x="566" y="36"/>
                    </a:lnTo>
                    <a:cubicBezTo>
                      <a:pt x="559" y="16"/>
                      <a:pt x="538" y="1"/>
                      <a:pt x="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7282596" y="3887114"/>
                <a:ext cx="591125" cy="551940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30" extrusionOk="0">
                    <a:moveTo>
                      <a:pt x="3722" y="1"/>
                    </a:moveTo>
                    <a:cubicBezTo>
                      <a:pt x="3544" y="1"/>
                      <a:pt x="3364" y="15"/>
                      <a:pt x="3182" y="43"/>
                    </a:cubicBezTo>
                    <a:cubicBezTo>
                      <a:pt x="1299" y="331"/>
                      <a:pt x="1" y="2093"/>
                      <a:pt x="288" y="3986"/>
                    </a:cubicBezTo>
                    <a:cubicBezTo>
                      <a:pt x="549" y="5702"/>
                      <a:pt x="2030" y="6929"/>
                      <a:pt x="3714" y="6929"/>
                    </a:cubicBezTo>
                    <a:cubicBezTo>
                      <a:pt x="3888" y="6929"/>
                      <a:pt x="4063" y="6916"/>
                      <a:pt x="4240" y="6889"/>
                    </a:cubicBezTo>
                    <a:cubicBezTo>
                      <a:pt x="6123" y="6593"/>
                      <a:pt x="7422" y="4830"/>
                      <a:pt x="7134" y="2938"/>
                    </a:cubicBezTo>
                    <a:cubicBezTo>
                      <a:pt x="6874" y="1227"/>
                      <a:pt x="5401" y="1"/>
                      <a:pt x="37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>
                <a:off x="7277420" y="3882176"/>
                <a:ext cx="589692" cy="561099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5" extrusionOk="0">
                    <a:moveTo>
                      <a:pt x="3776" y="114"/>
                    </a:moveTo>
                    <a:cubicBezTo>
                      <a:pt x="5427" y="114"/>
                      <a:pt x="6884" y="1330"/>
                      <a:pt x="7144" y="3009"/>
                    </a:cubicBezTo>
                    <a:cubicBezTo>
                      <a:pt x="7283" y="3909"/>
                      <a:pt x="7060" y="4808"/>
                      <a:pt x="6522" y="5541"/>
                    </a:cubicBezTo>
                    <a:cubicBezTo>
                      <a:pt x="5984" y="6274"/>
                      <a:pt x="5196" y="6757"/>
                      <a:pt x="4296" y="6886"/>
                    </a:cubicBezTo>
                    <a:cubicBezTo>
                      <a:pt x="4119" y="6914"/>
                      <a:pt x="3952" y="6933"/>
                      <a:pt x="3776" y="6933"/>
                    </a:cubicBezTo>
                    <a:cubicBezTo>
                      <a:pt x="2125" y="6933"/>
                      <a:pt x="669" y="5718"/>
                      <a:pt x="409" y="4038"/>
                    </a:cubicBezTo>
                    <a:cubicBezTo>
                      <a:pt x="130" y="2183"/>
                      <a:pt x="1401" y="439"/>
                      <a:pt x="3266" y="161"/>
                    </a:cubicBezTo>
                    <a:cubicBezTo>
                      <a:pt x="3433" y="133"/>
                      <a:pt x="3609" y="114"/>
                      <a:pt x="3776" y="114"/>
                    </a:cubicBezTo>
                    <a:close/>
                    <a:moveTo>
                      <a:pt x="3765" y="1"/>
                    </a:moveTo>
                    <a:cubicBezTo>
                      <a:pt x="3591" y="1"/>
                      <a:pt x="3415" y="14"/>
                      <a:pt x="3238" y="40"/>
                    </a:cubicBezTo>
                    <a:cubicBezTo>
                      <a:pt x="1327" y="337"/>
                      <a:pt x="1" y="2137"/>
                      <a:pt x="297" y="4057"/>
                    </a:cubicBezTo>
                    <a:cubicBezTo>
                      <a:pt x="566" y="5801"/>
                      <a:pt x="2069" y="7044"/>
                      <a:pt x="3776" y="7044"/>
                    </a:cubicBezTo>
                    <a:cubicBezTo>
                      <a:pt x="3952" y="7044"/>
                      <a:pt x="4129" y="7035"/>
                      <a:pt x="4314" y="7007"/>
                    </a:cubicBezTo>
                    <a:cubicBezTo>
                      <a:pt x="5242" y="6868"/>
                      <a:pt x="6058" y="6367"/>
                      <a:pt x="6615" y="5606"/>
                    </a:cubicBezTo>
                    <a:cubicBezTo>
                      <a:pt x="7171" y="4855"/>
                      <a:pt x="7403" y="3918"/>
                      <a:pt x="7255" y="2990"/>
                    </a:cubicBezTo>
                    <a:cubicBezTo>
                      <a:pt x="6985" y="1247"/>
                      <a:pt x="5478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7236801" y="3869592"/>
                <a:ext cx="627364" cy="551781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28" extrusionOk="0">
                    <a:moveTo>
                      <a:pt x="3939" y="1"/>
                    </a:moveTo>
                    <a:cubicBezTo>
                      <a:pt x="2845" y="1"/>
                      <a:pt x="1768" y="518"/>
                      <a:pt x="1095" y="1488"/>
                    </a:cubicBezTo>
                    <a:cubicBezTo>
                      <a:pt x="0" y="3055"/>
                      <a:pt x="390" y="5208"/>
                      <a:pt x="1958" y="6302"/>
                    </a:cubicBezTo>
                    <a:cubicBezTo>
                      <a:pt x="2562" y="6724"/>
                      <a:pt x="3255" y="6927"/>
                      <a:pt x="3941" y="6927"/>
                    </a:cubicBezTo>
                    <a:cubicBezTo>
                      <a:pt x="5034" y="6927"/>
                      <a:pt x="6109" y="6412"/>
                      <a:pt x="6782" y="5449"/>
                    </a:cubicBezTo>
                    <a:cubicBezTo>
                      <a:pt x="7876" y="3881"/>
                      <a:pt x="7487" y="1720"/>
                      <a:pt x="5919" y="625"/>
                    </a:cubicBezTo>
                    <a:cubicBezTo>
                      <a:pt x="5315" y="203"/>
                      <a:pt x="4624" y="1"/>
                      <a:pt x="3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7250102" y="3865769"/>
                <a:ext cx="588895" cy="561258"/>
              </a:xfrm>
              <a:custGeom>
                <a:avLst/>
                <a:gdLst/>
                <a:ahLst/>
                <a:cxnLst/>
                <a:rect l="l" t="t" r="r" b="b"/>
                <a:pathLst>
                  <a:path w="7394" h="7047" extrusionOk="0">
                    <a:moveTo>
                      <a:pt x="3778" y="113"/>
                    </a:moveTo>
                    <a:cubicBezTo>
                      <a:pt x="5427" y="113"/>
                      <a:pt x="6874" y="1322"/>
                      <a:pt x="7134" y="3001"/>
                    </a:cubicBezTo>
                    <a:cubicBezTo>
                      <a:pt x="7273" y="3901"/>
                      <a:pt x="7051" y="4801"/>
                      <a:pt x="6513" y="5534"/>
                    </a:cubicBezTo>
                    <a:cubicBezTo>
                      <a:pt x="5975" y="6267"/>
                      <a:pt x="5186" y="6749"/>
                      <a:pt x="4286" y="6888"/>
                    </a:cubicBezTo>
                    <a:cubicBezTo>
                      <a:pt x="4111" y="6916"/>
                      <a:pt x="3936" y="6929"/>
                      <a:pt x="3764" y="6929"/>
                    </a:cubicBezTo>
                    <a:cubicBezTo>
                      <a:pt x="2114" y="6929"/>
                      <a:pt x="661" y="5720"/>
                      <a:pt x="409" y="4040"/>
                    </a:cubicBezTo>
                    <a:cubicBezTo>
                      <a:pt x="121" y="2185"/>
                      <a:pt x="1401" y="441"/>
                      <a:pt x="3256" y="153"/>
                    </a:cubicBezTo>
                    <a:cubicBezTo>
                      <a:pt x="3432" y="126"/>
                      <a:pt x="3606" y="113"/>
                      <a:pt x="3778" y="113"/>
                    </a:cubicBezTo>
                    <a:close/>
                    <a:moveTo>
                      <a:pt x="3777" y="1"/>
                    </a:moveTo>
                    <a:cubicBezTo>
                      <a:pt x="3599" y="1"/>
                      <a:pt x="3419" y="14"/>
                      <a:pt x="3238" y="42"/>
                    </a:cubicBezTo>
                    <a:cubicBezTo>
                      <a:pt x="1318" y="339"/>
                      <a:pt x="0" y="2139"/>
                      <a:pt x="288" y="4059"/>
                    </a:cubicBezTo>
                    <a:cubicBezTo>
                      <a:pt x="557" y="5794"/>
                      <a:pt x="2060" y="7046"/>
                      <a:pt x="3767" y="7046"/>
                    </a:cubicBezTo>
                    <a:cubicBezTo>
                      <a:pt x="3943" y="7046"/>
                      <a:pt x="4128" y="7027"/>
                      <a:pt x="4305" y="7000"/>
                    </a:cubicBezTo>
                    <a:cubicBezTo>
                      <a:pt x="5232" y="6861"/>
                      <a:pt x="6049" y="6360"/>
                      <a:pt x="6605" y="5608"/>
                    </a:cubicBezTo>
                    <a:cubicBezTo>
                      <a:pt x="7171" y="4847"/>
                      <a:pt x="7394" y="3920"/>
                      <a:pt x="7255" y="2983"/>
                    </a:cubicBezTo>
                    <a:cubicBezTo>
                      <a:pt x="6986" y="1252"/>
                      <a:pt x="5484" y="1"/>
                      <a:pt x="37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7643863" y="3925423"/>
                <a:ext cx="134600" cy="135078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696" extrusionOk="0">
                    <a:moveTo>
                      <a:pt x="105" y="0"/>
                    </a:moveTo>
                    <a:cubicBezTo>
                      <a:pt x="71" y="0"/>
                      <a:pt x="42" y="19"/>
                      <a:pt x="29" y="54"/>
                    </a:cubicBezTo>
                    <a:cubicBezTo>
                      <a:pt x="1" y="100"/>
                      <a:pt x="19" y="147"/>
                      <a:pt x="66" y="165"/>
                    </a:cubicBezTo>
                    <a:cubicBezTo>
                      <a:pt x="715" y="471"/>
                      <a:pt x="1225" y="991"/>
                      <a:pt x="1513" y="1649"/>
                    </a:cubicBezTo>
                    <a:cubicBezTo>
                      <a:pt x="1531" y="1677"/>
                      <a:pt x="1559" y="1696"/>
                      <a:pt x="1596" y="1696"/>
                    </a:cubicBezTo>
                    <a:cubicBezTo>
                      <a:pt x="1606" y="1696"/>
                      <a:pt x="1615" y="1696"/>
                      <a:pt x="1624" y="1687"/>
                    </a:cubicBezTo>
                    <a:cubicBezTo>
                      <a:pt x="1671" y="1668"/>
                      <a:pt x="1689" y="1622"/>
                      <a:pt x="1671" y="1575"/>
                    </a:cubicBezTo>
                    <a:cubicBezTo>
                      <a:pt x="1365" y="879"/>
                      <a:pt x="826" y="332"/>
                      <a:pt x="140" y="7"/>
                    </a:cubicBezTo>
                    <a:cubicBezTo>
                      <a:pt x="128" y="3"/>
                      <a:pt x="116" y="0"/>
                      <a:pt x="1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>
                <a:off x="7895061" y="4209673"/>
                <a:ext cx="304483" cy="38548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84" extrusionOk="0">
                    <a:moveTo>
                      <a:pt x="1" y="1"/>
                    </a:moveTo>
                    <a:lnTo>
                      <a:pt x="1" y="483"/>
                    </a:lnTo>
                    <a:lnTo>
                      <a:pt x="3823" y="483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7890681" y="4205293"/>
                <a:ext cx="31404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3" h="604" extrusionOk="0">
                    <a:moveTo>
                      <a:pt x="3822" y="111"/>
                    </a:moveTo>
                    <a:lnTo>
                      <a:pt x="3822" y="482"/>
                    </a:lnTo>
                    <a:lnTo>
                      <a:pt x="121" y="482"/>
                    </a:ln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lnTo>
                      <a:pt x="0" y="547"/>
                    </a:lnTo>
                    <a:cubicBezTo>
                      <a:pt x="0" y="557"/>
                      <a:pt x="10" y="575"/>
                      <a:pt x="19" y="584"/>
                    </a:cubicBezTo>
                    <a:cubicBezTo>
                      <a:pt x="28" y="594"/>
                      <a:pt x="47" y="603"/>
                      <a:pt x="56" y="603"/>
                    </a:cubicBezTo>
                    <a:lnTo>
                      <a:pt x="3878" y="603"/>
                    </a:lnTo>
                    <a:cubicBezTo>
                      <a:pt x="3915" y="603"/>
                      <a:pt x="3943" y="575"/>
                      <a:pt x="3943" y="547"/>
                    </a:cubicBezTo>
                    <a:lnTo>
                      <a:pt x="3943" y="56"/>
                    </a:lnTo>
                    <a:cubicBezTo>
                      <a:pt x="3943" y="37"/>
                      <a:pt x="3934" y="19"/>
                      <a:pt x="3924" y="9"/>
                    </a:cubicBezTo>
                    <a:cubicBezTo>
                      <a:pt x="3915" y="0"/>
                      <a:pt x="3896" y="0"/>
                      <a:pt x="3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7895061" y="4136560"/>
                <a:ext cx="175219" cy="2588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25" extrusionOk="0">
                    <a:moveTo>
                      <a:pt x="1" y="0"/>
                    </a:moveTo>
                    <a:lnTo>
                      <a:pt x="1" y="325"/>
                    </a:lnTo>
                    <a:lnTo>
                      <a:pt x="2199" y="325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7890681" y="4132100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56"/>
                    </a:cubicBezTo>
                    <a:lnTo>
                      <a:pt x="0" y="381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81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7895061" y="4064163"/>
                <a:ext cx="175219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7890681" y="4059703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38"/>
                      <a:pt x="0" y="56"/>
                    </a:cubicBezTo>
                    <a:lnTo>
                      <a:pt x="0" y="372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72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7475415" y="3969546"/>
                <a:ext cx="156025" cy="115326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48" extrusionOk="0">
                    <a:moveTo>
                      <a:pt x="975" y="1"/>
                    </a:moveTo>
                    <a:cubicBezTo>
                      <a:pt x="437" y="1"/>
                      <a:pt x="1" y="437"/>
                      <a:pt x="1" y="975"/>
                    </a:cubicBezTo>
                    <a:lnTo>
                      <a:pt x="1" y="1448"/>
                    </a:lnTo>
                    <a:lnTo>
                      <a:pt x="353" y="1448"/>
                    </a:lnTo>
                    <a:lnTo>
                      <a:pt x="353" y="975"/>
                    </a:lnTo>
                    <a:cubicBezTo>
                      <a:pt x="353" y="632"/>
                      <a:pt x="641" y="353"/>
                      <a:pt x="984" y="353"/>
                    </a:cubicBezTo>
                    <a:cubicBezTo>
                      <a:pt x="1327" y="353"/>
                      <a:pt x="1606" y="632"/>
                      <a:pt x="1606" y="975"/>
                    </a:cubicBezTo>
                    <a:lnTo>
                      <a:pt x="1606" y="1448"/>
                    </a:lnTo>
                    <a:lnTo>
                      <a:pt x="1958" y="1448"/>
                    </a:lnTo>
                    <a:lnTo>
                      <a:pt x="1958" y="975"/>
                    </a:lnTo>
                    <a:cubicBezTo>
                      <a:pt x="1958" y="437"/>
                      <a:pt x="1513" y="1"/>
                      <a:pt x="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7471035" y="3964369"/>
                <a:ext cx="164786" cy="12568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78" extrusionOk="0">
                    <a:moveTo>
                      <a:pt x="1039" y="121"/>
                    </a:moveTo>
                    <a:cubicBezTo>
                      <a:pt x="1540" y="121"/>
                      <a:pt x="1948" y="530"/>
                      <a:pt x="1948" y="1040"/>
                    </a:cubicBezTo>
                    <a:lnTo>
                      <a:pt x="1948" y="1457"/>
                    </a:lnTo>
                    <a:lnTo>
                      <a:pt x="1716" y="1457"/>
                    </a:lnTo>
                    <a:lnTo>
                      <a:pt x="1716" y="1040"/>
                    </a:lnTo>
                    <a:cubicBezTo>
                      <a:pt x="1716" y="660"/>
                      <a:pt x="1410" y="353"/>
                      <a:pt x="1030" y="353"/>
                    </a:cubicBezTo>
                    <a:cubicBezTo>
                      <a:pt x="659" y="353"/>
                      <a:pt x="353" y="660"/>
                      <a:pt x="353" y="1040"/>
                    </a:cubicBezTo>
                    <a:lnTo>
                      <a:pt x="353" y="1457"/>
                    </a:lnTo>
                    <a:lnTo>
                      <a:pt x="121" y="1457"/>
                    </a:lnTo>
                    <a:lnTo>
                      <a:pt x="121" y="1040"/>
                    </a:lnTo>
                    <a:cubicBezTo>
                      <a:pt x="121" y="530"/>
                      <a:pt x="529" y="121"/>
                      <a:pt x="1039" y="121"/>
                    </a:cubicBezTo>
                    <a:close/>
                    <a:moveTo>
                      <a:pt x="1039" y="1"/>
                    </a:moveTo>
                    <a:cubicBezTo>
                      <a:pt x="464" y="1"/>
                      <a:pt x="0" y="465"/>
                      <a:pt x="0" y="1040"/>
                    </a:cubicBezTo>
                    <a:lnTo>
                      <a:pt x="0" y="1513"/>
                    </a:lnTo>
                    <a:cubicBezTo>
                      <a:pt x="0" y="1550"/>
                      <a:pt x="28" y="1578"/>
                      <a:pt x="65" y="1578"/>
                    </a:cubicBezTo>
                    <a:lnTo>
                      <a:pt x="418" y="1578"/>
                    </a:lnTo>
                    <a:cubicBezTo>
                      <a:pt x="445" y="1578"/>
                      <a:pt x="473" y="1550"/>
                      <a:pt x="473" y="1513"/>
                    </a:cubicBezTo>
                    <a:lnTo>
                      <a:pt x="473" y="1040"/>
                    </a:lnTo>
                    <a:cubicBezTo>
                      <a:pt x="473" y="724"/>
                      <a:pt x="724" y="474"/>
                      <a:pt x="1039" y="474"/>
                    </a:cubicBezTo>
                    <a:cubicBezTo>
                      <a:pt x="1345" y="474"/>
                      <a:pt x="1605" y="724"/>
                      <a:pt x="1605" y="1040"/>
                    </a:cubicBezTo>
                    <a:lnTo>
                      <a:pt x="1605" y="1513"/>
                    </a:lnTo>
                    <a:cubicBezTo>
                      <a:pt x="1605" y="1550"/>
                      <a:pt x="1624" y="1578"/>
                      <a:pt x="1661" y="1578"/>
                    </a:cubicBezTo>
                    <a:lnTo>
                      <a:pt x="2013" y="1578"/>
                    </a:lnTo>
                    <a:cubicBezTo>
                      <a:pt x="2041" y="1578"/>
                      <a:pt x="2069" y="1550"/>
                      <a:pt x="2069" y="1513"/>
                    </a:cubicBezTo>
                    <a:lnTo>
                      <a:pt x="2069" y="1040"/>
                    </a:lnTo>
                    <a:cubicBezTo>
                      <a:pt x="2069" y="465"/>
                      <a:pt x="1605" y="1"/>
                      <a:pt x="1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>
                <a:off x="7437744" y="4085587"/>
                <a:ext cx="231369" cy="192900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422" extrusionOk="0">
                    <a:moveTo>
                      <a:pt x="84" y="0"/>
                    </a:moveTo>
                    <a:cubicBezTo>
                      <a:pt x="38" y="0"/>
                      <a:pt x="10" y="37"/>
                      <a:pt x="10" y="74"/>
                    </a:cubicBezTo>
                    <a:lnTo>
                      <a:pt x="10" y="2347"/>
                    </a:lnTo>
                    <a:cubicBezTo>
                      <a:pt x="1" y="2384"/>
                      <a:pt x="38" y="2421"/>
                      <a:pt x="84" y="2421"/>
                    </a:cubicBezTo>
                    <a:lnTo>
                      <a:pt x="2821" y="2421"/>
                    </a:lnTo>
                    <a:cubicBezTo>
                      <a:pt x="2867" y="2421"/>
                      <a:pt x="2904" y="2384"/>
                      <a:pt x="2904" y="2347"/>
                    </a:cubicBezTo>
                    <a:lnTo>
                      <a:pt x="2904" y="74"/>
                    </a:lnTo>
                    <a:cubicBezTo>
                      <a:pt x="2904" y="37"/>
                      <a:pt x="2867" y="0"/>
                      <a:pt x="2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>
                <a:off x="7433283" y="4080411"/>
                <a:ext cx="240209" cy="202537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543" extrusionOk="0">
                    <a:moveTo>
                      <a:pt x="2877" y="121"/>
                    </a:moveTo>
                    <a:cubicBezTo>
                      <a:pt x="2895" y="121"/>
                      <a:pt x="2905" y="130"/>
                      <a:pt x="2905" y="139"/>
                    </a:cubicBezTo>
                    <a:lnTo>
                      <a:pt x="2905" y="2412"/>
                    </a:lnTo>
                    <a:cubicBezTo>
                      <a:pt x="2905" y="2421"/>
                      <a:pt x="2886" y="2431"/>
                      <a:pt x="2877" y="2431"/>
                    </a:cubicBezTo>
                    <a:lnTo>
                      <a:pt x="140" y="2431"/>
                    </a:lnTo>
                    <a:cubicBezTo>
                      <a:pt x="131" y="2431"/>
                      <a:pt x="122" y="2421"/>
                      <a:pt x="122" y="2412"/>
                    </a:cubicBezTo>
                    <a:lnTo>
                      <a:pt x="122" y="139"/>
                    </a:lnTo>
                    <a:cubicBezTo>
                      <a:pt x="122" y="130"/>
                      <a:pt x="131" y="121"/>
                      <a:pt x="140" y="121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2412"/>
                    </a:lnTo>
                    <a:cubicBezTo>
                      <a:pt x="1" y="2486"/>
                      <a:pt x="66" y="2542"/>
                      <a:pt x="140" y="2542"/>
                    </a:cubicBezTo>
                    <a:lnTo>
                      <a:pt x="2877" y="2542"/>
                    </a:lnTo>
                    <a:cubicBezTo>
                      <a:pt x="2951" y="2542"/>
                      <a:pt x="3016" y="2486"/>
                      <a:pt x="3016" y="2412"/>
                    </a:cubicBezTo>
                    <a:lnTo>
                      <a:pt x="3016" y="139"/>
                    </a:lnTo>
                    <a:cubicBezTo>
                      <a:pt x="3016" y="65"/>
                      <a:pt x="2951" y="0"/>
                      <a:pt x="2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>
                <a:off x="7532361" y="4141737"/>
                <a:ext cx="42132" cy="80601"/>
              </a:xfrm>
              <a:custGeom>
                <a:avLst/>
                <a:gdLst/>
                <a:ahLst/>
                <a:cxnLst/>
                <a:rect l="l" t="t" r="r" b="b"/>
                <a:pathLst>
                  <a:path w="529" h="1012" extrusionOk="0">
                    <a:moveTo>
                      <a:pt x="269" y="0"/>
                    </a:moveTo>
                    <a:cubicBezTo>
                      <a:pt x="121" y="0"/>
                      <a:pt x="0" y="121"/>
                      <a:pt x="0" y="269"/>
                    </a:cubicBezTo>
                    <a:cubicBezTo>
                      <a:pt x="0" y="371"/>
                      <a:pt x="56" y="464"/>
                      <a:pt x="148" y="510"/>
                    </a:cubicBezTo>
                    <a:lnTo>
                      <a:pt x="37" y="900"/>
                    </a:lnTo>
                    <a:cubicBezTo>
                      <a:pt x="28" y="956"/>
                      <a:pt x="65" y="1011"/>
                      <a:pt x="121" y="1011"/>
                    </a:cubicBezTo>
                    <a:lnTo>
                      <a:pt x="427" y="1011"/>
                    </a:lnTo>
                    <a:cubicBezTo>
                      <a:pt x="482" y="1011"/>
                      <a:pt x="520" y="956"/>
                      <a:pt x="510" y="900"/>
                    </a:cubicBezTo>
                    <a:lnTo>
                      <a:pt x="390" y="501"/>
                    </a:lnTo>
                    <a:cubicBezTo>
                      <a:pt x="473" y="455"/>
                      <a:pt x="529" y="371"/>
                      <a:pt x="529" y="269"/>
                    </a:cubicBezTo>
                    <a:cubicBezTo>
                      <a:pt x="529" y="121"/>
                      <a:pt x="417" y="0"/>
                      <a:pt x="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7527901" y="4137277"/>
                <a:ext cx="51769" cy="89521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4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399"/>
                      <a:pt x="492" y="474"/>
                      <a:pt x="418" y="511"/>
                    </a:cubicBezTo>
                    <a:cubicBezTo>
                      <a:pt x="399" y="520"/>
                      <a:pt x="390" y="548"/>
                      <a:pt x="390" y="576"/>
                    </a:cubicBezTo>
                    <a:lnTo>
                      <a:pt x="511" y="975"/>
                    </a:lnTo>
                    <a:cubicBezTo>
                      <a:pt x="511" y="984"/>
                      <a:pt x="501" y="993"/>
                      <a:pt x="501" y="993"/>
                    </a:cubicBezTo>
                    <a:cubicBezTo>
                      <a:pt x="501" y="1002"/>
                      <a:pt x="492" y="1002"/>
                      <a:pt x="483" y="1002"/>
                    </a:cubicBezTo>
                    <a:lnTo>
                      <a:pt x="177" y="1002"/>
                    </a:lnTo>
                    <a:cubicBezTo>
                      <a:pt x="158" y="1002"/>
                      <a:pt x="158" y="1002"/>
                      <a:pt x="158" y="993"/>
                    </a:cubicBezTo>
                    <a:cubicBezTo>
                      <a:pt x="149" y="993"/>
                      <a:pt x="149" y="984"/>
                      <a:pt x="149" y="975"/>
                    </a:cubicBezTo>
                    <a:lnTo>
                      <a:pt x="260" y="576"/>
                    </a:lnTo>
                    <a:cubicBezTo>
                      <a:pt x="269" y="548"/>
                      <a:pt x="260" y="520"/>
                      <a:pt x="232" y="511"/>
                    </a:cubicBezTo>
                    <a:cubicBezTo>
                      <a:pt x="158" y="474"/>
                      <a:pt x="112" y="409"/>
                      <a:pt x="112" y="325"/>
                    </a:cubicBezTo>
                    <a:cubicBezTo>
                      <a:pt x="112" y="214"/>
                      <a:pt x="20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0" y="1"/>
                      <a:pt x="0" y="149"/>
                      <a:pt x="0" y="325"/>
                    </a:cubicBezTo>
                    <a:cubicBezTo>
                      <a:pt x="0" y="427"/>
                      <a:pt x="47" y="529"/>
                      <a:pt x="140" y="594"/>
                    </a:cubicBezTo>
                    <a:lnTo>
                      <a:pt x="37" y="947"/>
                    </a:lnTo>
                    <a:cubicBezTo>
                      <a:pt x="28" y="984"/>
                      <a:pt x="28" y="1030"/>
                      <a:pt x="56" y="1067"/>
                    </a:cubicBezTo>
                    <a:cubicBezTo>
                      <a:pt x="84" y="1105"/>
                      <a:pt x="130" y="1123"/>
                      <a:pt x="167" y="1123"/>
                    </a:cubicBezTo>
                    <a:lnTo>
                      <a:pt x="483" y="1123"/>
                    </a:lnTo>
                    <a:cubicBezTo>
                      <a:pt x="529" y="1123"/>
                      <a:pt x="566" y="1105"/>
                      <a:pt x="594" y="1067"/>
                    </a:cubicBezTo>
                    <a:cubicBezTo>
                      <a:pt x="622" y="1030"/>
                      <a:pt x="631" y="984"/>
                      <a:pt x="613" y="947"/>
                    </a:cubicBezTo>
                    <a:lnTo>
                      <a:pt x="520" y="585"/>
                    </a:lnTo>
                    <a:cubicBezTo>
                      <a:pt x="594" y="520"/>
                      <a:pt x="650" y="427"/>
                      <a:pt x="650" y="325"/>
                    </a:cubicBezTo>
                    <a:cubicBezTo>
                      <a:pt x="65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1" name="Google Shape;471;p19"/>
            <p:cNvGrpSpPr/>
            <p:nvPr/>
          </p:nvGrpSpPr>
          <p:grpSpPr>
            <a:xfrm flipH="1">
              <a:off x="3725955" y="3512636"/>
              <a:ext cx="1329443" cy="916475"/>
              <a:chOff x="713230" y="2963286"/>
              <a:chExt cx="1329443" cy="916475"/>
            </a:xfrm>
          </p:grpSpPr>
          <p:sp>
            <p:nvSpPr>
              <p:cNvPr id="472" name="Google Shape;472;p19"/>
              <p:cNvSpPr/>
              <p:nvPr/>
            </p:nvSpPr>
            <p:spPr>
              <a:xfrm>
                <a:off x="803044" y="2963286"/>
                <a:ext cx="9516" cy="5992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6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696"/>
                    </a:lnTo>
                    <a:cubicBezTo>
                      <a:pt x="0" y="734"/>
                      <a:pt x="28" y="761"/>
                      <a:pt x="56" y="761"/>
                    </a:cubicBezTo>
                    <a:cubicBezTo>
                      <a:pt x="93" y="761"/>
                      <a:pt x="121" y="734"/>
                      <a:pt x="121" y="696"/>
                    </a:cubicBezTo>
                    <a:lnTo>
                      <a:pt x="121" y="56"/>
                    </a:lnTo>
                    <a:cubicBezTo>
                      <a:pt x="121" y="28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803044" y="3093131"/>
                <a:ext cx="9516" cy="59222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5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697"/>
                    </a:lnTo>
                    <a:cubicBezTo>
                      <a:pt x="0" y="724"/>
                      <a:pt x="28" y="752"/>
                      <a:pt x="56" y="752"/>
                    </a:cubicBezTo>
                    <a:cubicBezTo>
                      <a:pt x="93" y="752"/>
                      <a:pt x="121" y="724"/>
                      <a:pt x="121" y="697"/>
                    </a:cubicBezTo>
                    <a:lnTo>
                      <a:pt x="121" y="57"/>
                    </a:lnTo>
                    <a:cubicBezTo>
                      <a:pt x="121" y="19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842367" y="3053021"/>
                <a:ext cx="59929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22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06" y="121"/>
                    </a:lnTo>
                    <a:cubicBezTo>
                      <a:pt x="734" y="121"/>
                      <a:pt x="762" y="93"/>
                      <a:pt x="762" y="66"/>
                    </a:cubicBezTo>
                    <a:cubicBezTo>
                      <a:pt x="762" y="29"/>
                      <a:pt x="734" y="1"/>
                      <a:pt x="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713230" y="3053021"/>
                <a:ext cx="59222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697" y="121"/>
                    </a:lnTo>
                    <a:cubicBezTo>
                      <a:pt x="734" y="121"/>
                      <a:pt x="752" y="93"/>
                      <a:pt x="752" y="66"/>
                    </a:cubicBezTo>
                    <a:cubicBezTo>
                      <a:pt x="752" y="29"/>
                      <a:pt x="734" y="1"/>
                      <a:pt x="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743902" y="3085896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738790" y="3081098"/>
                <a:ext cx="46087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2" extrusionOk="0">
                    <a:moveTo>
                      <a:pt x="521" y="1"/>
                    </a:moveTo>
                    <a:cubicBezTo>
                      <a:pt x="506" y="1"/>
                      <a:pt x="492" y="5"/>
                      <a:pt x="483" y="15"/>
                    </a:cubicBezTo>
                    <a:lnTo>
                      <a:pt x="28" y="469"/>
                    </a:lnTo>
                    <a:cubicBezTo>
                      <a:pt x="1" y="497"/>
                      <a:pt x="1" y="534"/>
                      <a:pt x="28" y="553"/>
                    </a:cubicBezTo>
                    <a:cubicBezTo>
                      <a:pt x="38" y="562"/>
                      <a:pt x="47" y="571"/>
                      <a:pt x="66" y="571"/>
                    </a:cubicBezTo>
                    <a:cubicBezTo>
                      <a:pt x="84" y="571"/>
                      <a:pt x="93" y="562"/>
                      <a:pt x="112" y="553"/>
                    </a:cubicBezTo>
                    <a:lnTo>
                      <a:pt x="567" y="98"/>
                    </a:lnTo>
                    <a:cubicBezTo>
                      <a:pt x="585" y="80"/>
                      <a:pt x="585" y="43"/>
                      <a:pt x="567" y="15"/>
                    </a:cubicBezTo>
                    <a:cubicBezTo>
                      <a:pt x="553" y="5"/>
                      <a:pt x="536" y="1"/>
                      <a:pt x="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835840" y="2993958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830728" y="2989396"/>
                <a:ext cx="46009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8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9"/>
                    </a:cubicBezTo>
                    <a:cubicBezTo>
                      <a:pt x="28" y="568"/>
                      <a:pt x="47" y="578"/>
                      <a:pt x="65" y="578"/>
                    </a:cubicBezTo>
                    <a:cubicBezTo>
                      <a:pt x="75" y="578"/>
                      <a:pt x="93" y="568"/>
                      <a:pt x="103" y="559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>
                <a:off x="743902" y="2993958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738790" y="2989396"/>
                <a:ext cx="46087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8" extrusionOk="0">
                    <a:moveTo>
                      <a:pt x="67" y="0"/>
                    </a:moveTo>
                    <a:cubicBezTo>
                      <a:pt x="52" y="0"/>
                      <a:pt x="38" y="7"/>
                      <a:pt x="28" y="21"/>
                    </a:cubicBezTo>
                    <a:cubicBezTo>
                      <a:pt x="1" y="40"/>
                      <a:pt x="1" y="77"/>
                      <a:pt x="28" y="105"/>
                    </a:cubicBezTo>
                    <a:lnTo>
                      <a:pt x="483" y="559"/>
                    </a:lnTo>
                    <a:cubicBezTo>
                      <a:pt x="492" y="568"/>
                      <a:pt x="502" y="578"/>
                      <a:pt x="520" y="578"/>
                    </a:cubicBezTo>
                    <a:cubicBezTo>
                      <a:pt x="539" y="578"/>
                      <a:pt x="548" y="568"/>
                      <a:pt x="567" y="559"/>
                    </a:cubicBezTo>
                    <a:cubicBezTo>
                      <a:pt x="585" y="531"/>
                      <a:pt x="585" y="494"/>
                      <a:pt x="567" y="476"/>
                    </a:cubicBezTo>
                    <a:lnTo>
                      <a:pt x="112" y="21"/>
                    </a:lnTo>
                    <a:cubicBezTo>
                      <a:pt x="98" y="7"/>
                      <a:pt x="82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835840" y="3085896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830728" y="3081098"/>
                <a:ext cx="46009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2" extrusionOk="0">
                    <a:moveTo>
                      <a:pt x="64" y="1"/>
                    </a:moveTo>
                    <a:cubicBezTo>
                      <a:pt x="49" y="1"/>
                      <a:pt x="33" y="5"/>
                      <a:pt x="19" y="15"/>
                    </a:cubicBezTo>
                    <a:cubicBezTo>
                      <a:pt x="1" y="43"/>
                      <a:pt x="1" y="80"/>
                      <a:pt x="19" y="98"/>
                    </a:cubicBezTo>
                    <a:lnTo>
                      <a:pt x="474" y="553"/>
                    </a:lnTo>
                    <a:cubicBezTo>
                      <a:pt x="483" y="562"/>
                      <a:pt x="501" y="571"/>
                      <a:pt x="520" y="571"/>
                    </a:cubicBezTo>
                    <a:cubicBezTo>
                      <a:pt x="529" y="571"/>
                      <a:pt x="548" y="562"/>
                      <a:pt x="557" y="553"/>
                    </a:cubicBezTo>
                    <a:cubicBezTo>
                      <a:pt x="585" y="534"/>
                      <a:pt x="585" y="497"/>
                      <a:pt x="557" y="469"/>
                    </a:cubicBezTo>
                    <a:lnTo>
                      <a:pt x="103" y="15"/>
                    </a:lnTo>
                    <a:cubicBezTo>
                      <a:pt x="93" y="5"/>
                      <a:pt x="79" y="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1099227" y="3149281"/>
                <a:ext cx="70861" cy="71569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10" extrusionOk="0">
                    <a:moveTo>
                      <a:pt x="446" y="121"/>
                    </a:moveTo>
                    <a:cubicBezTo>
                      <a:pt x="631" y="121"/>
                      <a:pt x="789" y="270"/>
                      <a:pt x="789" y="455"/>
                    </a:cubicBezTo>
                    <a:cubicBezTo>
                      <a:pt x="789" y="641"/>
                      <a:pt x="631" y="789"/>
                      <a:pt x="446" y="789"/>
                    </a:cubicBezTo>
                    <a:cubicBezTo>
                      <a:pt x="269" y="789"/>
                      <a:pt x="112" y="641"/>
                      <a:pt x="112" y="455"/>
                    </a:cubicBezTo>
                    <a:cubicBezTo>
                      <a:pt x="112" y="270"/>
                      <a:pt x="269" y="121"/>
                      <a:pt x="446" y="121"/>
                    </a:cubicBezTo>
                    <a:close/>
                    <a:moveTo>
                      <a:pt x="446" y="1"/>
                    </a:moveTo>
                    <a:cubicBezTo>
                      <a:pt x="204" y="1"/>
                      <a:pt x="0" y="205"/>
                      <a:pt x="0" y="455"/>
                    </a:cubicBezTo>
                    <a:cubicBezTo>
                      <a:pt x="0" y="706"/>
                      <a:pt x="204" y="910"/>
                      <a:pt x="446" y="910"/>
                    </a:cubicBezTo>
                    <a:cubicBezTo>
                      <a:pt x="696" y="910"/>
                      <a:pt x="900" y="706"/>
                      <a:pt x="900" y="455"/>
                    </a:cubicBezTo>
                    <a:cubicBezTo>
                      <a:pt x="900" y="205"/>
                      <a:pt x="696" y="1"/>
                      <a:pt x="4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822706" y="3648376"/>
                <a:ext cx="300669" cy="38773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0" y="0"/>
                    </a:moveTo>
                    <a:lnTo>
                      <a:pt x="0" y="492"/>
                    </a:lnTo>
                    <a:lnTo>
                      <a:pt x="3822" y="492"/>
                    </a:lnTo>
                    <a:lnTo>
                      <a:pt x="38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818302" y="3643972"/>
                <a:ext cx="309478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3935" h="604" extrusionOk="0">
                    <a:moveTo>
                      <a:pt x="3823" y="121"/>
                    </a:moveTo>
                    <a:lnTo>
                      <a:pt x="3823" y="492"/>
                    </a:lnTo>
                    <a:lnTo>
                      <a:pt x="112" y="492"/>
                    </a:lnTo>
                    <a:lnTo>
                      <a:pt x="112" y="121"/>
                    </a:lnTo>
                    <a:close/>
                    <a:moveTo>
                      <a:pt x="56" y="1"/>
                    </a:moveTo>
                    <a:cubicBezTo>
                      <a:pt x="38" y="1"/>
                      <a:pt x="29" y="10"/>
                      <a:pt x="10" y="19"/>
                    </a:cubicBezTo>
                    <a:cubicBezTo>
                      <a:pt x="1" y="29"/>
                      <a:pt x="1" y="47"/>
                      <a:pt x="1" y="56"/>
                    </a:cubicBezTo>
                    <a:lnTo>
                      <a:pt x="1" y="548"/>
                    </a:lnTo>
                    <a:cubicBezTo>
                      <a:pt x="1" y="585"/>
                      <a:pt x="19" y="604"/>
                      <a:pt x="56" y="604"/>
                    </a:cubicBezTo>
                    <a:lnTo>
                      <a:pt x="3878" y="604"/>
                    </a:lnTo>
                    <a:cubicBezTo>
                      <a:pt x="3906" y="604"/>
                      <a:pt x="3934" y="585"/>
                      <a:pt x="3934" y="548"/>
                    </a:cubicBezTo>
                    <a:lnTo>
                      <a:pt x="3934" y="56"/>
                    </a:lnTo>
                    <a:cubicBezTo>
                      <a:pt x="3934" y="47"/>
                      <a:pt x="3925" y="29"/>
                      <a:pt x="3916" y="19"/>
                    </a:cubicBezTo>
                    <a:cubicBezTo>
                      <a:pt x="3906" y="10"/>
                      <a:pt x="3888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950349" y="357688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946024" y="3572482"/>
                <a:ext cx="181754" cy="33661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28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lnTo>
                      <a:pt x="0" y="372"/>
                    </a:lnTo>
                    <a:cubicBezTo>
                      <a:pt x="0" y="390"/>
                      <a:pt x="10" y="400"/>
                      <a:pt x="19" y="418"/>
                    </a:cubicBezTo>
                    <a:cubicBezTo>
                      <a:pt x="28" y="427"/>
                      <a:pt x="47" y="427"/>
                      <a:pt x="56" y="427"/>
                    </a:cubicBezTo>
                    <a:lnTo>
                      <a:pt x="2254" y="427"/>
                    </a:lnTo>
                    <a:cubicBezTo>
                      <a:pt x="2282" y="427"/>
                      <a:pt x="2310" y="409"/>
                      <a:pt x="2310" y="372"/>
                    </a:cubicBezTo>
                    <a:lnTo>
                      <a:pt x="2310" y="56"/>
                    </a:lnTo>
                    <a:cubicBezTo>
                      <a:pt x="2310" y="38"/>
                      <a:pt x="2301" y="28"/>
                      <a:pt x="2292" y="10"/>
                    </a:cubicBezTo>
                    <a:cubicBezTo>
                      <a:pt x="2282" y="1"/>
                      <a:pt x="2264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950349" y="350539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946024" y="3500285"/>
                <a:ext cx="181754" cy="3436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0"/>
                    </a:moveTo>
                    <a:cubicBezTo>
                      <a:pt x="47" y="0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65"/>
                    </a:cubicBezTo>
                    <a:lnTo>
                      <a:pt x="0" y="381"/>
                    </a:lnTo>
                    <a:cubicBezTo>
                      <a:pt x="0" y="408"/>
                      <a:pt x="28" y="436"/>
                      <a:pt x="56" y="436"/>
                    </a:cubicBezTo>
                    <a:lnTo>
                      <a:pt x="2254" y="436"/>
                    </a:lnTo>
                    <a:cubicBezTo>
                      <a:pt x="2282" y="436"/>
                      <a:pt x="2310" y="408"/>
                      <a:pt x="2310" y="381"/>
                    </a:cubicBezTo>
                    <a:lnTo>
                      <a:pt x="2310" y="65"/>
                    </a:lnTo>
                    <a:cubicBezTo>
                      <a:pt x="2310" y="47"/>
                      <a:pt x="2301" y="28"/>
                      <a:pt x="2292" y="19"/>
                    </a:cubicBezTo>
                    <a:cubicBezTo>
                      <a:pt x="2282" y="10"/>
                      <a:pt x="2264" y="0"/>
                      <a:pt x="2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1144449" y="3330093"/>
                <a:ext cx="583722" cy="544713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26" extrusionOk="0">
                    <a:moveTo>
                      <a:pt x="3714" y="0"/>
                    </a:moveTo>
                    <a:cubicBezTo>
                      <a:pt x="2029" y="0"/>
                      <a:pt x="549" y="1227"/>
                      <a:pt x="288" y="2934"/>
                    </a:cubicBezTo>
                    <a:cubicBezTo>
                      <a:pt x="0" y="4827"/>
                      <a:pt x="1299" y="6599"/>
                      <a:pt x="3182" y="6886"/>
                    </a:cubicBezTo>
                    <a:cubicBezTo>
                      <a:pt x="3359" y="6913"/>
                      <a:pt x="3535" y="6926"/>
                      <a:pt x="3708" y="6926"/>
                    </a:cubicBezTo>
                    <a:cubicBezTo>
                      <a:pt x="5393" y="6926"/>
                      <a:pt x="6874" y="5699"/>
                      <a:pt x="7134" y="3992"/>
                    </a:cubicBezTo>
                    <a:cubicBezTo>
                      <a:pt x="7422" y="2099"/>
                      <a:pt x="6123" y="327"/>
                      <a:pt x="4240" y="40"/>
                    </a:cubicBezTo>
                    <a:cubicBezTo>
                      <a:pt x="4063" y="13"/>
                      <a:pt x="3887" y="0"/>
                      <a:pt x="3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>
                <a:off x="1151763" y="3325532"/>
                <a:ext cx="569880" cy="554229"/>
              </a:xfrm>
              <a:custGeom>
                <a:avLst/>
                <a:gdLst/>
                <a:ahLst/>
                <a:cxnLst/>
                <a:rect l="l" t="t" r="r" b="b"/>
                <a:pathLst>
                  <a:path w="7246" h="7047" extrusionOk="0">
                    <a:moveTo>
                      <a:pt x="3618" y="116"/>
                    </a:moveTo>
                    <a:cubicBezTo>
                      <a:pt x="3785" y="116"/>
                      <a:pt x="3961" y="126"/>
                      <a:pt x="4138" y="154"/>
                    </a:cubicBezTo>
                    <a:cubicBezTo>
                      <a:pt x="5038" y="293"/>
                      <a:pt x="5826" y="775"/>
                      <a:pt x="6364" y="1508"/>
                    </a:cubicBezTo>
                    <a:cubicBezTo>
                      <a:pt x="6902" y="2241"/>
                      <a:pt x="7125" y="3141"/>
                      <a:pt x="6986" y="4040"/>
                    </a:cubicBezTo>
                    <a:cubicBezTo>
                      <a:pt x="6725" y="5720"/>
                      <a:pt x="5271" y="6929"/>
                      <a:pt x="3621" y="6929"/>
                    </a:cubicBezTo>
                    <a:cubicBezTo>
                      <a:pt x="3449" y="6929"/>
                      <a:pt x="3274" y="6916"/>
                      <a:pt x="3099" y="6888"/>
                    </a:cubicBezTo>
                    <a:cubicBezTo>
                      <a:pt x="2199" y="6749"/>
                      <a:pt x="1410" y="6267"/>
                      <a:pt x="872" y="5534"/>
                    </a:cubicBezTo>
                    <a:cubicBezTo>
                      <a:pt x="334" y="4801"/>
                      <a:pt x="112" y="3901"/>
                      <a:pt x="251" y="3002"/>
                    </a:cubicBezTo>
                    <a:cubicBezTo>
                      <a:pt x="510" y="1322"/>
                      <a:pt x="1967" y="116"/>
                      <a:pt x="3618" y="116"/>
                    </a:cubicBezTo>
                    <a:close/>
                    <a:moveTo>
                      <a:pt x="3618" y="1"/>
                    </a:moveTo>
                    <a:cubicBezTo>
                      <a:pt x="1910" y="1"/>
                      <a:pt x="408" y="1252"/>
                      <a:pt x="139" y="2983"/>
                    </a:cubicBezTo>
                    <a:cubicBezTo>
                      <a:pt x="0" y="3920"/>
                      <a:pt x="223" y="4848"/>
                      <a:pt x="780" y="5608"/>
                    </a:cubicBezTo>
                    <a:cubicBezTo>
                      <a:pt x="1336" y="6360"/>
                      <a:pt x="2152" y="6861"/>
                      <a:pt x="3089" y="7000"/>
                    </a:cubicBezTo>
                    <a:cubicBezTo>
                      <a:pt x="3266" y="7028"/>
                      <a:pt x="3442" y="7046"/>
                      <a:pt x="3618" y="7046"/>
                    </a:cubicBezTo>
                    <a:cubicBezTo>
                      <a:pt x="5325" y="7046"/>
                      <a:pt x="6837" y="5794"/>
                      <a:pt x="7097" y="4059"/>
                    </a:cubicBezTo>
                    <a:cubicBezTo>
                      <a:pt x="7245" y="3122"/>
                      <a:pt x="7013" y="2194"/>
                      <a:pt x="6457" y="1434"/>
                    </a:cubicBezTo>
                    <a:cubicBezTo>
                      <a:pt x="5900" y="682"/>
                      <a:pt x="5084" y="181"/>
                      <a:pt x="4156" y="42"/>
                    </a:cubicBezTo>
                    <a:cubicBezTo>
                      <a:pt x="3975" y="14"/>
                      <a:pt x="3795" y="1"/>
                      <a:pt x="36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>
                <a:off x="1152471" y="3313892"/>
                <a:ext cx="621708" cy="544949"/>
              </a:xfrm>
              <a:custGeom>
                <a:avLst/>
                <a:gdLst/>
                <a:ahLst/>
                <a:cxnLst/>
                <a:rect l="l" t="t" r="r" b="b"/>
                <a:pathLst>
                  <a:path w="7905" h="6929" extrusionOk="0">
                    <a:moveTo>
                      <a:pt x="3948" y="1"/>
                    </a:moveTo>
                    <a:cubicBezTo>
                      <a:pt x="3318" y="1"/>
                      <a:pt x="2680" y="173"/>
                      <a:pt x="2106" y="533"/>
                    </a:cubicBezTo>
                    <a:cubicBezTo>
                      <a:pt x="492" y="1554"/>
                      <a:pt x="1" y="3688"/>
                      <a:pt x="1021" y="5311"/>
                    </a:cubicBezTo>
                    <a:cubicBezTo>
                      <a:pt x="1675" y="6354"/>
                      <a:pt x="2801" y="6929"/>
                      <a:pt x="3955" y="6929"/>
                    </a:cubicBezTo>
                    <a:cubicBezTo>
                      <a:pt x="4586" y="6929"/>
                      <a:pt x="5225" y="6757"/>
                      <a:pt x="5798" y="6396"/>
                    </a:cubicBezTo>
                    <a:cubicBezTo>
                      <a:pt x="7413" y="5376"/>
                      <a:pt x="7904" y="3242"/>
                      <a:pt x="6884" y="1619"/>
                    </a:cubicBezTo>
                    <a:cubicBezTo>
                      <a:pt x="6224" y="575"/>
                      <a:pt x="5099" y="1"/>
                      <a:pt x="39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19"/>
              <p:cNvSpPr/>
              <p:nvPr/>
            </p:nvSpPr>
            <p:spPr>
              <a:xfrm>
                <a:off x="1178739" y="3308938"/>
                <a:ext cx="582306" cy="553993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4" extrusionOk="0">
                    <a:moveTo>
                      <a:pt x="3628" y="114"/>
                    </a:moveTo>
                    <a:cubicBezTo>
                      <a:pt x="3795" y="114"/>
                      <a:pt x="3971" y="133"/>
                      <a:pt x="4138" y="160"/>
                    </a:cubicBezTo>
                    <a:cubicBezTo>
                      <a:pt x="5993" y="439"/>
                      <a:pt x="7273" y="2183"/>
                      <a:pt x="6995" y="4038"/>
                    </a:cubicBezTo>
                    <a:cubicBezTo>
                      <a:pt x="6735" y="5718"/>
                      <a:pt x="5280" y="6926"/>
                      <a:pt x="3630" y="6926"/>
                    </a:cubicBezTo>
                    <a:cubicBezTo>
                      <a:pt x="3458" y="6926"/>
                      <a:pt x="3284" y="6913"/>
                      <a:pt x="3108" y="6886"/>
                    </a:cubicBezTo>
                    <a:cubicBezTo>
                      <a:pt x="2208" y="6747"/>
                      <a:pt x="1420" y="6274"/>
                      <a:pt x="882" y="5541"/>
                    </a:cubicBezTo>
                    <a:cubicBezTo>
                      <a:pt x="344" y="4808"/>
                      <a:pt x="121" y="3908"/>
                      <a:pt x="260" y="3008"/>
                    </a:cubicBezTo>
                    <a:cubicBezTo>
                      <a:pt x="520" y="1320"/>
                      <a:pt x="1976" y="114"/>
                      <a:pt x="3628" y="114"/>
                    </a:cubicBezTo>
                    <a:close/>
                    <a:moveTo>
                      <a:pt x="3629" y="0"/>
                    </a:moveTo>
                    <a:cubicBezTo>
                      <a:pt x="1917" y="0"/>
                      <a:pt x="410" y="1247"/>
                      <a:pt x="149" y="2990"/>
                    </a:cubicBezTo>
                    <a:cubicBezTo>
                      <a:pt x="1" y="3918"/>
                      <a:pt x="232" y="4845"/>
                      <a:pt x="789" y="5606"/>
                    </a:cubicBezTo>
                    <a:cubicBezTo>
                      <a:pt x="1346" y="6367"/>
                      <a:pt x="2162" y="6858"/>
                      <a:pt x="3090" y="7007"/>
                    </a:cubicBezTo>
                    <a:cubicBezTo>
                      <a:pt x="3275" y="7034"/>
                      <a:pt x="3451" y="7044"/>
                      <a:pt x="3628" y="7044"/>
                    </a:cubicBezTo>
                    <a:cubicBezTo>
                      <a:pt x="5335" y="7044"/>
                      <a:pt x="6837" y="5791"/>
                      <a:pt x="7106" y="4057"/>
                    </a:cubicBezTo>
                    <a:cubicBezTo>
                      <a:pt x="7403" y="2136"/>
                      <a:pt x="6077" y="337"/>
                      <a:pt x="4156" y="40"/>
                    </a:cubicBezTo>
                    <a:cubicBezTo>
                      <a:pt x="3979" y="13"/>
                      <a:pt x="3803" y="0"/>
                      <a:pt x="36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19"/>
              <p:cNvSpPr/>
              <p:nvPr/>
            </p:nvSpPr>
            <p:spPr>
              <a:xfrm>
                <a:off x="1563950" y="3370439"/>
                <a:ext cx="117578" cy="119701"/>
              </a:xfrm>
              <a:custGeom>
                <a:avLst/>
                <a:gdLst/>
                <a:ahLst/>
                <a:cxnLst/>
                <a:rect l="l" t="t" r="r" b="b"/>
                <a:pathLst>
                  <a:path w="1495" h="1522" extrusionOk="0">
                    <a:moveTo>
                      <a:pt x="1" y="0"/>
                    </a:moveTo>
                    <a:lnTo>
                      <a:pt x="1494" y="1521"/>
                    </a:lnTo>
                    <a:cubicBezTo>
                      <a:pt x="1197" y="863"/>
                      <a:pt x="678" y="3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1555928" y="3363282"/>
                <a:ext cx="132836" cy="133386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6" extrusionOk="0">
                    <a:moveTo>
                      <a:pt x="104" y="0"/>
                    </a:moveTo>
                    <a:cubicBezTo>
                      <a:pt x="71" y="0"/>
                      <a:pt x="42" y="20"/>
                      <a:pt x="28" y="54"/>
                    </a:cubicBezTo>
                    <a:cubicBezTo>
                      <a:pt x="1" y="100"/>
                      <a:pt x="19" y="147"/>
                      <a:pt x="65" y="175"/>
                    </a:cubicBezTo>
                    <a:cubicBezTo>
                      <a:pt x="715" y="471"/>
                      <a:pt x="1225" y="991"/>
                      <a:pt x="1513" y="1650"/>
                    </a:cubicBezTo>
                    <a:cubicBezTo>
                      <a:pt x="1531" y="1677"/>
                      <a:pt x="1559" y="1696"/>
                      <a:pt x="1596" y="1696"/>
                    </a:cubicBezTo>
                    <a:lnTo>
                      <a:pt x="1633" y="1696"/>
                    </a:ln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9"/>
                      <a:pt x="826" y="332"/>
                      <a:pt x="140" y="8"/>
                    </a:cubicBezTo>
                    <a:cubicBezTo>
                      <a:pt x="128" y="3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1990058" y="3317117"/>
                <a:ext cx="47503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158" y="1"/>
                    </a:moveTo>
                    <a:lnTo>
                      <a:pt x="0" y="437"/>
                    </a:lnTo>
                    <a:lnTo>
                      <a:pt x="436" y="604"/>
                    </a:lnTo>
                    <a:lnTo>
                      <a:pt x="603" y="159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1277991" y="3581212"/>
                <a:ext cx="151790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973" extrusionOk="0">
                    <a:moveTo>
                      <a:pt x="965" y="1"/>
                    </a:moveTo>
                    <a:cubicBezTo>
                      <a:pt x="427" y="1"/>
                      <a:pt x="0" y="437"/>
                      <a:pt x="0" y="966"/>
                    </a:cubicBezTo>
                    <a:cubicBezTo>
                      <a:pt x="0" y="970"/>
                      <a:pt x="483" y="973"/>
                      <a:pt x="965" y="973"/>
                    </a:cubicBezTo>
                    <a:cubicBezTo>
                      <a:pt x="1447" y="973"/>
                      <a:pt x="1930" y="970"/>
                      <a:pt x="1930" y="966"/>
                    </a:cubicBezTo>
                    <a:cubicBezTo>
                      <a:pt x="1930" y="437"/>
                      <a:pt x="1494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1272879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12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30" y="0"/>
                    </a:moveTo>
                    <a:cubicBezTo>
                      <a:pt x="464" y="0"/>
                      <a:pt x="0" y="455"/>
                      <a:pt x="0" y="1021"/>
                    </a:cubicBezTo>
                    <a:cubicBezTo>
                      <a:pt x="0" y="1076"/>
                      <a:pt x="0" y="1076"/>
                      <a:pt x="408" y="1086"/>
                    </a:cubicBezTo>
                    <a:lnTo>
                      <a:pt x="1132" y="1086"/>
                    </a:lnTo>
                    <a:cubicBezTo>
                      <a:pt x="2050" y="1086"/>
                      <a:pt x="2050" y="1086"/>
                      <a:pt x="2050" y="1021"/>
                    </a:cubicBezTo>
                    <a:cubicBezTo>
                      <a:pt x="2050" y="455"/>
                      <a:pt x="1587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310787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48"/>
                    </a:cubicBezTo>
                    <a:cubicBezTo>
                      <a:pt x="1" y="854"/>
                      <a:pt x="251" y="1104"/>
                      <a:pt x="548" y="1104"/>
                    </a:cubicBezTo>
                    <a:cubicBezTo>
                      <a:pt x="854" y="1104"/>
                      <a:pt x="1095" y="854"/>
                      <a:pt x="1095" y="548"/>
                    </a:cubicBezTo>
                    <a:cubicBezTo>
                      <a:pt x="1095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1306383" y="3479837"/>
                <a:ext cx="95714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1216" extrusionOk="0">
                    <a:moveTo>
                      <a:pt x="604" y="121"/>
                    </a:moveTo>
                    <a:cubicBezTo>
                      <a:pt x="882" y="121"/>
                      <a:pt x="1096" y="334"/>
                      <a:pt x="1096" y="604"/>
                    </a:cubicBezTo>
                    <a:cubicBezTo>
                      <a:pt x="1096" y="882"/>
                      <a:pt x="882" y="1095"/>
                      <a:pt x="604" y="1095"/>
                    </a:cubicBezTo>
                    <a:cubicBezTo>
                      <a:pt x="335" y="1095"/>
                      <a:pt x="122" y="882"/>
                      <a:pt x="122" y="604"/>
                    </a:cubicBezTo>
                    <a:cubicBezTo>
                      <a:pt x="122" y="334"/>
                      <a:pt x="335" y="121"/>
                      <a:pt x="604" y="121"/>
                    </a:cubicBezTo>
                    <a:close/>
                    <a:moveTo>
                      <a:pt x="604" y="1"/>
                    </a:moveTo>
                    <a:cubicBezTo>
                      <a:pt x="270" y="1"/>
                      <a:pt x="1" y="279"/>
                      <a:pt x="1" y="613"/>
                    </a:cubicBezTo>
                    <a:cubicBezTo>
                      <a:pt x="1" y="947"/>
                      <a:pt x="270" y="1216"/>
                      <a:pt x="604" y="1216"/>
                    </a:cubicBezTo>
                    <a:cubicBezTo>
                      <a:pt x="938" y="1216"/>
                      <a:pt x="1216" y="947"/>
                      <a:pt x="1216" y="613"/>
                    </a:cubicBezTo>
                    <a:cubicBezTo>
                      <a:pt x="1216" y="279"/>
                      <a:pt x="938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1499775" y="3581212"/>
                <a:ext cx="152576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973" extrusionOk="0">
                    <a:moveTo>
                      <a:pt x="965" y="1"/>
                    </a:moveTo>
                    <a:cubicBezTo>
                      <a:pt x="436" y="1"/>
                      <a:pt x="0" y="437"/>
                      <a:pt x="0" y="966"/>
                    </a:cubicBezTo>
                    <a:cubicBezTo>
                      <a:pt x="0" y="970"/>
                      <a:pt x="485" y="973"/>
                      <a:pt x="970" y="973"/>
                    </a:cubicBezTo>
                    <a:cubicBezTo>
                      <a:pt x="1454" y="973"/>
                      <a:pt x="1939" y="970"/>
                      <a:pt x="1939" y="966"/>
                    </a:cubicBezTo>
                    <a:cubicBezTo>
                      <a:pt x="1939" y="437"/>
                      <a:pt x="1503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495370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03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21" y="0"/>
                    </a:moveTo>
                    <a:cubicBezTo>
                      <a:pt x="464" y="0"/>
                      <a:pt x="1" y="455"/>
                      <a:pt x="1" y="1021"/>
                    </a:cubicBezTo>
                    <a:cubicBezTo>
                      <a:pt x="1" y="1076"/>
                      <a:pt x="1" y="1076"/>
                      <a:pt x="399" y="1086"/>
                    </a:cubicBezTo>
                    <a:lnTo>
                      <a:pt x="1132" y="1086"/>
                    </a:lnTo>
                    <a:cubicBezTo>
                      <a:pt x="2051" y="1086"/>
                      <a:pt x="2051" y="1086"/>
                      <a:pt x="2051" y="1021"/>
                    </a:cubicBezTo>
                    <a:cubicBezTo>
                      <a:pt x="2051" y="455"/>
                      <a:pt x="1587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533278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57"/>
                    </a:cubicBezTo>
                    <a:cubicBezTo>
                      <a:pt x="1" y="854"/>
                      <a:pt x="242" y="1104"/>
                      <a:pt x="548" y="1104"/>
                    </a:cubicBezTo>
                    <a:cubicBezTo>
                      <a:pt x="854" y="1104"/>
                      <a:pt x="1096" y="854"/>
                      <a:pt x="1096" y="557"/>
                    </a:cubicBezTo>
                    <a:cubicBezTo>
                      <a:pt x="1096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1528952" y="3479837"/>
                <a:ext cx="95635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16" extrusionOk="0">
                    <a:moveTo>
                      <a:pt x="603" y="121"/>
                    </a:moveTo>
                    <a:cubicBezTo>
                      <a:pt x="872" y="121"/>
                      <a:pt x="1095" y="334"/>
                      <a:pt x="1095" y="604"/>
                    </a:cubicBezTo>
                    <a:cubicBezTo>
                      <a:pt x="1095" y="882"/>
                      <a:pt x="872" y="1095"/>
                      <a:pt x="603" y="1095"/>
                    </a:cubicBezTo>
                    <a:cubicBezTo>
                      <a:pt x="334" y="1095"/>
                      <a:pt x="112" y="882"/>
                      <a:pt x="112" y="604"/>
                    </a:cubicBezTo>
                    <a:cubicBezTo>
                      <a:pt x="112" y="334"/>
                      <a:pt x="334" y="121"/>
                      <a:pt x="603" y="121"/>
                    </a:cubicBezTo>
                    <a:close/>
                    <a:moveTo>
                      <a:pt x="603" y="1"/>
                    </a:moveTo>
                    <a:cubicBezTo>
                      <a:pt x="269" y="1"/>
                      <a:pt x="0" y="279"/>
                      <a:pt x="0" y="613"/>
                    </a:cubicBezTo>
                    <a:cubicBezTo>
                      <a:pt x="0" y="947"/>
                      <a:pt x="269" y="1216"/>
                      <a:pt x="603" y="1216"/>
                    </a:cubicBezTo>
                    <a:cubicBezTo>
                      <a:pt x="937" y="1216"/>
                      <a:pt x="1216" y="947"/>
                      <a:pt x="1216" y="613"/>
                    </a:cubicBezTo>
                    <a:cubicBezTo>
                      <a:pt x="1216" y="279"/>
                      <a:pt x="937" y="1"/>
                      <a:pt x="6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374962" y="3594346"/>
                <a:ext cx="172317" cy="86512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1100" extrusionOk="0">
                    <a:moveTo>
                      <a:pt x="1096" y="1"/>
                    </a:moveTo>
                    <a:cubicBezTo>
                      <a:pt x="493" y="1"/>
                      <a:pt x="1" y="493"/>
                      <a:pt x="1" y="1096"/>
                    </a:cubicBezTo>
                    <a:cubicBezTo>
                      <a:pt x="1" y="1096"/>
                      <a:pt x="974" y="1100"/>
                      <a:pt x="1623" y="1100"/>
                    </a:cubicBezTo>
                    <a:cubicBezTo>
                      <a:pt x="1947" y="1100"/>
                      <a:pt x="2190" y="1099"/>
                      <a:pt x="2190" y="1096"/>
                    </a:cubicBezTo>
                    <a:cubicBezTo>
                      <a:pt x="2190" y="493"/>
                      <a:pt x="1699" y="1"/>
                      <a:pt x="10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1370637" y="3590021"/>
                <a:ext cx="180968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2301" h="1216" extrusionOk="0">
                    <a:moveTo>
                      <a:pt x="1151" y="112"/>
                    </a:moveTo>
                    <a:cubicBezTo>
                      <a:pt x="1707" y="112"/>
                      <a:pt x="2162" y="548"/>
                      <a:pt x="2190" y="1095"/>
                    </a:cubicBezTo>
                    <a:lnTo>
                      <a:pt x="112" y="1095"/>
                    </a:lnTo>
                    <a:cubicBezTo>
                      <a:pt x="139" y="548"/>
                      <a:pt x="594" y="112"/>
                      <a:pt x="1151" y="112"/>
                    </a:cubicBezTo>
                    <a:close/>
                    <a:moveTo>
                      <a:pt x="1151" y="0"/>
                    </a:moveTo>
                    <a:cubicBezTo>
                      <a:pt x="510" y="0"/>
                      <a:pt x="0" y="511"/>
                      <a:pt x="0" y="1151"/>
                    </a:cubicBezTo>
                    <a:cubicBezTo>
                      <a:pt x="0" y="1206"/>
                      <a:pt x="0" y="1206"/>
                      <a:pt x="446" y="1216"/>
                    </a:cubicBezTo>
                    <a:lnTo>
                      <a:pt x="1271" y="1216"/>
                    </a:lnTo>
                    <a:cubicBezTo>
                      <a:pt x="2301" y="1216"/>
                      <a:pt x="2301" y="1216"/>
                      <a:pt x="2301" y="1151"/>
                    </a:cubicBezTo>
                    <a:cubicBezTo>
                      <a:pt x="2301" y="511"/>
                      <a:pt x="1791" y="0"/>
                      <a:pt x="1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1412949" y="3484241"/>
                <a:ext cx="97837" cy="9854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253" extrusionOk="0">
                    <a:moveTo>
                      <a:pt x="622" y="0"/>
                    </a:moveTo>
                    <a:cubicBezTo>
                      <a:pt x="279" y="0"/>
                      <a:pt x="0" y="278"/>
                      <a:pt x="0" y="622"/>
                    </a:cubicBezTo>
                    <a:cubicBezTo>
                      <a:pt x="0" y="974"/>
                      <a:pt x="279" y="1253"/>
                      <a:pt x="622" y="1253"/>
                    </a:cubicBezTo>
                    <a:cubicBezTo>
                      <a:pt x="965" y="1253"/>
                      <a:pt x="1243" y="974"/>
                      <a:pt x="1243" y="622"/>
                    </a:cubicBezTo>
                    <a:cubicBezTo>
                      <a:pt x="1243" y="278"/>
                      <a:pt x="965" y="0"/>
                      <a:pt x="6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1407837" y="3479837"/>
                <a:ext cx="107354" cy="107354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365" extrusionOk="0">
                    <a:moveTo>
                      <a:pt x="687" y="121"/>
                    </a:moveTo>
                    <a:cubicBezTo>
                      <a:pt x="993" y="121"/>
                      <a:pt x="1253" y="372"/>
                      <a:pt x="1253" y="678"/>
                    </a:cubicBezTo>
                    <a:cubicBezTo>
                      <a:pt x="1253" y="993"/>
                      <a:pt x="993" y="1244"/>
                      <a:pt x="687" y="1244"/>
                    </a:cubicBezTo>
                    <a:cubicBezTo>
                      <a:pt x="371" y="1244"/>
                      <a:pt x="121" y="993"/>
                      <a:pt x="121" y="678"/>
                    </a:cubicBezTo>
                    <a:cubicBezTo>
                      <a:pt x="121" y="372"/>
                      <a:pt x="371" y="121"/>
                      <a:pt x="687" y="121"/>
                    </a:cubicBezTo>
                    <a:close/>
                    <a:moveTo>
                      <a:pt x="687" y="1"/>
                    </a:moveTo>
                    <a:cubicBezTo>
                      <a:pt x="307" y="1"/>
                      <a:pt x="0" y="307"/>
                      <a:pt x="0" y="678"/>
                    </a:cubicBezTo>
                    <a:cubicBezTo>
                      <a:pt x="0" y="1058"/>
                      <a:pt x="307" y="1364"/>
                      <a:pt x="687" y="1364"/>
                    </a:cubicBezTo>
                    <a:cubicBezTo>
                      <a:pt x="1058" y="1364"/>
                      <a:pt x="1364" y="1058"/>
                      <a:pt x="1364" y="678"/>
                    </a:cubicBezTo>
                    <a:cubicBezTo>
                      <a:pt x="1364" y="307"/>
                      <a:pt x="1058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5653" y="3311847"/>
                <a:ext cx="57019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8" extrusionOk="0">
                    <a:moveTo>
                      <a:pt x="251" y="133"/>
                    </a:moveTo>
                    <a:lnTo>
                      <a:pt x="585" y="253"/>
                    </a:lnTo>
                    <a:lnTo>
                      <a:pt x="464" y="587"/>
                    </a:lnTo>
                    <a:lnTo>
                      <a:pt x="130" y="467"/>
                    </a:lnTo>
                    <a:lnTo>
                      <a:pt x="251" y="133"/>
                    </a:lnTo>
                    <a:close/>
                    <a:moveTo>
                      <a:pt x="223" y="0"/>
                    </a:moveTo>
                    <a:cubicBezTo>
                      <a:pt x="195" y="0"/>
                      <a:pt x="175" y="17"/>
                      <a:pt x="168" y="40"/>
                    </a:cubicBezTo>
                    <a:lnTo>
                      <a:pt x="1" y="485"/>
                    </a:lnTo>
                    <a:cubicBezTo>
                      <a:pt x="1" y="495"/>
                      <a:pt x="1" y="513"/>
                      <a:pt x="1" y="522"/>
                    </a:cubicBezTo>
                    <a:cubicBezTo>
                      <a:pt x="10" y="541"/>
                      <a:pt x="19" y="550"/>
                      <a:pt x="38" y="559"/>
                    </a:cubicBezTo>
                    <a:lnTo>
                      <a:pt x="483" y="717"/>
                    </a:lnTo>
                    <a:lnTo>
                      <a:pt x="501" y="717"/>
                    </a:lnTo>
                    <a:cubicBezTo>
                      <a:pt x="520" y="717"/>
                      <a:pt x="548" y="708"/>
                      <a:pt x="557" y="680"/>
                    </a:cubicBezTo>
                    <a:lnTo>
                      <a:pt x="715" y="235"/>
                    </a:lnTo>
                    <a:cubicBezTo>
                      <a:pt x="724" y="207"/>
                      <a:pt x="715" y="179"/>
                      <a:pt x="678" y="161"/>
                    </a:cubicBezTo>
                    <a:lnTo>
                      <a:pt x="242" y="3"/>
                    </a:lnTo>
                    <a:cubicBezTo>
                      <a:pt x="235" y="1"/>
                      <a:pt x="22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1707716" y="3340239"/>
                <a:ext cx="302085" cy="134566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1" extrusionOk="0">
                    <a:moveTo>
                      <a:pt x="3769" y="0"/>
                    </a:moveTo>
                    <a:cubicBezTo>
                      <a:pt x="3762" y="0"/>
                      <a:pt x="3754" y="1"/>
                      <a:pt x="3748" y="4"/>
                    </a:cubicBezTo>
                    <a:lnTo>
                      <a:pt x="37" y="1599"/>
                    </a:lnTo>
                    <a:cubicBezTo>
                      <a:pt x="9" y="1618"/>
                      <a:pt x="0" y="1655"/>
                      <a:pt x="9" y="1683"/>
                    </a:cubicBezTo>
                    <a:cubicBezTo>
                      <a:pt x="19" y="1701"/>
                      <a:pt x="37" y="1711"/>
                      <a:pt x="65" y="1711"/>
                    </a:cubicBezTo>
                    <a:lnTo>
                      <a:pt x="84" y="1711"/>
                    </a:lnTo>
                    <a:lnTo>
                      <a:pt x="3794" y="115"/>
                    </a:lnTo>
                    <a:cubicBezTo>
                      <a:pt x="3822" y="106"/>
                      <a:pt x="3841" y="69"/>
                      <a:pt x="3822" y="41"/>
                    </a:cubicBezTo>
                    <a:cubicBezTo>
                      <a:pt x="3815" y="12"/>
                      <a:pt x="3792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20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14" name="Google Shape;514;p20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5" name="Google Shape;515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17" name="Google Shape;517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18" name="Google Shape;518;p20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19" name="Google Shape;519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21" name="Google Shape;521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522" name="Google Shape;522;p20"/>
          <p:cNvGrpSpPr/>
          <p:nvPr/>
        </p:nvGrpSpPr>
        <p:grpSpPr>
          <a:xfrm>
            <a:off x="5441862" y="1343334"/>
            <a:ext cx="2955370" cy="2456833"/>
            <a:chOff x="5475412" y="1860275"/>
            <a:chExt cx="2955370" cy="2456833"/>
          </a:xfrm>
        </p:grpSpPr>
        <p:sp>
          <p:nvSpPr>
            <p:cNvPr id="523" name="Google Shape;523;p20"/>
            <p:cNvSpPr/>
            <p:nvPr/>
          </p:nvSpPr>
          <p:spPr>
            <a:xfrm>
              <a:off x="5581433" y="2425462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8233235" y="2755955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5475412" y="3604065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0"/>
            <p:cNvSpPr/>
            <p:nvPr/>
          </p:nvSpPr>
          <p:spPr>
            <a:xfrm>
              <a:off x="8311913" y="3834088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8015063" y="1953753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8015063" y="2047230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8044097" y="2018709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7950107" y="2018709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797230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7969121" y="2039032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803885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8035159" y="1972653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797230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7969121" y="1972653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803885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8035159" y="2039032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8355158" y="2208282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5739149" y="277338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6637773" y="186027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6622459" y="2287528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6619783" y="2282746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6175621" y="2313943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6172490" y="2310755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6359445" y="2342407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6356257" y="2338764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6631966" y="2285421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6629290" y="2280127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7338003" y="2218302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7334359" y="2214658"/>
              <a:ext cx="88241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7468997" y="2075239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7465297" y="2072051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7587296" y="2272214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7583596" y="2269026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6112258" y="2077573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6086412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6083224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6314016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6310315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6194635" y="2159722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6191504" y="2156022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6449223" y="2065163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6446035" y="2062032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6930332" y="1988081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6927144" y="1984893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6987888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7051250" y="2066757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7114100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5743641" y="2204582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5740453" y="2201451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5914201" y="2279045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5854027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5794878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7974415" y="2277337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7970715" y="2274035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7946406" y="2402126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7942706" y="2398938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7741005" y="2150215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7737817" y="2147027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7784272" y="2170538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6902835" y="3774116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5894162" y="2528850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5890974" y="2525662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5995041" y="2636047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5991341" y="2632916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6933520" y="2560559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6930332" y="2556859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5893081" y="3731363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5889950" y="3727662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6431802" y="4215089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6428614" y="4211958"/>
              <a:ext cx="1044666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6691628" y="4215089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6687927" y="4211958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7160554" y="2782355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7157423" y="2779167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7228186" y="2854200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7592078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7624243" y="2824084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7653334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7471104" y="290384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7471104" y="294767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7471104" y="2991456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7453171" y="3091309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7231374" y="3221734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7231374" y="3178411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7231374" y="3134575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7417761" y="3341114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7245607" y="3341114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7245607" y="3390756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7337490" y="2894335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7333790" y="2890065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7250389" y="2883404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7249819" y="2879875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7464272" y="3113853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7461084" y="3111177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7495925" y="3135657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7492224" y="3132469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7504920" y="3149434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7501219" y="3146246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7526553" y="3166797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7523422" y="3163097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7495412" y="3128939"/>
              <a:ext cx="49188" cy="55905"/>
            </a:xfrm>
            <a:custGeom>
              <a:avLst/>
              <a:gdLst/>
              <a:ahLst/>
              <a:cxnLst/>
              <a:rect l="l" t="t" r="r" b="b"/>
              <a:pathLst>
                <a:path w="864" h="982" extrusionOk="0">
                  <a:moveTo>
                    <a:pt x="38" y="0"/>
                  </a:moveTo>
                  <a:cubicBezTo>
                    <a:pt x="31" y="0"/>
                    <a:pt x="24" y="3"/>
                    <a:pt x="19" y="7"/>
                  </a:cubicBezTo>
                  <a:cubicBezTo>
                    <a:pt x="0" y="16"/>
                    <a:pt x="0" y="35"/>
                    <a:pt x="10" y="54"/>
                  </a:cubicBezTo>
                  <a:lnTo>
                    <a:pt x="807" y="972"/>
                  </a:lnTo>
                  <a:cubicBezTo>
                    <a:pt x="817" y="981"/>
                    <a:pt x="826" y="981"/>
                    <a:pt x="835" y="981"/>
                  </a:cubicBezTo>
                  <a:lnTo>
                    <a:pt x="854" y="981"/>
                  </a:lnTo>
                  <a:cubicBezTo>
                    <a:pt x="863" y="972"/>
                    <a:pt x="863" y="953"/>
                    <a:pt x="854" y="935"/>
                  </a:cubicBezTo>
                  <a:lnTo>
                    <a:pt x="56" y="7"/>
                  </a:lnTo>
                  <a:cubicBezTo>
                    <a:pt x="51" y="3"/>
                    <a:pt x="44" y="0"/>
                    <a:pt x="38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7493818" y="3127231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7482205" y="3116130"/>
              <a:ext cx="19072" cy="18502"/>
            </a:xfrm>
            <a:custGeom>
              <a:avLst/>
              <a:gdLst/>
              <a:ahLst/>
              <a:cxnLst/>
              <a:rect l="l" t="t" r="r" b="b"/>
              <a:pathLst>
                <a:path w="335" h="325" extrusionOk="0">
                  <a:moveTo>
                    <a:pt x="242" y="0"/>
                  </a:moveTo>
                  <a:cubicBezTo>
                    <a:pt x="223" y="10"/>
                    <a:pt x="214" y="19"/>
                    <a:pt x="214" y="37"/>
                  </a:cubicBezTo>
                  <a:lnTo>
                    <a:pt x="251" y="223"/>
                  </a:lnTo>
                  <a:cubicBezTo>
                    <a:pt x="251" y="223"/>
                    <a:pt x="251" y="232"/>
                    <a:pt x="242" y="232"/>
                  </a:cubicBezTo>
                  <a:lnTo>
                    <a:pt x="47" y="158"/>
                  </a:lnTo>
                  <a:cubicBezTo>
                    <a:pt x="28" y="158"/>
                    <a:pt x="19" y="158"/>
                    <a:pt x="10" y="177"/>
                  </a:cubicBezTo>
                  <a:cubicBezTo>
                    <a:pt x="0" y="195"/>
                    <a:pt x="10" y="214"/>
                    <a:pt x="28" y="214"/>
                  </a:cubicBezTo>
                  <a:lnTo>
                    <a:pt x="325" y="325"/>
                  </a:lnTo>
                  <a:cubicBezTo>
                    <a:pt x="325" y="325"/>
                    <a:pt x="334" y="316"/>
                    <a:pt x="334" y="316"/>
                  </a:cubicBezTo>
                  <a:lnTo>
                    <a:pt x="279" y="28"/>
                  </a:lnTo>
                  <a:cubicBezTo>
                    <a:pt x="270" y="10"/>
                    <a:pt x="260" y="0"/>
                    <a:pt x="24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7481123" y="3114536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7487499" y="3121937"/>
              <a:ext cx="18502" cy="18218"/>
            </a:xfrm>
            <a:custGeom>
              <a:avLst/>
              <a:gdLst/>
              <a:ahLst/>
              <a:cxnLst/>
              <a:rect l="l" t="t" r="r" b="b"/>
              <a:pathLst>
                <a:path w="325" h="320" extrusionOk="0">
                  <a:moveTo>
                    <a:pt x="232" y="0"/>
                  </a:moveTo>
                  <a:cubicBezTo>
                    <a:pt x="214" y="0"/>
                    <a:pt x="204" y="19"/>
                    <a:pt x="214" y="37"/>
                  </a:cubicBezTo>
                  <a:lnTo>
                    <a:pt x="251" y="214"/>
                  </a:lnTo>
                  <a:cubicBezTo>
                    <a:pt x="251" y="220"/>
                    <a:pt x="246" y="227"/>
                    <a:pt x="240" y="227"/>
                  </a:cubicBezTo>
                  <a:cubicBezTo>
                    <a:pt x="238" y="227"/>
                    <a:pt x="235" y="226"/>
                    <a:pt x="232" y="223"/>
                  </a:cubicBezTo>
                  <a:lnTo>
                    <a:pt x="37" y="158"/>
                  </a:lnTo>
                  <a:cubicBezTo>
                    <a:pt x="35" y="156"/>
                    <a:pt x="32" y="154"/>
                    <a:pt x="28" y="154"/>
                  </a:cubicBezTo>
                  <a:cubicBezTo>
                    <a:pt x="19" y="154"/>
                    <a:pt x="7" y="163"/>
                    <a:pt x="0" y="177"/>
                  </a:cubicBezTo>
                  <a:cubicBezTo>
                    <a:pt x="0" y="186"/>
                    <a:pt x="10" y="204"/>
                    <a:pt x="19" y="214"/>
                  </a:cubicBezTo>
                  <a:lnTo>
                    <a:pt x="316" y="316"/>
                  </a:lnTo>
                  <a:cubicBezTo>
                    <a:pt x="318" y="318"/>
                    <a:pt x="320" y="320"/>
                    <a:pt x="322" y="320"/>
                  </a:cubicBezTo>
                  <a:cubicBezTo>
                    <a:pt x="325" y="320"/>
                    <a:pt x="325" y="313"/>
                    <a:pt x="325" y="306"/>
                  </a:cubicBezTo>
                  <a:lnTo>
                    <a:pt x="269" y="28"/>
                  </a:lnTo>
                  <a:cubicBezTo>
                    <a:pt x="269" y="10"/>
                    <a:pt x="251" y="0"/>
                    <a:pt x="23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7485905" y="3120115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6932439" y="3332119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6929251" y="3328419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6626671" y="3327906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6623483" y="3324718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6695328" y="3411877"/>
              <a:ext cx="136290" cy="100937"/>
            </a:xfrm>
            <a:custGeom>
              <a:avLst/>
              <a:gdLst/>
              <a:ahLst/>
              <a:cxnLst/>
              <a:rect l="l" t="t" r="r" b="b"/>
              <a:pathLst>
                <a:path w="2394" h="1773" extrusionOk="0">
                  <a:moveTo>
                    <a:pt x="241" y="0"/>
                  </a:moveTo>
                  <a:cubicBezTo>
                    <a:pt x="112" y="0"/>
                    <a:pt x="0" y="112"/>
                    <a:pt x="0" y="241"/>
                  </a:cubicBezTo>
                  <a:lnTo>
                    <a:pt x="0" y="1540"/>
                  </a:lnTo>
                  <a:cubicBezTo>
                    <a:pt x="0" y="1670"/>
                    <a:pt x="112" y="1772"/>
                    <a:pt x="241" y="1772"/>
                  </a:cubicBezTo>
                  <a:lnTo>
                    <a:pt x="2152" y="1772"/>
                  </a:lnTo>
                  <a:cubicBezTo>
                    <a:pt x="2292" y="1772"/>
                    <a:pt x="2394" y="1670"/>
                    <a:pt x="2394" y="1540"/>
                  </a:cubicBezTo>
                  <a:lnTo>
                    <a:pt x="2394" y="241"/>
                  </a:lnTo>
                  <a:cubicBezTo>
                    <a:pt x="2394" y="112"/>
                    <a:pt x="2292" y="0"/>
                    <a:pt x="2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6692140" y="3408689"/>
              <a:ext cx="142667" cy="107768"/>
            </a:xfrm>
            <a:custGeom>
              <a:avLst/>
              <a:gdLst/>
              <a:ahLst/>
              <a:cxnLst/>
              <a:rect l="l" t="t" r="r" b="b"/>
              <a:pathLst>
                <a:path w="2506" h="1893" extrusionOk="0">
                  <a:moveTo>
                    <a:pt x="2208" y="112"/>
                  </a:moveTo>
                  <a:cubicBezTo>
                    <a:pt x="2310" y="112"/>
                    <a:pt x="2394" y="195"/>
                    <a:pt x="2394" y="297"/>
                  </a:cubicBezTo>
                  <a:lnTo>
                    <a:pt x="2394" y="1596"/>
                  </a:lnTo>
                  <a:cubicBezTo>
                    <a:pt x="2394" y="1689"/>
                    <a:pt x="2310" y="1772"/>
                    <a:pt x="2208" y="1772"/>
                  </a:cubicBezTo>
                  <a:lnTo>
                    <a:pt x="297" y="1772"/>
                  </a:lnTo>
                  <a:cubicBezTo>
                    <a:pt x="195" y="1772"/>
                    <a:pt x="121" y="1689"/>
                    <a:pt x="121" y="1596"/>
                  </a:cubicBezTo>
                  <a:lnTo>
                    <a:pt x="121" y="297"/>
                  </a:lnTo>
                  <a:cubicBezTo>
                    <a:pt x="121" y="195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1" y="130"/>
                    <a:pt x="1" y="297"/>
                  </a:cubicBezTo>
                  <a:lnTo>
                    <a:pt x="1" y="1596"/>
                  </a:lnTo>
                  <a:cubicBezTo>
                    <a:pt x="1" y="1754"/>
                    <a:pt x="130" y="1893"/>
                    <a:pt x="297" y="1893"/>
                  </a:cubicBezTo>
                  <a:lnTo>
                    <a:pt x="2208" y="1893"/>
                  </a:lnTo>
                  <a:cubicBezTo>
                    <a:pt x="2375" y="1893"/>
                    <a:pt x="2505" y="1754"/>
                    <a:pt x="2505" y="1596"/>
                  </a:cubicBezTo>
                  <a:lnTo>
                    <a:pt x="2505" y="297"/>
                  </a:lnTo>
                  <a:cubicBezTo>
                    <a:pt x="2505" y="130"/>
                    <a:pt x="2375" y="1"/>
                    <a:pt x="2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6695328" y="3425597"/>
              <a:ext cx="136290" cy="37232"/>
            </a:xfrm>
            <a:custGeom>
              <a:avLst/>
              <a:gdLst/>
              <a:ahLst/>
              <a:cxnLst/>
              <a:rect l="l" t="t" r="r" b="b"/>
              <a:pathLst>
                <a:path w="2394" h="654" extrusionOk="0">
                  <a:moveTo>
                    <a:pt x="0" y="0"/>
                  </a:moveTo>
                  <a:lnTo>
                    <a:pt x="965" y="585"/>
                  </a:lnTo>
                  <a:cubicBezTo>
                    <a:pt x="1046" y="630"/>
                    <a:pt x="1137" y="653"/>
                    <a:pt x="1226" y="653"/>
                  </a:cubicBezTo>
                  <a:cubicBezTo>
                    <a:pt x="1320" y="653"/>
                    <a:pt x="1413" y="628"/>
                    <a:pt x="1494" y="576"/>
                  </a:cubicBez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6693734" y="3422409"/>
              <a:ext cx="139479" cy="43381"/>
            </a:xfrm>
            <a:custGeom>
              <a:avLst/>
              <a:gdLst/>
              <a:ahLst/>
              <a:cxnLst/>
              <a:rect l="l" t="t" r="r" b="b"/>
              <a:pathLst>
                <a:path w="2450" h="762" extrusionOk="0">
                  <a:moveTo>
                    <a:pt x="56" y="1"/>
                  </a:moveTo>
                  <a:lnTo>
                    <a:pt x="0" y="103"/>
                  </a:lnTo>
                  <a:lnTo>
                    <a:pt x="965" y="687"/>
                  </a:lnTo>
                  <a:cubicBezTo>
                    <a:pt x="1058" y="743"/>
                    <a:pt x="1151" y="761"/>
                    <a:pt x="1253" y="761"/>
                  </a:cubicBezTo>
                  <a:cubicBezTo>
                    <a:pt x="1355" y="761"/>
                    <a:pt x="1457" y="734"/>
                    <a:pt x="1550" y="678"/>
                  </a:cubicBezTo>
                  <a:lnTo>
                    <a:pt x="2449" y="103"/>
                  </a:lnTo>
                  <a:lnTo>
                    <a:pt x="2394" y="1"/>
                  </a:lnTo>
                  <a:lnTo>
                    <a:pt x="1485" y="576"/>
                  </a:lnTo>
                  <a:cubicBezTo>
                    <a:pt x="1413" y="623"/>
                    <a:pt x="1332" y="647"/>
                    <a:pt x="1251" y="647"/>
                  </a:cubicBezTo>
                  <a:cubicBezTo>
                    <a:pt x="1174" y="647"/>
                    <a:pt x="1098" y="626"/>
                    <a:pt x="1030" y="585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6732275" y="3079126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1"/>
                  </a:moveTo>
                  <a:cubicBezTo>
                    <a:pt x="75" y="1"/>
                    <a:pt x="1" y="84"/>
                    <a:pt x="1" y="186"/>
                  </a:cubicBezTo>
                  <a:lnTo>
                    <a:pt x="1" y="3368"/>
                  </a:lnTo>
                  <a:cubicBezTo>
                    <a:pt x="1" y="3461"/>
                    <a:pt x="75" y="3545"/>
                    <a:pt x="177" y="3545"/>
                  </a:cubicBezTo>
                  <a:lnTo>
                    <a:pt x="6383" y="3545"/>
                  </a:lnTo>
                  <a:cubicBezTo>
                    <a:pt x="6485" y="3545"/>
                    <a:pt x="6568" y="3461"/>
                    <a:pt x="6568" y="3368"/>
                  </a:cubicBezTo>
                  <a:lnTo>
                    <a:pt x="6568" y="186"/>
                  </a:lnTo>
                  <a:cubicBezTo>
                    <a:pt x="6568" y="84"/>
                    <a:pt x="6485" y="1"/>
                    <a:pt x="6383" y="1"/>
                  </a:cubicBezTo>
                  <a:close/>
                </a:path>
              </a:pathLst>
            </a:custGeom>
            <a:solidFill>
              <a:srgbClr val="9487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6732275" y="3083908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6728575" y="3080720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6793531" y="3145164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6942971" y="3145164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6793531" y="3208526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893328" y="3175280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793531" y="3175280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931926" y="3208526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6732275" y="2787650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728575" y="2783949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6997395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7035424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7073452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6833154" y="2829891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6829966" y="2826703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851656" y="2848393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848468" y="284520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915018" y="2877939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909724" y="2906973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906536" y="2903842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6131273" y="2776548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6127572" y="2773360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317204" y="2829094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6322441" y="2825678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6370547" y="2912780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6366846" y="2909649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6386885" y="2864731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83697" y="2861031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6246953" y="3037967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6243765" y="3034779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6246953" y="3133038"/>
              <a:ext cx="324843" cy="58638"/>
            </a:xfrm>
            <a:custGeom>
              <a:avLst/>
              <a:gdLst/>
              <a:ahLst/>
              <a:cxnLst/>
              <a:rect l="l" t="t" r="r" b="b"/>
              <a:pathLst>
                <a:path w="5706" h="1030" extrusionOk="0">
                  <a:moveTo>
                    <a:pt x="511" y="0"/>
                  </a:moveTo>
                  <a:cubicBezTo>
                    <a:pt x="232" y="0"/>
                    <a:pt x="0" y="232"/>
                    <a:pt x="0" y="520"/>
                  </a:cubicBezTo>
                  <a:cubicBezTo>
                    <a:pt x="0" y="807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807"/>
                    <a:pt x="5705" y="520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6243765" y="3129850"/>
              <a:ext cx="331731" cy="65526"/>
            </a:xfrm>
            <a:custGeom>
              <a:avLst/>
              <a:gdLst/>
              <a:ahLst/>
              <a:cxnLst/>
              <a:rect l="l" t="t" r="r" b="b"/>
              <a:pathLst>
                <a:path w="5827" h="1151" extrusionOk="0">
                  <a:moveTo>
                    <a:pt x="5251" y="121"/>
                  </a:moveTo>
                  <a:cubicBezTo>
                    <a:pt x="5502" y="121"/>
                    <a:pt x="5706" y="325"/>
                    <a:pt x="5706" y="576"/>
                  </a:cubicBezTo>
                  <a:cubicBezTo>
                    <a:pt x="5706" y="826"/>
                    <a:pt x="5502" y="1030"/>
                    <a:pt x="5251" y="1030"/>
                  </a:cubicBezTo>
                  <a:lnTo>
                    <a:pt x="567" y="1030"/>
                  </a:lnTo>
                  <a:cubicBezTo>
                    <a:pt x="316" y="1030"/>
                    <a:pt x="112" y="826"/>
                    <a:pt x="112" y="576"/>
                  </a:cubicBezTo>
                  <a:cubicBezTo>
                    <a:pt x="112" y="325"/>
                    <a:pt x="316" y="121"/>
                    <a:pt x="567" y="121"/>
                  </a:cubicBezTo>
                  <a:close/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cubicBezTo>
                    <a:pt x="1" y="891"/>
                    <a:pt x="251" y="1151"/>
                    <a:pt x="567" y="1151"/>
                  </a:cubicBezTo>
                  <a:lnTo>
                    <a:pt x="5251" y="1151"/>
                  </a:lnTo>
                  <a:cubicBezTo>
                    <a:pt x="5567" y="1151"/>
                    <a:pt x="5826" y="891"/>
                    <a:pt x="5826" y="576"/>
                  </a:cubicBezTo>
                  <a:cubicBezTo>
                    <a:pt x="5826" y="260"/>
                    <a:pt x="5567" y="0"/>
                    <a:pt x="5251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6362576" y="3211714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131273" y="3328419"/>
              <a:ext cx="460564" cy="268880"/>
            </a:xfrm>
            <a:custGeom>
              <a:avLst/>
              <a:gdLst/>
              <a:ahLst/>
              <a:cxnLst/>
              <a:rect l="l" t="t" r="r" b="b"/>
              <a:pathLst>
                <a:path w="8090" h="4723" extrusionOk="0">
                  <a:moveTo>
                    <a:pt x="474" y="0"/>
                  </a:moveTo>
                  <a:cubicBezTo>
                    <a:pt x="214" y="0"/>
                    <a:pt x="1" y="214"/>
                    <a:pt x="1" y="474"/>
                  </a:cubicBezTo>
                  <a:lnTo>
                    <a:pt x="1" y="4249"/>
                  </a:lnTo>
                  <a:cubicBezTo>
                    <a:pt x="1" y="4509"/>
                    <a:pt x="214" y="4722"/>
                    <a:pt x="474" y="4722"/>
                  </a:cubicBezTo>
                  <a:lnTo>
                    <a:pt x="7617" y="4722"/>
                  </a:lnTo>
                  <a:cubicBezTo>
                    <a:pt x="7877" y="4722"/>
                    <a:pt x="8090" y="4509"/>
                    <a:pt x="8090" y="4249"/>
                  </a:cubicBezTo>
                  <a:lnTo>
                    <a:pt x="8090" y="474"/>
                  </a:lnTo>
                  <a:cubicBezTo>
                    <a:pt x="8090" y="214"/>
                    <a:pt x="7877" y="0"/>
                    <a:pt x="7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466643" y="3355346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6463455" y="3352158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6365252" y="3443017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6362064" y="3439829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6461861" y="3355346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458161" y="3352158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6359958" y="3443017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6356770" y="3439829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6263292" y="3494765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6260161" y="3491577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6258054" y="3494765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6254866" y="3491577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6166113" y="3528069"/>
              <a:ext cx="71903" cy="29091"/>
            </a:xfrm>
            <a:custGeom>
              <a:avLst/>
              <a:gdLst/>
              <a:ahLst/>
              <a:cxnLst/>
              <a:rect l="l" t="t" r="r" b="b"/>
              <a:pathLst>
                <a:path w="1263" h="511" extrusionOk="0">
                  <a:moveTo>
                    <a:pt x="1" y="0"/>
                  </a:moveTo>
                  <a:lnTo>
                    <a:pt x="1" y="510"/>
                  </a:lnTo>
                  <a:lnTo>
                    <a:pt x="1263" y="510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6162470" y="3524369"/>
              <a:ext cx="78734" cy="35923"/>
            </a:xfrm>
            <a:custGeom>
              <a:avLst/>
              <a:gdLst/>
              <a:ahLst/>
              <a:cxnLst/>
              <a:rect l="l" t="t" r="r" b="b"/>
              <a:pathLst>
                <a:path w="1383" h="631" extrusionOk="0">
                  <a:moveTo>
                    <a:pt x="1262" y="121"/>
                  </a:moveTo>
                  <a:lnTo>
                    <a:pt x="1262" y="520"/>
                  </a:lnTo>
                  <a:lnTo>
                    <a:pt x="121" y="520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75"/>
                  </a:lnTo>
                  <a:cubicBezTo>
                    <a:pt x="0" y="612"/>
                    <a:pt x="28" y="631"/>
                    <a:pt x="65" y="631"/>
                  </a:cubicBezTo>
                  <a:lnTo>
                    <a:pt x="1327" y="631"/>
                  </a:lnTo>
                  <a:cubicBezTo>
                    <a:pt x="1354" y="631"/>
                    <a:pt x="1382" y="612"/>
                    <a:pt x="1382" y="575"/>
                  </a:cubicBezTo>
                  <a:lnTo>
                    <a:pt x="1382" y="65"/>
                  </a:lnTo>
                  <a:cubicBezTo>
                    <a:pt x="1382" y="28"/>
                    <a:pt x="1354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6160876" y="3528069"/>
              <a:ext cx="71846" cy="26985"/>
            </a:xfrm>
            <a:custGeom>
              <a:avLst/>
              <a:gdLst/>
              <a:ahLst/>
              <a:cxnLst/>
              <a:rect l="l" t="t" r="r" b="b"/>
              <a:pathLst>
                <a:path w="1262" h="474" extrusionOk="0">
                  <a:moveTo>
                    <a:pt x="0" y="0"/>
                  </a:moveTo>
                  <a:lnTo>
                    <a:pt x="0" y="473"/>
                  </a:lnTo>
                  <a:lnTo>
                    <a:pt x="1262" y="473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6157176" y="3524369"/>
              <a:ext cx="78734" cy="34386"/>
            </a:xfrm>
            <a:custGeom>
              <a:avLst/>
              <a:gdLst/>
              <a:ahLst/>
              <a:cxnLst/>
              <a:rect l="l" t="t" r="r" b="b"/>
              <a:pathLst>
                <a:path w="1383" h="604" extrusionOk="0">
                  <a:moveTo>
                    <a:pt x="1262" y="121"/>
                  </a:moveTo>
                  <a:lnTo>
                    <a:pt x="1262" y="482"/>
                  </a:lnTo>
                  <a:lnTo>
                    <a:pt x="121" y="482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38"/>
                  </a:lnTo>
                  <a:cubicBezTo>
                    <a:pt x="0" y="575"/>
                    <a:pt x="28" y="603"/>
                    <a:pt x="65" y="603"/>
                  </a:cubicBezTo>
                  <a:lnTo>
                    <a:pt x="1327" y="603"/>
                  </a:lnTo>
                  <a:cubicBezTo>
                    <a:pt x="1355" y="603"/>
                    <a:pt x="1382" y="575"/>
                    <a:pt x="1382" y="538"/>
                  </a:cubicBezTo>
                  <a:lnTo>
                    <a:pt x="1382" y="65"/>
                  </a:lnTo>
                  <a:cubicBezTo>
                    <a:pt x="1382" y="28"/>
                    <a:pt x="1355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6176190" y="3382729"/>
              <a:ext cx="163731" cy="111184"/>
            </a:xfrm>
            <a:custGeom>
              <a:avLst/>
              <a:gdLst/>
              <a:ahLst/>
              <a:cxnLst/>
              <a:rect l="l" t="t" r="r" b="b"/>
              <a:pathLst>
                <a:path w="2876" h="1953" extrusionOk="0">
                  <a:moveTo>
                    <a:pt x="2653" y="1"/>
                  </a:moveTo>
                  <a:cubicBezTo>
                    <a:pt x="2594" y="1"/>
                    <a:pt x="2535" y="30"/>
                    <a:pt x="2496" y="85"/>
                  </a:cubicBezTo>
                  <a:lnTo>
                    <a:pt x="2486" y="85"/>
                  </a:lnTo>
                  <a:cubicBezTo>
                    <a:pt x="2338" y="290"/>
                    <a:pt x="2180" y="494"/>
                    <a:pt x="1995" y="661"/>
                  </a:cubicBezTo>
                  <a:cubicBezTo>
                    <a:pt x="1818" y="837"/>
                    <a:pt x="1624" y="1004"/>
                    <a:pt x="1410" y="1152"/>
                  </a:cubicBezTo>
                  <a:cubicBezTo>
                    <a:pt x="1197" y="1301"/>
                    <a:pt x="974" y="1440"/>
                    <a:pt x="742" y="1560"/>
                  </a:cubicBezTo>
                  <a:cubicBezTo>
                    <a:pt x="510" y="1681"/>
                    <a:pt x="279" y="1783"/>
                    <a:pt x="28" y="1876"/>
                  </a:cubicBezTo>
                  <a:cubicBezTo>
                    <a:pt x="10" y="1885"/>
                    <a:pt x="0" y="1904"/>
                    <a:pt x="0" y="1922"/>
                  </a:cubicBezTo>
                  <a:cubicBezTo>
                    <a:pt x="8" y="1937"/>
                    <a:pt x="22" y="1953"/>
                    <a:pt x="36" y="1953"/>
                  </a:cubicBezTo>
                  <a:cubicBezTo>
                    <a:pt x="40" y="1953"/>
                    <a:pt x="43" y="1952"/>
                    <a:pt x="47" y="1950"/>
                  </a:cubicBezTo>
                  <a:cubicBezTo>
                    <a:pt x="316" y="1885"/>
                    <a:pt x="566" y="1802"/>
                    <a:pt x="807" y="1700"/>
                  </a:cubicBezTo>
                  <a:cubicBezTo>
                    <a:pt x="1058" y="1598"/>
                    <a:pt x="1299" y="1486"/>
                    <a:pt x="1531" y="1347"/>
                  </a:cubicBezTo>
                  <a:cubicBezTo>
                    <a:pt x="1772" y="1217"/>
                    <a:pt x="1995" y="1069"/>
                    <a:pt x="2208" y="902"/>
                  </a:cubicBezTo>
                  <a:cubicBezTo>
                    <a:pt x="2421" y="735"/>
                    <a:pt x="2616" y="531"/>
                    <a:pt x="2802" y="327"/>
                  </a:cubicBezTo>
                  <a:cubicBezTo>
                    <a:pt x="2802" y="317"/>
                    <a:pt x="2802" y="317"/>
                    <a:pt x="2811" y="308"/>
                  </a:cubicBezTo>
                  <a:cubicBezTo>
                    <a:pt x="2876" y="225"/>
                    <a:pt x="2857" y="104"/>
                    <a:pt x="2765" y="39"/>
                  </a:cubicBezTo>
                  <a:cubicBezTo>
                    <a:pt x="2731" y="13"/>
                    <a:pt x="2692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6297108" y="3363259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7410929" y="3726638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5696618" y="4217195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theme" Target="../theme/theme1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4" r:id="rId12"/>
    <p:sldLayoutId id="2147483665" r:id="rId13"/>
    <p:sldLayoutId id="2147483666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 /><Relationship Id="rId7" Type="http://schemas.openxmlformats.org/officeDocument/2006/relationships/slide" Target="slide8.xml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8.xml" /><Relationship Id="rId6" Type="http://schemas.openxmlformats.org/officeDocument/2006/relationships/slide" Target="slide50.xml" /><Relationship Id="rId5" Type="http://schemas.openxmlformats.org/officeDocument/2006/relationships/slide" Target="slide6.xml" /><Relationship Id="rId4" Type="http://schemas.openxmlformats.org/officeDocument/2006/relationships/slide" Target="slide38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9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1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5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0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7.xml" /><Relationship Id="rId7" Type="http://schemas.openxmlformats.org/officeDocument/2006/relationships/slide" Target="slide37.xml" /><Relationship Id="rId2" Type="http://schemas.openxmlformats.org/officeDocument/2006/relationships/slide" Target="slide17.xml" /><Relationship Id="rId1" Type="http://schemas.openxmlformats.org/officeDocument/2006/relationships/slideLayout" Target="../slideLayouts/slideLayout2.xml" /><Relationship Id="rId6" Type="http://schemas.openxmlformats.org/officeDocument/2006/relationships/slide" Target="slide35.xml" /><Relationship Id="rId5" Type="http://schemas.openxmlformats.org/officeDocument/2006/relationships/slide" Target="slide32.xml" /><Relationship Id="rId4" Type="http://schemas.openxmlformats.org/officeDocument/2006/relationships/slide" Target="slide29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0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0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1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4.xm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5.xml" /><Relationship Id="rId2" Type="http://schemas.openxmlformats.org/officeDocument/2006/relationships/slide" Target="slide20.xml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6.xml" /><Relationship Id="rId2" Type="http://schemas.openxmlformats.org/officeDocument/2006/relationships/slide" Target="slide20.xml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6.xml" /><Relationship Id="rId2" Type="http://schemas.openxmlformats.org/officeDocument/2006/relationships/slide" Target="slide17.xml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6.xml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4.xml" /><Relationship Id="rId2" Type="http://schemas.openxmlformats.org/officeDocument/2006/relationships/slide" Target="slide16.xml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5.xml" /><Relationship Id="rId2" Type="http://schemas.openxmlformats.org/officeDocument/2006/relationships/slide" Target="slide16.xml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30.xml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6.xml" /><Relationship Id="rId2" Type="http://schemas.openxmlformats.org/officeDocument/2006/relationships/slide" Target="slide29.xml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6.xml" /><Relationship Id="rId2" Type="http://schemas.openxmlformats.org/officeDocument/2006/relationships/slide" Target="slide29.xml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4.xml" /><Relationship Id="rId2" Type="http://schemas.openxmlformats.org/officeDocument/2006/relationships/slide" Target="slide16.xml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4.xml" /><Relationship Id="rId2" Type="http://schemas.openxmlformats.org/officeDocument/2006/relationships/slide" Target="slide16.xml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9.xml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16.xml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16.xml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2.xml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0.xml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0.xml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0.xml" 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0.xml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0.xml" 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0.xml" 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0.xml" 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0.xml" 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0.xml" 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0.xml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4"/>
          <p:cNvSpPr txBox="1">
            <a:spLocks noGrp="1"/>
          </p:cNvSpPr>
          <p:nvPr>
            <p:ph type="ctrTitle"/>
          </p:nvPr>
        </p:nvSpPr>
        <p:spPr>
          <a:xfrm>
            <a:off x="650593" y="662960"/>
            <a:ext cx="4871757" cy="29849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900" dirty="0"/>
              <a:t>Sistema de Registro de asistencia y puntualidad</a:t>
            </a:r>
            <a:endParaRPr lang="es-CO" sz="3700" b="0" dirty="0"/>
          </a:p>
        </p:txBody>
      </p:sp>
      <p:sp>
        <p:nvSpPr>
          <p:cNvPr id="711" name="Google Shape;711;p24"/>
          <p:cNvSpPr txBox="1">
            <a:spLocks noGrp="1"/>
          </p:cNvSpPr>
          <p:nvPr>
            <p:ph type="subTitle" idx="1"/>
          </p:nvPr>
        </p:nvSpPr>
        <p:spPr>
          <a:xfrm>
            <a:off x="650592" y="3578534"/>
            <a:ext cx="5412847" cy="11115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Annjely</a:t>
            </a:r>
            <a:r>
              <a:rPr lang="en-US" sz="1400" dirty="0"/>
              <a:t> Velez Solis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Nicolk</a:t>
            </a:r>
            <a:r>
              <a:rPr lang="en-US" sz="1400" dirty="0"/>
              <a:t> </a:t>
            </a:r>
            <a:r>
              <a:rPr lang="en-US" sz="1400" dirty="0" err="1"/>
              <a:t>Anelca</a:t>
            </a:r>
            <a:r>
              <a:rPr lang="en-US" sz="1400" dirty="0"/>
              <a:t> Diaz Hernández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Ana Sofia Rodriguez Alvarez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Juan Manuel </a:t>
            </a:r>
            <a:r>
              <a:rPr lang="en-US" sz="1400" dirty="0" err="1"/>
              <a:t>Henao</a:t>
            </a:r>
            <a:r>
              <a:rPr lang="en-US" sz="1400" dirty="0"/>
              <a:t> Alarcon</a:t>
            </a:r>
          </a:p>
        </p:txBody>
      </p:sp>
      <p:grpSp>
        <p:nvGrpSpPr>
          <p:cNvPr id="712" name="Google Shape;712;p24"/>
          <p:cNvGrpSpPr/>
          <p:nvPr/>
        </p:nvGrpSpPr>
        <p:grpSpPr>
          <a:xfrm>
            <a:off x="5118454" y="1164957"/>
            <a:ext cx="3374953" cy="2676564"/>
            <a:chOff x="5148240" y="1213448"/>
            <a:chExt cx="3374953" cy="2676564"/>
          </a:xfrm>
        </p:grpSpPr>
        <p:grpSp>
          <p:nvGrpSpPr>
            <p:cNvPr id="713" name="Google Shape;713;p24"/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714" name="Google Shape;714;p24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4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4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4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4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4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4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4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2" name="Google Shape;722;p24"/>
            <p:cNvSpPr/>
            <p:nvPr/>
          </p:nvSpPr>
          <p:spPr>
            <a:xfrm>
              <a:off x="6756905" y="3331665"/>
              <a:ext cx="323574" cy="155533"/>
            </a:xfrm>
            <a:custGeom>
              <a:avLst/>
              <a:gdLst/>
              <a:ahLst/>
              <a:cxnLst/>
              <a:rect l="l" t="t" r="r" b="b"/>
              <a:pathLst>
                <a:path w="5484" h="2636" extrusionOk="0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6048099" y="1992822"/>
              <a:ext cx="6608" cy="77235"/>
            </a:xfrm>
            <a:custGeom>
              <a:avLst/>
              <a:gdLst/>
              <a:ahLst/>
              <a:cxnLst/>
              <a:rect l="l" t="t" r="r" b="b"/>
              <a:pathLst>
                <a:path w="112" h="1309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6344236" y="1821005"/>
              <a:ext cx="327350" cy="131400"/>
            </a:xfrm>
            <a:custGeom>
              <a:avLst/>
              <a:gdLst/>
              <a:ahLst/>
              <a:cxnLst/>
              <a:rect l="l" t="t" r="r" b="b"/>
              <a:pathLst>
                <a:path w="5548" h="2227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7379802" y="2174552"/>
              <a:ext cx="423171" cy="165917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7580708" y="2958941"/>
              <a:ext cx="85437" cy="160430"/>
            </a:xfrm>
            <a:custGeom>
              <a:avLst/>
              <a:gdLst/>
              <a:ahLst/>
              <a:cxnLst/>
              <a:rect l="l" t="t" r="r" b="b"/>
              <a:pathLst>
                <a:path w="1448" h="2719" extrusionOk="0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4"/>
            <p:cNvSpPr/>
            <p:nvPr/>
          </p:nvSpPr>
          <p:spPr>
            <a:xfrm>
              <a:off x="8240247" y="1261064"/>
              <a:ext cx="108448" cy="108389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4"/>
            <p:cNvSpPr/>
            <p:nvPr/>
          </p:nvSpPr>
          <p:spPr>
            <a:xfrm>
              <a:off x="6505138" y="1371577"/>
              <a:ext cx="121547" cy="121075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4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4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4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4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4"/>
            <p:cNvSpPr/>
            <p:nvPr/>
          </p:nvSpPr>
          <p:spPr>
            <a:xfrm>
              <a:off x="5442194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4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4"/>
            <p:cNvSpPr/>
            <p:nvPr/>
          </p:nvSpPr>
          <p:spPr>
            <a:xfrm>
              <a:off x="5509517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4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4"/>
            <p:cNvSpPr/>
            <p:nvPr/>
          </p:nvSpPr>
          <p:spPr>
            <a:xfrm>
              <a:off x="5442194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4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4"/>
            <p:cNvSpPr/>
            <p:nvPr/>
          </p:nvSpPr>
          <p:spPr>
            <a:xfrm>
              <a:off x="5509517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4"/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4"/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4"/>
            <p:cNvSpPr/>
            <p:nvPr/>
          </p:nvSpPr>
          <p:spPr>
            <a:xfrm>
              <a:off x="7173999" y="2893271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4"/>
            <p:cNvSpPr/>
            <p:nvPr/>
          </p:nvSpPr>
          <p:spPr>
            <a:xfrm>
              <a:off x="7173999" y="2988502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4"/>
            <p:cNvSpPr/>
            <p:nvPr/>
          </p:nvSpPr>
          <p:spPr>
            <a:xfrm>
              <a:off x="7203028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4"/>
            <p:cNvSpPr/>
            <p:nvPr/>
          </p:nvSpPr>
          <p:spPr>
            <a:xfrm>
              <a:off x="7107797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4"/>
            <p:cNvSpPr/>
            <p:nvPr/>
          </p:nvSpPr>
          <p:spPr>
            <a:xfrm>
              <a:off x="7130750" y="2983015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4"/>
            <p:cNvSpPr/>
            <p:nvPr/>
          </p:nvSpPr>
          <p:spPr>
            <a:xfrm>
              <a:off x="7126914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4"/>
            <p:cNvSpPr/>
            <p:nvPr/>
          </p:nvSpPr>
          <p:spPr>
            <a:xfrm>
              <a:off x="7198072" y="2915692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4"/>
            <p:cNvSpPr/>
            <p:nvPr/>
          </p:nvSpPr>
          <p:spPr>
            <a:xfrm>
              <a:off x="7194237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4"/>
            <p:cNvSpPr/>
            <p:nvPr/>
          </p:nvSpPr>
          <p:spPr>
            <a:xfrm>
              <a:off x="7130750" y="2915692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4"/>
            <p:cNvSpPr/>
            <p:nvPr/>
          </p:nvSpPr>
          <p:spPr>
            <a:xfrm>
              <a:off x="7126914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4"/>
            <p:cNvSpPr/>
            <p:nvPr/>
          </p:nvSpPr>
          <p:spPr>
            <a:xfrm>
              <a:off x="7198072" y="2983015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4"/>
            <p:cNvSpPr/>
            <p:nvPr/>
          </p:nvSpPr>
          <p:spPr>
            <a:xfrm>
              <a:off x="7194237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4"/>
            <p:cNvSpPr/>
            <p:nvPr/>
          </p:nvSpPr>
          <p:spPr>
            <a:xfrm>
              <a:off x="6401705" y="1879536"/>
              <a:ext cx="52572" cy="52041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4"/>
            <p:cNvSpPr/>
            <p:nvPr/>
          </p:nvSpPr>
          <p:spPr>
            <a:xfrm>
              <a:off x="8286210" y="1697806"/>
              <a:ext cx="47144" cy="47675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4"/>
            <p:cNvSpPr/>
            <p:nvPr/>
          </p:nvSpPr>
          <p:spPr>
            <a:xfrm>
              <a:off x="8222723" y="3615765"/>
              <a:ext cx="33455" cy="3345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4"/>
            <p:cNvSpPr/>
            <p:nvPr/>
          </p:nvSpPr>
          <p:spPr>
            <a:xfrm>
              <a:off x="5649591" y="1243540"/>
              <a:ext cx="33455" cy="32865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6843404" y="1371577"/>
              <a:ext cx="517872" cy="515688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4"/>
            <p:cNvSpPr/>
            <p:nvPr/>
          </p:nvSpPr>
          <p:spPr>
            <a:xfrm>
              <a:off x="7731226" y="2764939"/>
              <a:ext cx="652517" cy="651101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4"/>
            <p:cNvSpPr/>
            <p:nvPr/>
          </p:nvSpPr>
          <p:spPr>
            <a:xfrm>
              <a:off x="5349677" y="3784338"/>
              <a:ext cx="1411122" cy="6608"/>
            </a:xfrm>
            <a:custGeom>
              <a:avLst/>
              <a:gdLst/>
              <a:ahLst/>
              <a:cxnLst/>
              <a:rect l="l" t="t" r="r" b="b"/>
              <a:pathLst>
                <a:path w="23916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4"/>
            <p:cNvSpPr/>
            <p:nvPr/>
          </p:nvSpPr>
          <p:spPr>
            <a:xfrm>
              <a:off x="5615133" y="3875734"/>
              <a:ext cx="879679" cy="6608"/>
            </a:xfrm>
            <a:custGeom>
              <a:avLst/>
              <a:gdLst/>
              <a:ahLst/>
              <a:cxnLst/>
              <a:rect l="l" t="t" r="r" b="b"/>
              <a:pathLst>
                <a:path w="14909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7107207" y="3142854"/>
              <a:ext cx="958508" cy="662902"/>
            </a:xfrm>
            <a:custGeom>
              <a:avLst/>
              <a:gdLst/>
              <a:ahLst/>
              <a:cxnLst/>
              <a:rect l="l" t="t" r="r" b="b"/>
              <a:pathLst>
                <a:path w="16245" h="11235" extrusionOk="0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7103372" y="3139550"/>
              <a:ext cx="966178" cy="669451"/>
            </a:xfrm>
            <a:custGeom>
              <a:avLst/>
              <a:gdLst/>
              <a:ahLst/>
              <a:cxnLst/>
              <a:rect l="l" t="t" r="r" b="b"/>
              <a:pathLst>
                <a:path w="16375" h="11346" extrusionOk="0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7177303" y="3206342"/>
              <a:ext cx="818316" cy="535927"/>
            </a:xfrm>
            <a:custGeom>
              <a:avLst/>
              <a:gdLst/>
              <a:ahLst/>
              <a:cxnLst/>
              <a:rect l="l" t="t" r="r" b="b"/>
              <a:pathLst>
                <a:path w="13869" h="9083" extrusionOk="0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4"/>
            <p:cNvSpPr/>
            <p:nvPr/>
          </p:nvSpPr>
          <p:spPr>
            <a:xfrm>
              <a:off x="7173468" y="3203038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4"/>
            <p:cNvSpPr/>
            <p:nvPr/>
          </p:nvSpPr>
          <p:spPr>
            <a:xfrm>
              <a:off x="7173468" y="3369427"/>
              <a:ext cx="7139" cy="180727"/>
            </a:xfrm>
            <a:custGeom>
              <a:avLst/>
              <a:gdLst/>
              <a:ahLst/>
              <a:cxnLst/>
              <a:rect l="l" t="t" r="r" b="b"/>
              <a:pathLst>
                <a:path w="121" h="3063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7575752" y="3164745"/>
              <a:ext cx="21418" cy="21418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6950141" y="3800741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6946836" y="3797495"/>
              <a:ext cx="1279249" cy="92517"/>
            </a:xfrm>
            <a:custGeom>
              <a:avLst/>
              <a:gdLst/>
              <a:ahLst/>
              <a:cxnLst/>
              <a:rect l="l" t="t" r="r" b="b"/>
              <a:pathLst>
                <a:path w="21681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6958873" y="3863166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7464649" y="3806228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7461345" y="3802393"/>
              <a:ext cx="250233" cy="33986"/>
            </a:xfrm>
            <a:custGeom>
              <a:avLst/>
              <a:gdLst/>
              <a:ahLst/>
              <a:cxnLst/>
              <a:rect l="l" t="t" r="r" b="b"/>
              <a:pathLst>
                <a:path w="4241" h="576" extrusionOk="0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7340388" y="330812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7369418" y="327856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7366113" y="3274727"/>
              <a:ext cx="445593" cy="382695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4"/>
            <p:cNvSpPr/>
            <p:nvPr/>
          </p:nvSpPr>
          <p:spPr>
            <a:xfrm>
              <a:off x="7437271" y="3476164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7433436" y="3472919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4"/>
            <p:cNvSpPr/>
            <p:nvPr/>
          </p:nvSpPr>
          <p:spPr>
            <a:xfrm>
              <a:off x="7470136" y="3487138"/>
              <a:ext cx="234833" cy="16993"/>
            </a:xfrm>
            <a:custGeom>
              <a:avLst/>
              <a:gdLst/>
              <a:ahLst/>
              <a:cxnLst/>
              <a:rect l="l" t="t" r="r" b="b"/>
              <a:pathLst>
                <a:path w="3980" h="288" extrusionOk="0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4"/>
            <p:cNvSpPr/>
            <p:nvPr/>
          </p:nvSpPr>
          <p:spPr>
            <a:xfrm>
              <a:off x="7489253" y="3539120"/>
              <a:ext cx="198251" cy="23601"/>
            </a:xfrm>
            <a:custGeom>
              <a:avLst/>
              <a:gdLst/>
              <a:ahLst/>
              <a:cxnLst/>
              <a:rect l="l" t="t" r="r" b="b"/>
              <a:pathLst>
                <a:path w="3360" h="400" extrusionOk="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7486008" y="3535816"/>
              <a:ext cx="204741" cy="30741"/>
            </a:xfrm>
            <a:custGeom>
              <a:avLst/>
              <a:gdLst/>
              <a:ahLst/>
              <a:cxnLst/>
              <a:rect l="l" t="t" r="r" b="b"/>
              <a:pathLst>
                <a:path w="3470" h="521" extrusionOk="0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4"/>
            <p:cNvSpPr/>
            <p:nvPr/>
          </p:nvSpPr>
          <p:spPr>
            <a:xfrm>
              <a:off x="7529257" y="3545139"/>
              <a:ext cx="11506" cy="11565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4"/>
            <p:cNvSpPr/>
            <p:nvPr/>
          </p:nvSpPr>
          <p:spPr>
            <a:xfrm>
              <a:off x="7551148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4"/>
            <p:cNvSpPr/>
            <p:nvPr/>
          </p:nvSpPr>
          <p:spPr>
            <a:xfrm>
              <a:off x="757191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4"/>
            <p:cNvSpPr/>
            <p:nvPr/>
          </p:nvSpPr>
          <p:spPr>
            <a:xfrm>
              <a:off x="759380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4"/>
            <p:cNvSpPr/>
            <p:nvPr/>
          </p:nvSpPr>
          <p:spPr>
            <a:xfrm>
              <a:off x="761463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4"/>
            <p:cNvSpPr/>
            <p:nvPr/>
          </p:nvSpPr>
          <p:spPr>
            <a:xfrm>
              <a:off x="763652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4"/>
            <p:cNvSpPr/>
            <p:nvPr/>
          </p:nvSpPr>
          <p:spPr>
            <a:xfrm>
              <a:off x="7524832" y="3322342"/>
              <a:ext cx="127093" cy="127093"/>
            </a:xfrm>
            <a:custGeom>
              <a:avLst/>
              <a:gdLst/>
              <a:ahLst/>
              <a:cxnLst/>
              <a:rect l="l" t="t" r="r" b="b"/>
              <a:pathLst>
                <a:path w="2154" h="2154" extrusionOk="0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4"/>
            <p:cNvSpPr/>
            <p:nvPr/>
          </p:nvSpPr>
          <p:spPr>
            <a:xfrm>
              <a:off x="7521587" y="3319097"/>
              <a:ext cx="133583" cy="133583"/>
            </a:xfrm>
            <a:custGeom>
              <a:avLst/>
              <a:gdLst/>
              <a:ahLst/>
              <a:cxnLst/>
              <a:rect l="l" t="t" r="r" b="b"/>
              <a:pathLst>
                <a:path w="2264" h="2264" extrusionOk="0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7560411" y="3389665"/>
              <a:ext cx="56466" cy="28558"/>
            </a:xfrm>
            <a:custGeom>
              <a:avLst/>
              <a:gdLst/>
              <a:ahLst/>
              <a:cxnLst/>
              <a:rect l="l" t="t" r="r" b="b"/>
              <a:pathLst>
                <a:path w="957" h="484" extrusionOk="0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7556576" y="3386420"/>
              <a:ext cx="63606" cy="35107"/>
            </a:xfrm>
            <a:custGeom>
              <a:avLst/>
              <a:gdLst/>
              <a:ahLst/>
              <a:cxnLst/>
              <a:rect l="l" t="t" r="r" b="b"/>
              <a:pathLst>
                <a:path w="1078" h="595" extrusionOk="0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7572507" y="3353555"/>
              <a:ext cx="32334" cy="3239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7569203" y="3350310"/>
              <a:ext cx="38883" cy="38883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4"/>
            <p:cNvSpPr/>
            <p:nvPr/>
          </p:nvSpPr>
          <p:spPr>
            <a:xfrm>
              <a:off x="7541825" y="3581839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7537990" y="3578534"/>
              <a:ext cx="100778" cy="35638"/>
            </a:xfrm>
            <a:custGeom>
              <a:avLst/>
              <a:gdLst/>
              <a:ahLst/>
              <a:cxnLst/>
              <a:rect l="l" t="t" r="r" b="b"/>
              <a:pathLst>
                <a:path w="1708" h="604" extrusionOk="0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4"/>
            <p:cNvSpPr/>
            <p:nvPr/>
          </p:nvSpPr>
          <p:spPr>
            <a:xfrm>
              <a:off x="7134585" y="1285137"/>
              <a:ext cx="959039" cy="662902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7131340" y="1281833"/>
              <a:ext cx="965588" cy="670041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7204681" y="1349156"/>
              <a:ext cx="818847" cy="535396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7201376" y="1345320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7201376" y="1512300"/>
              <a:ext cx="6608" cy="180668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6977518" y="1943023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6974214" y="1939778"/>
              <a:ext cx="1279781" cy="92517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6986251" y="2005449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4"/>
            <p:cNvSpPr/>
            <p:nvPr/>
          </p:nvSpPr>
          <p:spPr>
            <a:xfrm>
              <a:off x="7492557" y="1948511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4"/>
            <p:cNvSpPr/>
            <p:nvPr/>
          </p:nvSpPr>
          <p:spPr>
            <a:xfrm>
              <a:off x="7489253" y="1945206"/>
              <a:ext cx="249702" cy="33455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7368297" y="1450405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7397326" y="1420844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4"/>
            <p:cNvSpPr/>
            <p:nvPr/>
          </p:nvSpPr>
          <p:spPr>
            <a:xfrm>
              <a:off x="7394022" y="1417599"/>
              <a:ext cx="445652" cy="382105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4"/>
            <p:cNvSpPr/>
            <p:nvPr/>
          </p:nvSpPr>
          <p:spPr>
            <a:xfrm>
              <a:off x="7464649" y="1618446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7461345" y="1615201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4"/>
            <p:cNvSpPr/>
            <p:nvPr/>
          </p:nvSpPr>
          <p:spPr>
            <a:xfrm>
              <a:off x="7497514" y="1629421"/>
              <a:ext cx="235423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4"/>
            <p:cNvSpPr/>
            <p:nvPr/>
          </p:nvSpPr>
          <p:spPr>
            <a:xfrm>
              <a:off x="7517221" y="1681934"/>
              <a:ext cx="198192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4"/>
            <p:cNvSpPr/>
            <p:nvPr/>
          </p:nvSpPr>
          <p:spPr>
            <a:xfrm>
              <a:off x="7513917" y="1678689"/>
              <a:ext cx="204741" cy="30151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4"/>
            <p:cNvSpPr/>
            <p:nvPr/>
          </p:nvSpPr>
          <p:spPr>
            <a:xfrm>
              <a:off x="755716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757905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759929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7621185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4"/>
            <p:cNvSpPr/>
            <p:nvPr/>
          </p:nvSpPr>
          <p:spPr>
            <a:xfrm>
              <a:off x="764254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4"/>
            <p:cNvSpPr/>
            <p:nvPr/>
          </p:nvSpPr>
          <p:spPr>
            <a:xfrm>
              <a:off x="766443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4"/>
            <p:cNvSpPr/>
            <p:nvPr/>
          </p:nvSpPr>
          <p:spPr>
            <a:xfrm>
              <a:off x="7552800" y="1465215"/>
              <a:ext cx="126444" cy="126503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7549496" y="1461380"/>
              <a:ext cx="133583" cy="134173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4"/>
            <p:cNvSpPr/>
            <p:nvPr/>
          </p:nvSpPr>
          <p:spPr>
            <a:xfrm>
              <a:off x="7587789" y="1532007"/>
              <a:ext cx="56466" cy="28499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4"/>
            <p:cNvSpPr/>
            <p:nvPr/>
          </p:nvSpPr>
          <p:spPr>
            <a:xfrm>
              <a:off x="7584544" y="1528702"/>
              <a:ext cx="63547" cy="35107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4"/>
            <p:cNvSpPr/>
            <p:nvPr/>
          </p:nvSpPr>
          <p:spPr>
            <a:xfrm>
              <a:off x="7600415" y="1496428"/>
              <a:ext cx="31803" cy="318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4"/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4"/>
            <p:cNvSpPr/>
            <p:nvPr/>
          </p:nvSpPr>
          <p:spPr>
            <a:xfrm>
              <a:off x="7569203" y="1724121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4"/>
            <p:cNvSpPr/>
            <p:nvPr/>
          </p:nvSpPr>
          <p:spPr>
            <a:xfrm>
              <a:off x="7565898" y="1720817"/>
              <a:ext cx="100247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6772246" y="1753682"/>
              <a:ext cx="560000" cy="977035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6731179" y="1693971"/>
              <a:ext cx="560000" cy="995739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6727934" y="1690725"/>
              <a:ext cx="566549" cy="1002229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6732301" y="1693971"/>
              <a:ext cx="558348" cy="80539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4"/>
            <p:cNvSpPr/>
            <p:nvPr/>
          </p:nvSpPr>
          <p:spPr>
            <a:xfrm>
              <a:off x="6728465" y="1690725"/>
              <a:ext cx="565487" cy="87089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4"/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4"/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4"/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6820392" y="1885023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7032804" y="1885023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4"/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4"/>
            <p:cNvSpPr/>
            <p:nvPr/>
          </p:nvSpPr>
          <p:spPr>
            <a:xfrm>
              <a:off x="7027848" y="2016364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4"/>
            <p:cNvSpPr/>
            <p:nvPr/>
          </p:nvSpPr>
          <p:spPr>
            <a:xfrm>
              <a:off x="6924415" y="2016364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4"/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4"/>
            <p:cNvSpPr/>
            <p:nvPr/>
          </p:nvSpPr>
          <p:spPr>
            <a:xfrm>
              <a:off x="6820392" y="1950163"/>
              <a:ext cx="94228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4"/>
            <p:cNvSpPr/>
            <p:nvPr/>
          </p:nvSpPr>
          <p:spPr>
            <a:xfrm>
              <a:off x="6945184" y="1950163"/>
              <a:ext cx="155533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4"/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6820392" y="2074955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7032804" y="2074955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6820392" y="2286245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7032804" y="2286245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7027848" y="2206886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6924415" y="2206886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7123669" y="2357403"/>
              <a:ext cx="67382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4"/>
            <p:cNvSpPr/>
            <p:nvPr/>
          </p:nvSpPr>
          <p:spPr>
            <a:xfrm>
              <a:off x="6820392" y="2140094"/>
              <a:ext cx="94228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4"/>
            <p:cNvSpPr/>
            <p:nvPr/>
          </p:nvSpPr>
          <p:spPr>
            <a:xfrm>
              <a:off x="6945184" y="2140094"/>
              <a:ext cx="155533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4"/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4"/>
            <p:cNvSpPr/>
            <p:nvPr/>
          </p:nvSpPr>
          <p:spPr>
            <a:xfrm>
              <a:off x="7017994" y="2427440"/>
              <a:ext cx="155533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4"/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4"/>
            <p:cNvSpPr/>
            <p:nvPr/>
          </p:nvSpPr>
          <p:spPr>
            <a:xfrm>
              <a:off x="7433436" y="2415403"/>
              <a:ext cx="731876" cy="52170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4"/>
            <p:cNvSpPr/>
            <p:nvPr/>
          </p:nvSpPr>
          <p:spPr>
            <a:xfrm>
              <a:off x="7430191" y="2412099"/>
              <a:ext cx="738957" cy="528846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4"/>
            <p:cNvSpPr/>
            <p:nvPr/>
          </p:nvSpPr>
          <p:spPr>
            <a:xfrm>
              <a:off x="7474502" y="2375989"/>
              <a:ext cx="731876" cy="88210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4"/>
            <p:cNvSpPr/>
            <p:nvPr/>
          </p:nvSpPr>
          <p:spPr>
            <a:xfrm>
              <a:off x="7471198" y="2372685"/>
              <a:ext cx="738485" cy="94759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4"/>
            <p:cNvSpPr/>
            <p:nvPr/>
          </p:nvSpPr>
          <p:spPr>
            <a:xfrm>
              <a:off x="7553862" y="2401715"/>
              <a:ext cx="33455" cy="33986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4"/>
            <p:cNvSpPr/>
            <p:nvPr/>
          </p:nvSpPr>
          <p:spPr>
            <a:xfrm>
              <a:off x="7606434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4"/>
            <p:cNvSpPr/>
            <p:nvPr/>
          </p:nvSpPr>
          <p:spPr>
            <a:xfrm>
              <a:off x="7501349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4"/>
            <p:cNvSpPr/>
            <p:nvPr/>
          </p:nvSpPr>
          <p:spPr>
            <a:xfrm>
              <a:off x="7473971" y="2464140"/>
              <a:ext cx="732407" cy="430252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4"/>
            <p:cNvSpPr/>
            <p:nvPr/>
          </p:nvSpPr>
          <p:spPr>
            <a:xfrm>
              <a:off x="7470667" y="2460305"/>
              <a:ext cx="739016" cy="437391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4"/>
            <p:cNvSpPr/>
            <p:nvPr/>
          </p:nvSpPr>
          <p:spPr>
            <a:xfrm>
              <a:off x="7778310" y="2564859"/>
              <a:ext cx="336083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4"/>
            <p:cNvSpPr/>
            <p:nvPr/>
          </p:nvSpPr>
          <p:spPr>
            <a:xfrm>
              <a:off x="7778310" y="2614657"/>
              <a:ext cx="122668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4"/>
            <p:cNvSpPr/>
            <p:nvPr/>
          </p:nvSpPr>
          <p:spPr>
            <a:xfrm>
              <a:off x="7941395" y="2614657"/>
              <a:ext cx="147272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4"/>
            <p:cNvSpPr/>
            <p:nvPr/>
          </p:nvSpPr>
          <p:spPr>
            <a:xfrm>
              <a:off x="7778310" y="2766237"/>
              <a:ext cx="217899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4"/>
            <p:cNvSpPr/>
            <p:nvPr/>
          </p:nvSpPr>
          <p:spPr>
            <a:xfrm>
              <a:off x="7778310" y="2667170"/>
              <a:ext cx="338856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4"/>
            <p:cNvSpPr/>
            <p:nvPr/>
          </p:nvSpPr>
          <p:spPr>
            <a:xfrm>
              <a:off x="7778310" y="2716969"/>
              <a:ext cx="112224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4"/>
            <p:cNvSpPr/>
            <p:nvPr/>
          </p:nvSpPr>
          <p:spPr>
            <a:xfrm>
              <a:off x="7915670" y="2716969"/>
              <a:ext cx="198723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4"/>
            <p:cNvSpPr/>
            <p:nvPr/>
          </p:nvSpPr>
          <p:spPr>
            <a:xfrm>
              <a:off x="7525953" y="2548397"/>
              <a:ext cx="219020" cy="21902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4"/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4"/>
            <p:cNvSpPr/>
            <p:nvPr/>
          </p:nvSpPr>
          <p:spPr>
            <a:xfrm>
              <a:off x="7516631" y="2550049"/>
              <a:ext cx="218489" cy="218430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4"/>
            <p:cNvSpPr/>
            <p:nvPr/>
          </p:nvSpPr>
          <p:spPr>
            <a:xfrm>
              <a:off x="7513386" y="2546213"/>
              <a:ext cx="225569" cy="225569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4"/>
            <p:cNvSpPr/>
            <p:nvPr/>
          </p:nvSpPr>
          <p:spPr>
            <a:xfrm>
              <a:off x="7662251" y="2565921"/>
              <a:ext cx="54814" cy="54814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4"/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4"/>
            <p:cNvSpPr/>
            <p:nvPr/>
          </p:nvSpPr>
          <p:spPr>
            <a:xfrm>
              <a:off x="7985707" y="2216444"/>
              <a:ext cx="377208" cy="339092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4"/>
            <p:cNvSpPr/>
            <p:nvPr/>
          </p:nvSpPr>
          <p:spPr>
            <a:xfrm>
              <a:off x="8001047" y="2212904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4"/>
            <p:cNvSpPr/>
            <p:nvPr/>
          </p:nvSpPr>
          <p:spPr>
            <a:xfrm>
              <a:off x="7997212" y="2199923"/>
              <a:ext cx="384878" cy="339387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4"/>
            <p:cNvSpPr/>
            <p:nvPr/>
          </p:nvSpPr>
          <p:spPr>
            <a:xfrm>
              <a:off x="8016388" y="2196442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4"/>
            <p:cNvSpPr/>
            <p:nvPr/>
          </p:nvSpPr>
          <p:spPr>
            <a:xfrm>
              <a:off x="8070553" y="2285655"/>
              <a:ext cx="224507" cy="141844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4"/>
            <p:cNvSpPr/>
            <p:nvPr/>
          </p:nvSpPr>
          <p:spPr>
            <a:xfrm>
              <a:off x="8066718" y="2282410"/>
              <a:ext cx="231588" cy="148393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>
              <a:off x="5843948" y="3263280"/>
              <a:ext cx="422581" cy="300504"/>
            </a:xfrm>
            <a:custGeom>
              <a:avLst/>
              <a:gdLst/>
              <a:ahLst/>
              <a:cxnLst/>
              <a:rect l="l" t="t" r="r" b="b"/>
              <a:pathLst>
                <a:path w="7162" h="5093" extrusionOk="0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5840112" y="3259976"/>
              <a:ext cx="429721" cy="307643"/>
            </a:xfrm>
            <a:custGeom>
              <a:avLst/>
              <a:gdLst/>
              <a:ahLst/>
              <a:cxnLst/>
              <a:rect l="l" t="t" r="r" b="b"/>
              <a:pathLst>
                <a:path w="7283" h="5214" extrusionOk="0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5151544" y="2042680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5148240" y="2039376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>
              <a:off x="5151544" y="2076076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>
              <a:off x="5148240" y="2072771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5254977" y="2195380"/>
              <a:ext cx="1597218" cy="973790"/>
            </a:xfrm>
            <a:custGeom>
              <a:avLst/>
              <a:gdLst/>
              <a:ahLst/>
              <a:cxnLst/>
              <a:rect l="l" t="t" r="r" b="b"/>
              <a:pathLst>
                <a:path w="27070" h="16504" extrusionOk="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5251673" y="2192076"/>
              <a:ext cx="1603826" cy="980929"/>
            </a:xfrm>
            <a:custGeom>
              <a:avLst/>
              <a:gdLst/>
              <a:ahLst/>
              <a:cxnLst/>
              <a:rect l="l" t="t" r="r" b="b"/>
              <a:pathLst>
                <a:path w="27182" h="16625" extrusionOk="0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6850543" y="2586749"/>
              <a:ext cx="6608" cy="189990"/>
            </a:xfrm>
            <a:custGeom>
              <a:avLst/>
              <a:gdLst/>
              <a:ahLst/>
              <a:cxnLst/>
              <a:rect l="l" t="t" r="r" b="b"/>
              <a:pathLst>
                <a:path w="112" h="3220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6035531" y="2114369"/>
              <a:ext cx="38883" cy="38352"/>
            </a:xfrm>
            <a:custGeom>
              <a:avLst/>
              <a:gdLst/>
              <a:ahLst/>
              <a:cxnLst/>
              <a:rect l="l" t="t" r="r" b="b"/>
              <a:pathLst>
                <a:path w="659" h="650" extrusionOk="0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6032227" y="2110533"/>
              <a:ext cx="46023" cy="46023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6808356" y="3211239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6805111" y="3207404"/>
              <a:ext cx="46023" cy="46082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6741564" y="3219441"/>
              <a:ext cx="22539" cy="21949"/>
            </a:xfrm>
            <a:custGeom>
              <a:avLst/>
              <a:gdLst/>
              <a:ahLst/>
              <a:cxnLst/>
              <a:rect l="l" t="t" r="r" b="b"/>
              <a:pathLst>
                <a:path w="382" h="372" extrusionOk="0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6697253" y="3219441"/>
              <a:ext cx="22480" cy="21949"/>
            </a:xfrm>
            <a:custGeom>
              <a:avLst/>
              <a:gdLst/>
              <a:ahLst/>
              <a:cxnLst/>
              <a:rect l="l" t="t" r="r" b="b"/>
              <a:pathLst>
                <a:path w="381" h="372" extrusionOk="0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5844479" y="3294434"/>
              <a:ext cx="421519" cy="77825"/>
            </a:xfrm>
            <a:custGeom>
              <a:avLst/>
              <a:gdLst/>
              <a:ahLst/>
              <a:cxnLst/>
              <a:rect l="l" t="t" r="r" b="b"/>
              <a:pathLst>
                <a:path w="7144" h="1319" extrusionOk="0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5841174" y="3291189"/>
              <a:ext cx="428128" cy="84316"/>
            </a:xfrm>
            <a:custGeom>
              <a:avLst/>
              <a:gdLst/>
              <a:ahLst/>
              <a:cxnLst/>
              <a:rect l="l" t="t" r="r" b="b"/>
              <a:pathLst>
                <a:path w="7256" h="1429" extrusionOk="0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5257691" y="3542955"/>
              <a:ext cx="1595094" cy="130869"/>
            </a:xfrm>
            <a:custGeom>
              <a:avLst/>
              <a:gdLst/>
              <a:ahLst/>
              <a:cxnLst/>
              <a:rect l="l" t="t" r="r" b="b"/>
              <a:pathLst>
                <a:path w="27034" h="2218" extrusionOk="0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5253856" y="3539120"/>
              <a:ext cx="1602764" cy="138540"/>
            </a:xfrm>
            <a:custGeom>
              <a:avLst/>
              <a:gdLst/>
              <a:ahLst/>
              <a:cxnLst/>
              <a:rect l="l" t="t" r="r" b="b"/>
              <a:pathLst>
                <a:path w="27164" h="2348" extrusionOk="0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542573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542248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5565334" y="3573047"/>
              <a:ext cx="113345" cy="38352"/>
            </a:xfrm>
            <a:custGeom>
              <a:avLst/>
              <a:gdLst/>
              <a:ahLst/>
              <a:cxnLst/>
              <a:rect l="l" t="t" r="r" b="b"/>
              <a:pathLst>
                <a:path w="1921" h="650" extrusionOk="0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556203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5708712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4"/>
            <p:cNvSpPr/>
            <p:nvPr/>
          </p:nvSpPr>
          <p:spPr>
            <a:xfrm>
              <a:off x="570546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4"/>
            <p:cNvSpPr/>
            <p:nvPr/>
          </p:nvSpPr>
          <p:spPr>
            <a:xfrm>
              <a:off x="5848314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4"/>
            <p:cNvSpPr/>
            <p:nvPr/>
          </p:nvSpPr>
          <p:spPr>
            <a:xfrm>
              <a:off x="584501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4"/>
            <p:cNvSpPr/>
            <p:nvPr/>
          </p:nvSpPr>
          <p:spPr>
            <a:xfrm>
              <a:off x="5990099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4"/>
            <p:cNvSpPr/>
            <p:nvPr/>
          </p:nvSpPr>
          <p:spPr>
            <a:xfrm>
              <a:off x="5986794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4"/>
            <p:cNvSpPr/>
            <p:nvPr/>
          </p:nvSpPr>
          <p:spPr>
            <a:xfrm>
              <a:off x="612964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4"/>
            <p:cNvSpPr/>
            <p:nvPr/>
          </p:nvSpPr>
          <p:spPr>
            <a:xfrm>
              <a:off x="6126337" y="3569743"/>
              <a:ext cx="119423" cy="44960"/>
            </a:xfrm>
            <a:custGeom>
              <a:avLst/>
              <a:gdLst/>
              <a:ahLst/>
              <a:cxnLst/>
              <a:rect l="l" t="t" r="r" b="b"/>
              <a:pathLst>
                <a:path w="2024" h="762" extrusionOk="0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4"/>
            <p:cNvSpPr/>
            <p:nvPr/>
          </p:nvSpPr>
          <p:spPr>
            <a:xfrm>
              <a:off x="6273078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4"/>
            <p:cNvSpPr/>
            <p:nvPr/>
          </p:nvSpPr>
          <p:spPr>
            <a:xfrm>
              <a:off x="6269243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4"/>
            <p:cNvSpPr/>
            <p:nvPr/>
          </p:nvSpPr>
          <p:spPr>
            <a:xfrm>
              <a:off x="641262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4"/>
            <p:cNvSpPr/>
            <p:nvPr/>
          </p:nvSpPr>
          <p:spPr>
            <a:xfrm>
              <a:off x="6409376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4"/>
            <p:cNvSpPr/>
            <p:nvPr/>
          </p:nvSpPr>
          <p:spPr>
            <a:xfrm>
              <a:off x="655930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4"/>
            <p:cNvSpPr/>
            <p:nvPr/>
          </p:nvSpPr>
          <p:spPr>
            <a:xfrm>
              <a:off x="6556058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4"/>
            <p:cNvSpPr/>
            <p:nvPr/>
          </p:nvSpPr>
          <p:spPr>
            <a:xfrm>
              <a:off x="535953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4"/>
            <p:cNvSpPr/>
            <p:nvPr/>
          </p:nvSpPr>
          <p:spPr>
            <a:xfrm>
              <a:off x="5356227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4"/>
            <p:cNvSpPr/>
            <p:nvPr/>
          </p:nvSpPr>
          <p:spPr>
            <a:xfrm>
              <a:off x="549907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4"/>
            <p:cNvSpPr/>
            <p:nvPr/>
          </p:nvSpPr>
          <p:spPr>
            <a:xfrm>
              <a:off x="549582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4"/>
            <p:cNvSpPr/>
            <p:nvPr/>
          </p:nvSpPr>
          <p:spPr>
            <a:xfrm>
              <a:off x="564251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4"/>
            <p:cNvSpPr/>
            <p:nvPr/>
          </p:nvSpPr>
          <p:spPr>
            <a:xfrm>
              <a:off x="5639206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4"/>
            <p:cNvSpPr/>
            <p:nvPr/>
          </p:nvSpPr>
          <p:spPr>
            <a:xfrm>
              <a:off x="5782053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4"/>
            <p:cNvSpPr/>
            <p:nvPr/>
          </p:nvSpPr>
          <p:spPr>
            <a:xfrm>
              <a:off x="577880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4"/>
            <p:cNvSpPr/>
            <p:nvPr/>
          </p:nvSpPr>
          <p:spPr>
            <a:xfrm>
              <a:off x="5923307" y="3599304"/>
              <a:ext cx="113345" cy="38411"/>
            </a:xfrm>
            <a:custGeom>
              <a:avLst/>
              <a:gdLst/>
              <a:ahLst/>
              <a:cxnLst/>
              <a:rect l="l" t="t" r="r" b="b"/>
              <a:pathLst>
                <a:path w="1921" h="651" extrusionOk="0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4"/>
            <p:cNvSpPr/>
            <p:nvPr/>
          </p:nvSpPr>
          <p:spPr>
            <a:xfrm>
              <a:off x="5920003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4"/>
            <p:cNvSpPr/>
            <p:nvPr/>
          </p:nvSpPr>
          <p:spPr>
            <a:xfrm>
              <a:off x="606344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4"/>
            <p:cNvSpPr/>
            <p:nvPr/>
          </p:nvSpPr>
          <p:spPr>
            <a:xfrm>
              <a:off x="6060136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4"/>
            <p:cNvSpPr/>
            <p:nvPr/>
          </p:nvSpPr>
          <p:spPr>
            <a:xfrm>
              <a:off x="6206818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4"/>
            <p:cNvSpPr/>
            <p:nvPr/>
          </p:nvSpPr>
          <p:spPr>
            <a:xfrm>
              <a:off x="6202982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4"/>
            <p:cNvSpPr/>
            <p:nvPr/>
          </p:nvSpPr>
          <p:spPr>
            <a:xfrm>
              <a:off x="6346419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4"/>
            <p:cNvSpPr/>
            <p:nvPr/>
          </p:nvSpPr>
          <p:spPr>
            <a:xfrm>
              <a:off x="6342584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4"/>
            <p:cNvSpPr/>
            <p:nvPr/>
          </p:nvSpPr>
          <p:spPr>
            <a:xfrm>
              <a:off x="649310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4"/>
            <p:cNvSpPr/>
            <p:nvPr/>
          </p:nvSpPr>
          <p:spPr>
            <a:xfrm>
              <a:off x="6489797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4"/>
            <p:cNvSpPr/>
            <p:nvPr/>
          </p:nvSpPr>
          <p:spPr>
            <a:xfrm>
              <a:off x="663264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4"/>
            <p:cNvSpPr/>
            <p:nvPr/>
          </p:nvSpPr>
          <p:spPr>
            <a:xfrm>
              <a:off x="6629399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4"/>
            <p:cNvSpPr/>
            <p:nvPr/>
          </p:nvSpPr>
          <p:spPr>
            <a:xfrm>
              <a:off x="5370447" y="2293916"/>
              <a:ext cx="907057" cy="792060"/>
            </a:xfrm>
            <a:custGeom>
              <a:avLst/>
              <a:gdLst/>
              <a:ahLst/>
              <a:cxnLst/>
              <a:rect l="l" t="t" r="r" b="b"/>
              <a:pathLst>
                <a:path w="15373" h="13424" extrusionOk="0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4"/>
            <p:cNvSpPr/>
            <p:nvPr/>
          </p:nvSpPr>
          <p:spPr>
            <a:xfrm>
              <a:off x="5367201" y="2290611"/>
              <a:ext cx="913606" cy="798668"/>
            </a:xfrm>
            <a:custGeom>
              <a:avLst/>
              <a:gdLst/>
              <a:ahLst/>
              <a:cxnLst/>
              <a:rect l="l" t="t" r="r" b="b"/>
              <a:pathLst>
                <a:path w="15484" h="13536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4"/>
            <p:cNvSpPr/>
            <p:nvPr/>
          </p:nvSpPr>
          <p:spPr>
            <a:xfrm>
              <a:off x="5370447" y="2293916"/>
              <a:ext cx="907057" cy="72279"/>
            </a:xfrm>
            <a:custGeom>
              <a:avLst/>
              <a:gdLst/>
              <a:ahLst/>
              <a:cxnLst/>
              <a:rect l="l" t="t" r="r" b="b"/>
              <a:pathLst>
                <a:path w="15373" h="1225" extrusionOk="0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4"/>
            <p:cNvSpPr/>
            <p:nvPr/>
          </p:nvSpPr>
          <p:spPr>
            <a:xfrm>
              <a:off x="5367201" y="2290611"/>
              <a:ext cx="913606" cy="78887"/>
            </a:xfrm>
            <a:custGeom>
              <a:avLst/>
              <a:gdLst/>
              <a:ahLst/>
              <a:cxnLst/>
              <a:rect l="l" t="t" r="r" b="b"/>
              <a:pathLst>
                <a:path w="15484" h="1337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4"/>
            <p:cNvSpPr/>
            <p:nvPr/>
          </p:nvSpPr>
          <p:spPr>
            <a:xfrm>
              <a:off x="5462433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4"/>
            <p:cNvSpPr/>
            <p:nvPr/>
          </p:nvSpPr>
          <p:spPr>
            <a:xfrm>
              <a:off x="55100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4"/>
            <p:cNvSpPr/>
            <p:nvPr/>
          </p:nvSpPr>
          <p:spPr>
            <a:xfrm>
              <a:off x="54153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4"/>
            <p:cNvSpPr/>
            <p:nvPr/>
          </p:nvSpPr>
          <p:spPr>
            <a:xfrm>
              <a:off x="5458597" y="2489275"/>
              <a:ext cx="556165" cy="7198"/>
            </a:xfrm>
            <a:custGeom>
              <a:avLst/>
              <a:gdLst/>
              <a:ahLst/>
              <a:cxnLst/>
              <a:rect l="l" t="t" r="r" b="b"/>
              <a:pathLst>
                <a:path w="9426" h="122" extrusionOk="0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4"/>
            <p:cNvSpPr/>
            <p:nvPr/>
          </p:nvSpPr>
          <p:spPr>
            <a:xfrm>
              <a:off x="5458597" y="2588932"/>
              <a:ext cx="199844" cy="7139"/>
            </a:xfrm>
            <a:custGeom>
              <a:avLst/>
              <a:gdLst/>
              <a:ahLst/>
              <a:cxnLst/>
              <a:rect l="l" t="t" r="r" b="b"/>
              <a:pathLst>
                <a:path w="338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4"/>
            <p:cNvSpPr/>
            <p:nvPr/>
          </p:nvSpPr>
          <p:spPr>
            <a:xfrm>
              <a:off x="5731192" y="2588932"/>
              <a:ext cx="240851" cy="7139"/>
            </a:xfrm>
            <a:custGeom>
              <a:avLst/>
              <a:gdLst/>
              <a:ahLst/>
              <a:cxnLst/>
              <a:rect l="l" t="t" r="r" b="b"/>
              <a:pathLst>
                <a:path w="408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4"/>
            <p:cNvSpPr/>
            <p:nvPr/>
          </p:nvSpPr>
          <p:spPr>
            <a:xfrm>
              <a:off x="5458597" y="2892150"/>
              <a:ext cx="359094" cy="6608"/>
            </a:xfrm>
            <a:custGeom>
              <a:avLst/>
              <a:gdLst/>
              <a:ahLst/>
              <a:cxnLst/>
              <a:rect l="l" t="t" r="r" b="b"/>
              <a:pathLst>
                <a:path w="6086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4"/>
            <p:cNvSpPr/>
            <p:nvPr/>
          </p:nvSpPr>
          <p:spPr>
            <a:xfrm>
              <a:off x="5458597" y="2694017"/>
              <a:ext cx="561121" cy="6608"/>
            </a:xfrm>
            <a:custGeom>
              <a:avLst/>
              <a:gdLst/>
              <a:ahLst/>
              <a:cxnLst/>
              <a:rect l="l" t="t" r="r" b="b"/>
              <a:pathLst>
                <a:path w="9510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4"/>
            <p:cNvSpPr/>
            <p:nvPr/>
          </p:nvSpPr>
          <p:spPr>
            <a:xfrm>
              <a:off x="5458597" y="2793614"/>
              <a:ext cx="182320" cy="7198"/>
            </a:xfrm>
            <a:custGeom>
              <a:avLst/>
              <a:gdLst/>
              <a:ahLst/>
              <a:cxnLst/>
              <a:rect l="l" t="t" r="r" b="b"/>
              <a:pathLst>
                <a:path w="3090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4"/>
            <p:cNvSpPr/>
            <p:nvPr/>
          </p:nvSpPr>
          <p:spPr>
            <a:xfrm>
              <a:off x="5688474" y="2793614"/>
              <a:ext cx="326288" cy="7198"/>
            </a:xfrm>
            <a:custGeom>
              <a:avLst/>
              <a:gdLst/>
              <a:ahLst/>
              <a:cxnLst/>
              <a:rect l="l" t="t" r="r" b="b"/>
              <a:pathLst>
                <a:path w="5530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4"/>
            <p:cNvSpPr/>
            <p:nvPr/>
          </p:nvSpPr>
          <p:spPr>
            <a:xfrm>
              <a:off x="6337628" y="2408264"/>
              <a:ext cx="409483" cy="672224"/>
            </a:xfrm>
            <a:custGeom>
              <a:avLst/>
              <a:gdLst/>
              <a:ahLst/>
              <a:cxnLst/>
              <a:rect l="l" t="t" r="r" b="b"/>
              <a:pathLst>
                <a:path w="6940" h="11393" extrusionOk="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4"/>
            <p:cNvSpPr/>
            <p:nvPr/>
          </p:nvSpPr>
          <p:spPr>
            <a:xfrm>
              <a:off x="6334383" y="2405019"/>
              <a:ext cx="416563" cy="678773"/>
            </a:xfrm>
            <a:custGeom>
              <a:avLst/>
              <a:gdLst/>
              <a:ahLst/>
              <a:cxnLst/>
              <a:rect l="l" t="t" r="r" b="b"/>
              <a:pathLst>
                <a:path w="7060" h="11504" extrusionOk="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4"/>
            <p:cNvSpPr/>
            <p:nvPr/>
          </p:nvSpPr>
          <p:spPr>
            <a:xfrm>
              <a:off x="6397280" y="2535829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4"/>
            <p:cNvSpPr/>
            <p:nvPr/>
          </p:nvSpPr>
          <p:spPr>
            <a:xfrm>
              <a:off x="6558772" y="2535829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4"/>
            <p:cNvSpPr/>
            <p:nvPr/>
          </p:nvSpPr>
          <p:spPr>
            <a:xfrm>
              <a:off x="6641967" y="2535829"/>
              <a:ext cx="48796" cy="7139"/>
            </a:xfrm>
            <a:custGeom>
              <a:avLst/>
              <a:gdLst/>
              <a:ahLst/>
              <a:cxnLst/>
              <a:rect l="l" t="t" r="r" b="b"/>
              <a:pathLst>
                <a:path w="82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4"/>
            <p:cNvSpPr/>
            <p:nvPr/>
          </p:nvSpPr>
          <p:spPr>
            <a:xfrm>
              <a:off x="6554937" y="2625042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4"/>
            <p:cNvSpPr/>
            <p:nvPr/>
          </p:nvSpPr>
          <p:spPr>
            <a:xfrm>
              <a:off x="6476108" y="2625042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4"/>
            <p:cNvSpPr/>
            <p:nvPr/>
          </p:nvSpPr>
          <p:spPr>
            <a:xfrm>
              <a:off x="6397280" y="2625042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4"/>
            <p:cNvSpPr/>
            <p:nvPr/>
          </p:nvSpPr>
          <p:spPr>
            <a:xfrm>
              <a:off x="6397280" y="2580140"/>
              <a:ext cx="73459" cy="6667"/>
            </a:xfrm>
            <a:custGeom>
              <a:avLst/>
              <a:gdLst/>
              <a:ahLst/>
              <a:cxnLst/>
              <a:rect l="l" t="t" r="r" b="b"/>
              <a:pathLst>
                <a:path w="1245" h="113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4"/>
            <p:cNvSpPr/>
            <p:nvPr/>
          </p:nvSpPr>
          <p:spPr>
            <a:xfrm>
              <a:off x="6491980" y="2580140"/>
              <a:ext cx="119954" cy="6667"/>
            </a:xfrm>
            <a:custGeom>
              <a:avLst/>
              <a:gdLst/>
              <a:ahLst/>
              <a:cxnLst/>
              <a:rect l="l" t="t" r="r" b="b"/>
              <a:pathLst>
                <a:path w="2033" h="113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4"/>
            <p:cNvSpPr/>
            <p:nvPr/>
          </p:nvSpPr>
          <p:spPr>
            <a:xfrm>
              <a:off x="6641967" y="2580140"/>
              <a:ext cx="48796" cy="6667"/>
            </a:xfrm>
            <a:custGeom>
              <a:avLst/>
              <a:gdLst/>
              <a:ahLst/>
              <a:cxnLst/>
              <a:rect l="l" t="t" r="r" b="b"/>
              <a:pathLst>
                <a:path w="827" h="113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4"/>
            <p:cNvSpPr/>
            <p:nvPr/>
          </p:nvSpPr>
          <p:spPr>
            <a:xfrm>
              <a:off x="6397280" y="2664456"/>
              <a:ext cx="135825" cy="7198"/>
            </a:xfrm>
            <a:custGeom>
              <a:avLst/>
              <a:gdLst/>
              <a:ahLst/>
              <a:cxnLst/>
              <a:rect l="l" t="t" r="r" b="b"/>
              <a:pathLst>
                <a:path w="2302" h="12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4"/>
            <p:cNvSpPr/>
            <p:nvPr/>
          </p:nvSpPr>
          <p:spPr>
            <a:xfrm>
              <a:off x="6558772" y="2664456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4"/>
            <p:cNvSpPr/>
            <p:nvPr/>
          </p:nvSpPr>
          <p:spPr>
            <a:xfrm>
              <a:off x="6397280" y="2806772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4"/>
            <p:cNvSpPr/>
            <p:nvPr/>
          </p:nvSpPr>
          <p:spPr>
            <a:xfrm>
              <a:off x="6558772" y="2806772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4"/>
            <p:cNvSpPr/>
            <p:nvPr/>
          </p:nvSpPr>
          <p:spPr>
            <a:xfrm>
              <a:off x="6641967" y="266445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4"/>
            <p:cNvSpPr/>
            <p:nvPr/>
          </p:nvSpPr>
          <p:spPr>
            <a:xfrm>
              <a:off x="6554937" y="2753669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6476108" y="2753669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6397280" y="2753669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6476108" y="2854919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4"/>
            <p:cNvSpPr/>
            <p:nvPr/>
          </p:nvSpPr>
          <p:spPr>
            <a:xfrm>
              <a:off x="6397280" y="2854919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6397280" y="2708236"/>
              <a:ext cx="73459" cy="7198"/>
            </a:xfrm>
            <a:custGeom>
              <a:avLst/>
              <a:gdLst/>
              <a:ahLst/>
              <a:cxnLst/>
              <a:rect l="l" t="t" r="r" b="b"/>
              <a:pathLst>
                <a:path w="1245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4"/>
            <p:cNvSpPr/>
            <p:nvPr/>
          </p:nvSpPr>
          <p:spPr>
            <a:xfrm>
              <a:off x="6491980" y="2708236"/>
              <a:ext cx="119954" cy="7198"/>
            </a:xfrm>
            <a:custGeom>
              <a:avLst/>
              <a:gdLst/>
              <a:ahLst/>
              <a:cxnLst/>
              <a:rect l="l" t="t" r="r" b="b"/>
              <a:pathLst>
                <a:path w="2033" h="122" extrusionOk="0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4"/>
            <p:cNvSpPr/>
            <p:nvPr/>
          </p:nvSpPr>
          <p:spPr>
            <a:xfrm>
              <a:off x="6641967" y="270823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4"/>
            <p:cNvSpPr/>
            <p:nvPr/>
          </p:nvSpPr>
          <p:spPr>
            <a:xfrm>
              <a:off x="6396218" y="2902534"/>
              <a:ext cx="119895" cy="6667"/>
            </a:xfrm>
            <a:custGeom>
              <a:avLst/>
              <a:gdLst/>
              <a:ahLst/>
              <a:cxnLst/>
              <a:rect l="l" t="t" r="r" b="b"/>
              <a:pathLst>
                <a:path w="2032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6396218" y="2946905"/>
              <a:ext cx="49327" cy="6608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5656730" y="2411037"/>
              <a:ext cx="707803" cy="605963"/>
            </a:xfrm>
            <a:custGeom>
              <a:avLst/>
              <a:gdLst/>
              <a:ahLst/>
              <a:cxnLst/>
              <a:rect l="l" t="t" r="r" b="b"/>
              <a:pathLst>
                <a:path w="11996" h="10270" extrusionOk="0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5695023" y="2385312"/>
              <a:ext cx="707272" cy="605432"/>
            </a:xfrm>
            <a:custGeom>
              <a:avLst/>
              <a:gdLst/>
              <a:ahLst/>
              <a:cxnLst/>
              <a:rect l="l" t="t" r="r" b="b"/>
              <a:pathLst>
                <a:path w="11987" h="10261" extrusionOk="0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5691778" y="2382007"/>
              <a:ext cx="714352" cy="611982"/>
            </a:xfrm>
            <a:custGeom>
              <a:avLst/>
              <a:gdLst/>
              <a:ahLst/>
              <a:cxnLst/>
              <a:rect l="l" t="t" r="r" b="b"/>
              <a:pathLst>
                <a:path w="12107" h="10372" extrusionOk="0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4"/>
            <p:cNvSpPr/>
            <p:nvPr/>
          </p:nvSpPr>
          <p:spPr>
            <a:xfrm>
              <a:off x="5647408" y="1634318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4"/>
            <p:cNvSpPr/>
            <p:nvPr/>
          </p:nvSpPr>
          <p:spPr>
            <a:xfrm>
              <a:off x="5644163" y="1630483"/>
              <a:ext cx="791529" cy="112283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4"/>
            <p:cNvSpPr/>
            <p:nvPr/>
          </p:nvSpPr>
          <p:spPr>
            <a:xfrm>
              <a:off x="5783174" y="1797993"/>
              <a:ext cx="513505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4"/>
            <p:cNvSpPr/>
            <p:nvPr/>
          </p:nvSpPr>
          <p:spPr>
            <a:xfrm>
              <a:off x="5779870" y="1794689"/>
              <a:ext cx="520055" cy="67972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4"/>
            <p:cNvSpPr/>
            <p:nvPr/>
          </p:nvSpPr>
          <p:spPr>
            <a:xfrm>
              <a:off x="5918351" y="1908565"/>
              <a:ext cx="243093" cy="75052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4"/>
            <p:cNvSpPr/>
            <p:nvPr/>
          </p:nvSpPr>
          <p:spPr>
            <a:xfrm>
              <a:off x="5915106" y="1904730"/>
              <a:ext cx="249643" cy="82133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4"/>
            <p:cNvSpPr/>
            <p:nvPr/>
          </p:nvSpPr>
          <p:spPr>
            <a:xfrm>
              <a:off x="5656199" y="1614611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4"/>
            <p:cNvSpPr/>
            <p:nvPr/>
          </p:nvSpPr>
          <p:spPr>
            <a:xfrm>
              <a:off x="5652895" y="1611366"/>
              <a:ext cx="792119" cy="112224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4"/>
            <p:cNvSpPr/>
            <p:nvPr/>
          </p:nvSpPr>
          <p:spPr>
            <a:xfrm>
              <a:off x="5742698" y="1644172"/>
              <a:ext cx="607615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4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4"/>
            <p:cNvSpPr/>
            <p:nvPr/>
          </p:nvSpPr>
          <p:spPr>
            <a:xfrm>
              <a:off x="5788662" y="1775572"/>
              <a:ext cx="520055" cy="67913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4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4"/>
            <p:cNvSpPr/>
            <p:nvPr/>
          </p:nvSpPr>
          <p:spPr>
            <a:xfrm>
              <a:off x="5953399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4"/>
            <p:cNvSpPr/>
            <p:nvPr/>
          </p:nvSpPr>
          <p:spPr>
            <a:xfrm>
              <a:off x="6006502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4"/>
            <p:cNvSpPr/>
            <p:nvPr/>
          </p:nvSpPr>
          <p:spPr>
            <a:xfrm>
              <a:off x="6063440" y="1795810"/>
              <a:ext cx="27378" cy="27437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4"/>
            <p:cNvSpPr/>
            <p:nvPr/>
          </p:nvSpPr>
          <p:spPr>
            <a:xfrm>
              <a:off x="6118136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4"/>
            <p:cNvSpPr/>
            <p:nvPr/>
          </p:nvSpPr>
          <p:spPr>
            <a:xfrm>
              <a:off x="6175074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4"/>
            <p:cNvSpPr/>
            <p:nvPr/>
          </p:nvSpPr>
          <p:spPr>
            <a:xfrm>
              <a:off x="5860882" y="1237521"/>
              <a:ext cx="328471" cy="329002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4"/>
            <p:cNvSpPr/>
            <p:nvPr/>
          </p:nvSpPr>
          <p:spPr>
            <a:xfrm>
              <a:off x="5857046" y="1234217"/>
              <a:ext cx="335610" cy="335610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4"/>
            <p:cNvSpPr/>
            <p:nvPr/>
          </p:nvSpPr>
          <p:spPr>
            <a:xfrm>
              <a:off x="5884424" y="1216693"/>
              <a:ext cx="329002" cy="329002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4"/>
            <p:cNvSpPr/>
            <p:nvPr/>
          </p:nvSpPr>
          <p:spPr>
            <a:xfrm>
              <a:off x="5881179" y="1213448"/>
              <a:ext cx="335551" cy="335551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4"/>
            <p:cNvSpPr/>
            <p:nvPr/>
          </p:nvSpPr>
          <p:spPr>
            <a:xfrm>
              <a:off x="5975820" y="1391284"/>
              <a:ext cx="146210" cy="73105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4"/>
            <p:cNvSpPr/>
            <p:nvPr/>
          </p:nvSpPr>
          <p:spPr>
            <a:xfrm>
              <a:off x="5972575" y="1387508"/>
              <a:ext cx="152759" cy="80480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4"/>
            <p:cNvSpPr/>
            <p:nvPr/>
          </p:nvSpPr>
          <p:spPr>
            <a:xfrm>
              <a:off x="6007564" y="1298236"/>
              <a:ext cx="83254" cy="82723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4"/>
            <p:cNvSpPr/>
            <p:nvPr/>
          </p:nvSpPr>
          <p:spPr>
            <a:xfrm>
              <a:off x="6004318" y="1294401"/>
              <a:ext cx="89803" cy="89862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5927673" y="1888858"/>
              <a:ext cx="242562" cy="75583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4"/>
            <p:cNvSpPr/>
            <p:nvPr/>
          </p:nvSpPr>
          <p:spPr>
            <a:xfrm>
              <a:off x="5924369" y="1885554"/>
              <a:ext cx="249112" cy="82192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4"/>
            <p:cNvSpPr/>
            <p:nvPr/>
          </p:nvSpPr>
          <p:spPr>
            <a:xfrm>
              <a:off x="5808369" y="2463550"/>
              <a:ext cx="490494" cy="488842"/>
            </a:xfrm>
            <a:custGeom>
              <a:avLst/>
              <a:gdLst/>
              <a:ahLst/>
              <a:cxnLst/>
              <a:rect l="l" t="t" r="r" b="b"/>
              <a:pathLst>
                <a:path w="8313" h="8285" extrusionOk="0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4"/>
            <p:cNvSpPr/>
            <p:nvPr/>
          </p:nvSpPr>
          <p:spPr>
            <a:xfrm>
              <a:off x="5807248" y="2460305"/>
              <a:ext cx="492677" cy="495922"/>
            </a:xfrm>
            <a:custGeom>
              <a:avLst/>
              <a:gdLst/>
              <a:ahLst/>
              <a:cxnLst/>
              <a:rect l="l" t="t" r="r" b="b"/>
              <a:pathLst>
                <a:path w="8350" h="8405" extrusionOk="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4"/>
            <p:cNvSpPr/>
            <p:nvPr/>
          </p:nvSpPr>
          <p:spPr>
            <a:xfrm>
              <a:off x="5808369" y="2421422"/>
              <a:ext cx="490494" cy="489373"/>
            </a:xfrm>
            <a:custGeom>
              <a:avLst/>
              <a:gdLst/>
              <a:ahLst/>
              <a:cxnLst/>
              <a:rect l="l" t="t" r="r" b="b"/>
              <a:pathLst>
                <a:path w="8313" h="8294" extrusionOk="0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4"/>
            <p:cNvSpPr/>
            <p:nvPr/>
          </p:nvSpPr>
          <p:spPr>
            <a:xfrm>
              <a:off x="5807248" y="2418117"/>
              <a:ext cx="492677" cy="495981"/>
            </a:xfrm>
            <a:custGeom>
              <a:avLst/>
              <a:gdLst/>
              <a:ahLst/>
              <a:cxnLst/>
              <a:rect l="l" t="t" r="r" b="b"/>
              <a:pathLst>
                <a:path w="8350" h="8406" extrusionOk="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0" name="Google Shape;1020;p24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021" name="Google Shape;1021;p24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430" extrusionOk="0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541" extrusionOk="0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2385" extrusionOk="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2497" extrusionOk="0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105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agrama de flujo: conector 9">
            <a:extLst>
              <a:ext uri="{FF2B5EF4-FFF2-40B4-BE49-F238E27FC236}">
                <a16:creationId xmlns:a16="http://schemas.microsoft.com/office/drawing/2014/main" id="{CD671D52-CB0A-2694-924E-88D96DDB0A1C}"/>
              </a:ext>
            </a:extLst>
          </p:cNvPr>
          <p:cNvSpPr/>
          <p:nvPr/>
        </p:nvSpPr>
        <p:spPr>
          <a:xfrm>
            <a:off x="3902541" y="2696216"/>
            <a:ext cx="684746" cy="66435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A7133B79-BF0F-94F8-33A0-CDF5B5ED5820}"/>
              </a:ext>
            </a:extLst>
          </p:cNvPr>
          <p:cNvSpPr/>
          <p:nvPr/>
        </p:nvSpPr>
        <p:spPr>
          <a:xfrm>
            <a:off x="1744574" y="2699782"/>
            <a:ext cx="684746" cy="66435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B70CE28D-2F92-B650-0C45-992648C1886A}"/>
              </a:ext>
            </a:extLst>
          </p:cNvPr>
          <p:cNvSpPr/>
          <p:nvPr/>
        </p:nvSpPr>
        <p:spPr>
          <a:xfrm>
            <a:off x="4718935" y="1172768"/>
            <a:ext cx="684746" cy="66435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89DCF124-4C4D-F152-6B6F-580CDDE74B51}"/>
              </a:ext>
            </a:extLst>
          </p:cNvPr>
          <p:cNvSpPr/>
          <p:nvPr/>
        </p:nvSpPr>
        <p:spPr>
          <a:xfrm>
            <a:off x="2727945" y="1191803"/>
            <a:ext cx="684746" cy="66435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Diagrama de flujo: conector 5">
            <a:hlinkClick r:id="rId3" action="ppaction://hlinksldjump"/>
            <a:extLst>
              <a:ext uri="{FF2B5EF4-FFF2-40B4-BE49-F238E27FC236}">
                <a16:creationId xmlns:a16="http://schemas.microsoft.com/office/drawing/2014/main" id="{EC0CE150-2CD4-ECB7-A00C-A8C53FB0EB4A}"/>
              </a:ext>
            </a:extLst>
          </p:cNvPr>
          <p:cNvSpPr/>
          <p:nvPr/>
        </p:nvSpPr>
        <p:spPr>
          <a:xfrm>
            <a:off x="715317" y="1170372"/>
            <a:ext cx="684746" cy="66435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71" name="Google Shape;1071;p26"/>
          <p:cNvSpPr txBox="1">
            <a:spLocks noGrp="1"/>
          </p:cNvSpPr>
          <p:nvPr>
            <p:ph type="title" idx="15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Contenidos</a:t>
            </a:r>
            <a:endParaRPr dirty="0"/>
          </a:p>
        </p:txBody>
      </p:sp>
      <p:sp>
        <p:nvSpPr>
          <p:cNvPr id="1072" name="Google Shape;1072;p26"/>
          <p:cNvSpPr txBox="1">
            <a:spLocks noGrp="1"/>
          </p:cNvSpPr>
          <p:nvPr>
            <p:ph type="title"/>
          </p:nvPr>
        </p:nvSpPr>
        <p:spPr>
          <a:xfrm>
            <a:off x="721729" y="1199884"/>
            <a:ext cx="696056" cy="6216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linkClick r:id="rId3" action="ppaction://hlinksldjump"/>
              </a:rPr>
              <a:t>01</a:t>
            </a:r>
            <a:endParaRPr dirty="0"/>
          </a:p>
        </p:txBody>
      </p:sp>
      <p:sp>
        <p:nvSpPr>
          <p:cNvPr id="1073" name="Google Shape;1073;p26"/>
          <p:cNvSpPr txBox="1">
            <a:spLocks noGrp="1"/>
          </p:cNvSpPr>
          <p:nvPr>
            <p:ph type="title" idx="2"/>
          </p:nvPr>
        </p:nvSpPr>
        <p:spPr>
          <a:xfrm>
            <a:off x="1720089" y="2692193"/>
            <a:ext cx="761700" cy="6676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linkClick r:id="rId4" action="ppaction://hlinksldjump"/>
              </a:rPr>
              <a:t>04</a:t>
            </a:r>
            <a:endParaRPr dirty="0"/>
          </a:p>
        </p:txBody>
      </p:sp>
      <p:sp>
        <p:nvSpPr>
          <p:cNvPr id="1074" name="Google Shape;1074;p26"/>
          <p:cNvSpPr txBox="1">
            <a:spLocks noGrp="1"/>
          </p:cNvSpPr>
          <p:nvPr>
            <p:ph type="title" idx="3"/>
          </p:nvPr>
        </p:nvSpPr>
        <p:spPr>
          <a:xfrm>
            <a:off x="2709178" y="1194686"/>
            <a:ext cx="761700" cy="65758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linkClick r:id="rId5" action="ppaction://hlinksldjump"/>
              </a:rPr>
              <a:t>02</a:t>
            </a:r>
            <a:endParaRPr dirty="0"/>
          </a:p>
        </p:txBody>
      </p:sp>
      <p:sp>
        <p:nvSpPr>
          <p:cNvPr id="1075" name="Google Shape;1075;p26"/>
          <p:cNvSpPr txBox="1">
            <a:spLocks noGrp="1"/>
          </p:cNvSpPr>
          <p:nvPr>
            <p:ph type="title" idx="4"/>
          </p:nvPr>
        </p:nvSpPr>
        <p:spPr>
          <a:xfrm>
            <a:off x="3870066" y="2699782"/>
            <a:ext cx="761700" cy="6833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linkClick r:id="rId6" action="ppaction://hlinksldjump"/>
              </a:rPr>
              <a:t>05</a:t>
            </a:r>
            <a:endParaRPr dirty="0"/>
          </a:p>
        </p:txBody>
      </p:sp>
      <p:sp>
        <p:nvSpPr>
          <p:cNvPr id="1076" name="Google Shape;1076;p26"/>
          <p:cNvSpPr txBox="1">
            <a:spLocks noGrp="1"/>
          </p:cNvSpPr>
          <p:nvPr>
            <p:ph type="title" idx="5"/>
          </p:nvPr>
        </p:nvSpPr>
        <p:spPr>
          <a:xfrm>
            <a:off x="4698355" y="1170372"/>
            <a:ext cx="761700" cy="6819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linkClick r:id="rId7" action="ppaction://hlinksldjump"/>
              </a:rPr>
              <a:t>03</a:t>
            </a:r>
            <a:endParaRPr dirty="0"/>
          </a:p>
        </p:txBody>
      </p:sp>
      <p:sp>
        <p:nvSpPr>
          <p:cNvPr id="1078" name="Google Shape;1078;p26"/>
          <p:cNvSpPr txBox="1">
            <a:spLocks noGrp="1"/>
          </p:cNvSpPr>
          <p:nvPr>
            <p:ph type="subTitle" idx="1"/>
          </p:nvPr>
        </p:nvSpPr>
        <p:spPr>
          <a:xfrm>
            <a:off x="720000" y="1852268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Solicitud del cliente</a:t>
            </a:r>
            <a:endParaRPr dirty="0"/>
          </a:p>
        </p:txBody>
      </p:sp>
      <p:sp>
        <p:nvSpPr>
          <p:cNvPr id="1079" name="Google Shape;1079;p26"/>
          <p:cNvSpPr txBox="1">
            <a:spLocks noGrp="1"/>
          </p:cNvSpPr>
          <p:nvPr>
            <p:ph type="subTitle" idx="7"/>
          </p:nvPr>
        </p:nvSpPr>
        <p:spPr>
          <a:xfrm>
            <a:off x="2750918" y="1943895"/>
            <a:ext cx="1593900" cy="6241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Diseño</a:t>
            </a:r>
            <a:endParaRPr dirty="0"/>
          </a:p>
        </p:txBody>
      </p:sp>
      <p:sp>
        <p:nvSpPr>
          <p:cNvPr id="1080" name="Google Shape;1080;p26"/>
          <p:cNvSpPr txBox="1">
            <a:spLocks noGrp="1"/>
          </p:cNvSpPr>
          <p:nvPr>
            <p:ph type="subTitle" idx="8"/>
          </p:nvPr>
        </p:nvSpPr>
        <p:spPr>
          <a:xfrm>
            <a:off x="4698354" y="1852268"/>
            <a:ext cx="2000929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Visualización en pagina</a:t>
            </a:r>
            <a:endParaRPr dirty="0"/>
          </a:p>
        </p:txBody>
      </p:sp>
      <p:sp>
        <p:nvSpPr>
          <p:cNvPr id="1081" name="Google Shape;1081;p26"/>
          <p:cNvSpPr txBox="1">
            <a:spLocks noGrp="1"/>
          </p:cNvSpPr>
          <p:nvPr>
            <p:ph type="subTitle" idx="9"/>
          </p:nvPr>
        </p:nvSpPr>
        <p:spPr>
          <a:xfrm>
            <a:off x="1735434" y="3317296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Código del sistema</a:t>
            </a:r>
            <a:endParaRPr dirty="0"/>
          </a:p>
        </p:txBody>
      </p:sp>
      <p:sp>
        <p:nvSpPr>
          <p:cNvPr id="1082" name="Google Shape;1082;p26"/>
          <p:cNvSpPr txBox="1">
            <a:spLocks noGrp="1"/>
          </p:cNvSpPr>
          <p:nvPr>
            <p:ph type="subTitle" idx="13"/>
          </p:nvPr>
        </p:nvSpPr>
        <p:spPr>
          <a:xfrm>
            <a:off x="3923675" y="3292782"/>
            <a:ext cx="1593900" cy="7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Diagrama de flujo</a:t>
            </a:r>
            <a:endParaRPr dirty="0"/>
          </a:p>
        </p:txBody>
      </p:sp>
      <p:grpSp>
        <p:nvGrpSpPr>
          <p:cNvPr id="1084" name="Google Shape;1084;p26"/>
          <p:cNvGrpSpPr/>
          <p:nvPr/>
        </p:nvGrpSpPr>
        <p:grpSpPr>
          <a:xfrm>
            <a:off x="6444695" y="1114373"/>
            <a:ext cx="1986215" cy="3269968"/>
            <a:chOff x="6934075" y="1778325"/>
            <a:chExt cx="689275" cy="1134775"/>
          </a:xfrm>
        </p:grpSpPr>
        <p:sp>
          <p:nvSpPr>
            <p:cNvPr id="1085" name="Google Shape;1085;p26"/>
            <p:cNvSpPr/>
            <p:nvPr/>
          </p:nvSpPr>
          <p:spPr>
            <a:xfrm>
              <a:off x="7486500" y="2665625"/>
              <a:ext cx="136850" cy="66125"/>
            </a:xfrm>
            <a:custGeom>
              <a:avLst/>
              <a:gdLst/>
              <a:ahLst/>
              <a:cxnLst/>
              <a:rect l="l" t="t" r="r" b="b"/>
              <a:pathLst>
                <a:path w="5474" h="2645" extrusionOk="0">
                  <a:moveTo>
                    <a:pt x="5418" y="1"/>
                  </a:moveTo>
                  <a:cubicBezTo>
                    <a:pt x="5390" y="1"/>
                    <a:pt x="5363" y="28"/>
                    <a:pt x="5363" y="56"/>
                  </a:cubicBezTo>
                  <a:lnTo>
                    <a:pt x="5363" y="520"/>
                  </a:lnTo>
                  <a:cubicBezTo>
                    <a:pt x="5363" y="557"/>
                    <a:pt x="5390" y="576"/>
                    <a:pt x="5418" y="576"/>
                  </a:cubicBezTo>
                  <a:cubicBezTo>
                    <a:pt x="5446" y="576"/>
                    <a:pt x="5474" y="557"/>
                    <a:pt x="5474" y="520"/>
                  </a:cubicBezTo>
                  <a:lnTo>
                    <a:pt x="5474" y="56"/>
                  </a:lnTo>
                  <a:cubicBezTo>
                    <a:pt x="5474" y="28"/>
                    <a:pt x="5455" y="1"/>
                    <a:pt x="5418" y="1"/>
                  </a:cubicBezTo>
                  <a:close/>
                  <a:moveTo>
                    <a:pt x="5418" y="928"/>
                  </a:moveTo>
                  <a:cubicBezTo>
                    <a:pt x="5390" y="928"/>
                    <a:pt x="5363" y="956"/>
                    <a:pt x="5363" y="984"/>
                  </a:cubicBezTo>
                  <a:lnTo>
                    <a:pt x="5363" y="1448"/>
                  </a:lnTo>
                  <a:cubicBezTo>
                    <a:pt x="5363" y="1485"/>
                    <a:pt x="5390" y="1503"/>
                    <a:pt x="5418" y="1503"/>
                  </a:cubicBezTo>
                  <a:cubicBezTo>
                    <a:pt x="5446" y="1503"/>
                    <a:pt x="5474" y="1485"/>
                    <a:pt x="5474" y="1448"/>
                  </a:cubicBezTo>
                  <a:lnTo>
                    <a:pt x="5474" y="984"/>
                  </a:lnTo>
                  <a:cubicBezTo>
                    <a:pt x="5474" y="956"/>
                    <a:pt x="5455" y="928"/>
                    <a:pt x="5418" y="928"/>
                  </a:cubicBezTo>
                  <a:close/>
                  <a:moveTo>
                    <a:pt x="5418" y="1856"/>
                  </a:moveTo>
                  <a:cubicBezTo>
                    <a:pt x="5390" y="1856"/>
                    <a:pt x="5363" y="1884"/>
                    <a:pt x="5363" y="1912"/>
                  </a:cubicBezTo>
                  <a:lnTo>
                    <a:pt x="5363" y="2375"/>
                  </a:lnTo>
                  <a:cubicBezTo>
                    <a:pt x="5363" y="2413"/>
                    <a:pt x="5390" y="2431"/>
                    <a:pt x="5418" y="2431"/>
                  </a:cubicBezTo>
                  <a:cubicBezTo>
                    <a:pt x="5446" y="2431"/>
                    <a:pt x="5474" y="2413"/>
                    <a:pt x="5474" y="2375"/>
                  </a:cubicBezTo>
                  <a:lnTo>
                    <a:pt x="5474" y="1912"/>
                  </a:lnTo>
                  <a:cubicBezTo>
                    <a:pt x="5474" y="1884"/>
                    <a:pt x="5455" y="1856"/>
                    <a:pt x="5418" y="1856"/>
                  </a:cubicBezTo>
                  <a:close/>
                  <a:moveTo>
                    <a:pt x="56" y="2524"/>
                  </a:moveTo>
                  <a:cubicBezTo>
                    <a:pt x="28" y="2524"/>
                    <a:pt x="1" y="2552"/>
                    <a:pt x="1" y="2589"/>
                  </a:cubicBezTo>
                  <a:cubicBezTo>
                    <a:pt x="1" y="2617"/>
                    <a:pt x="28" y="2644"/>
                    <a:pt x="56" y="2644"/>
                  </a:cubicBezTo>
                  <a:lnTo>
                    <a:pt x="520" y="2644"/>
                  </a:lnTo>
                  <a:cubicBezTo>
                    <a:pt x="557" y="2644"/>
                    <a:pt x="585" y="2617"/>
                    <a:pt x="585" y="2589"/>
                  </a:cubicBezTo>
                  <a:cubicBezTo>
                    <a:pt x="585" y="2552"/>
                    <a:pt x="557" y="2524"/>
                    <a:pt x="520" y="2524"/>
                  </a:cubicBezTo>
                  <a:close/>
                  <a:moveTo>
                    <a:pt x="984" y="2524"/>
                  </a:moveTo>
                  <a:cubicBezTo>
                    <a:pt x="956" y="2524"/>
                    <a:pt x="928" y="2552"/>
                    <a:pt x="928" y="2589"/>
                  </a:cubicBezTo>
                  <a:cubicBezTo>
                    <a:pt x="928" y="2617"/>
                    <a:pt x="956" y="2644"/>
                    <a:pt x="984" y="2644"/>
                  </a:cubicBezTo>
                  <a:lnTo>
                    <a:pt x="1448" y="2644"/>
                  </a:lnTo>
                  <a:cubicBezTo>
                    <a:pt x="1485" y="2644"/>
                    <a:pt x="1513" y="2617"/>
                    <a:pt x="1513" y="2589"/>
                  </a:cubicBezTo>
                  <a:cubicBezTo>
                    <a:pt x="1513" y="2552"/>
                    <a:pt x="1485" y="2524"/>
                    <a:pt x="1448" y="2524"/>
                  </a:cubicBezTo>
                  <a:close/>
                  <a:moveTo>
                    <a:pt x="1912" y="2524"/>
                  </a:moveTo>
                  <a:cubicBezTo>
                    <a:pt x="1884" y="2524"/>
                    <a:pt x="1856" y="2552"/>
                    <a:pt x="1856" y="2589"/>
                  </a:cubicBezTo>
                  <a:cubicBezTo>
                    <a:pt x="1856" y="2617"/>
                    <a:pt x="1884" y="2644"/>
                    <a:pt x="1912" y="2644"/>
                  </a:cubicBezTo>
                  <a:lnTo>
                    <a:pt x="2375" y="2644"/>
                  </a:lnTo>
                  <a:cubicBezTo>
                    <a:pt x="2413" y="2644"/>
                    <a:pt x="2440" y="2617"/>
                    <a:pt x="2440" y="2589"/>
                  </a:cubicBezTo>
                  <a:cubicBezTo>
                    <a:pt x="2440" y="2552"/>
                    <a:pt x="2413" y="2524"/>
                    <a:pt x="2375" y="2524"/>
                  </a:cubicBezTo>
                  <a:close/>
                  <a:moveTo>
                    <a:pt x="2839" y="2524"/>
                  </a:moveTo>
                  <a:cubicBezTo>
                    <a:pt x="2812" y="2524"/>
                    <a:pt x="2784" y="2552"/>
                    <a:pt x="2784" y="2589"/>
                  </a:cubicBezTo>
                  <a:cubicBezTo>
                    <a:pt x="2784" y="2617"/>
                    <a:pt x="2812" y="2644"/>
                    <a:pt x="2839" y="2644"/>
                  </a:cubicBezTo>
                  <a:lnTo>
                    <a:pt x="3303" y="2644"/>
                  </a:lnTo>
                  <a:cubicBezTo>
                    <a:pt x="3340" y="2644"/>
                    <a:pt x="3368" y="2617"/>
                    <a:pt x="3368" y="2589"/>
                  </a:cubicBezTo>
                  <a:cubicBezTo>
                    <a:pt x="3368" y="2552"/>
                    <a:pt x="3340" y="2524"/>
                    <a:pt x="3303" y="2524"/>
                  </a:cubicBezTo>
                  <a:close/>
                  <a:moveTo>
                    <a:pt x="3767" y="2524"/>
                  </a:moveTo>
                  <a:cubicBezTo>
                    <a:pt x="3739" y="2524"/>
                    <a:pt x="3711" y="2552"/>
                    <a:pt x="3711" y="2589"/>
                  </a:cubicBezTo>
                  <a:cubicBezTo>
                    <a:pt x="3711" y="2617"/>
                    <a:pt x="3739" y="2644"/>
                    <a:pt x="3767" y="2644"/>
                  </a:cubicBezTo>
                  <a:lnTo>
                    <a:pt x="4231" y="2644"/>
                  </a:lnTo>
                  <a:cubicBezTo>
                    <a:pt x="4268" y="2644"/>
                    <a:pt x="4296" y="2617"/>
                    <a:pt x="4296" y="2589"/>
                  </a:cubicBezTo>
                  <a:cubicBezTo>
                    <a:pt x="4296" y="2552"/>
                    <a:pt x="4268" y="2524"/>
                    <a:pt x="4231" y="2524"/>
                  </a:cubicBezTo>
                  <a:close/>
                  <a:moveTo>
                    <a:pt x="4695" y="2524"/>
                  </a:moveTo>
                  <a:cubicBezTo>
                    <a:pt x="4667" y="2524"/>
                    <a:pt x="4639" y="2552"/>
                    <a:pt x="4639" y="2589"/>
                  </a:cubicBezTo>
                  <a:cubicBezTo>
                    <a:pt x="4639" y="2617"/>
                    <a:pt x="4667" y="2644"/>
                    <a:pt x="4695" y="2644"/>
                  </a:cubicBezTo>
                  <a:lnTo>
                    <a:pt x="5159" y="2644"/>
                  </a:lnTo>
                  <a:cubicBezTo>
                    <a:pt x="5196" y="2644"/>
                    <a:pt x="5223" y="2617"/>
                    <a:pt x="5223" y="2589"/>
                  </a:cubicBezTo>
                  <a:cubicBezTo>
                    <a:pt x="5223" y="2552"/>
                    <a:pt x="5196" y="2524"/>
                    <a:pt x="5159" y="25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6"/>
            <p:cNvSpPr/>
            <p:nvPr/>
          </p:nvSpPr>
          <p:spPr>
            <a:xfrm>
              <a:off x="7313500" y="2548975"/>
              <a:ext cx="85375" cy="41525"/>
            </a:xfrm>
            <a:custGeom>
              <a:avLst/>
              <a:gdLst/>
              <a:ahLst/>
              <a:cxnLst/>
              <a:rect l="l" t="t" r="r" b="b"/>
              <a:pathLst>
                <a:path w="3415" h="1661" extrusionOk="0">
                  <a:moveTo>
                    <a:pt x="3358" y="0"/>
                  </a:moveTo>
                  <a:cubicBezTo>
                    <a:pt x="3321" y="0"/>
                    <a:pt x="3293" y="28"/>
                    <a:pt x="3293" y="65"/>
                  </a:cubicBezTo>
                  <a:lnTo>
                    <a:pt x="3293" y="260"/>
                  </a:lnTo>
                  <a:cubicBezTo>
                    <a:pt x="3293" y="297"/>
                    <a:pt x="3321" y="316"/>
                    <a:pt x="3358" y="316"/>
                  </a:cubicBezTo>
                  <a:cubicBezTo>
                    <a:pt x="3386" y="316"/>
                    <a:pt x="3414" y="297"/>
                    <a:pt x="3414" y="260"/>
                  </a:cubicBezTo>
                  <a:lnTo>
                    <a:pt x="3414" y="65"/>
                  </a:lnTo>
                  <a:cubicBezTo>
                    <a:pt x="3414" y="28"/>
                    <a:pt x="3386" y="0"/>
                    <a:pt x="3358" y="0"/>
                  </a:cubicBezTo>
                  <a:close/>
                  <a:moveTo>
                    <a:pt x="56" y="613"/>
                  </a:moveTo>
                  <a:cubicBezTo>
                    <a:pt x="28" y="613"/>
                    <a:pt x="0" y="641"/>
                    <a:pt x="0" y="668"/>
                  </a:cubicBezTo>
                  <a:lnTo>
                    <a:pt x="0" y="678"/>
                  </a:lnTo>
                  <a:cubicBezTo>
                    <a:pt x="0" y="706"/>
                    <a:pt x="28" y="733"/>
                    <a:pt x="56" y="733"/>
                  </a:cubicBezTo>
                  <a:lnTo>
                    <a:pt x="520" y="733"/>
                  </a:lnTo>
                  <a:cubicBezTo>
                    <a:pt x="548" y="733"/>
                    <a:pt x="575" y="706"/>
                    <a:pt x="575" y="668"/>
                  </a:cubicBezTo>
                  <a:cubicBezTo>
                    <a:pt x="575" y="641"/>
                    <a:pt x="548" y="613"/>
                    <a:pt x="520" y="613"/>
                  </a:cubicBezTo>
                  <a:close/>
                  <a:moveTo>
                    <a:pt x="984" y="613"/>
                  </a:moveTo>
                  <a:cubicBezTo>
                    <a:pt x="946" y="613"/>
                    <a:pt x="928" y="641"/>
                    <a:pt x="928" y="668"/>
                  </a:cubicBezTo>
                  <a:cubicBezTo>
                    <a:pt x="928" y="706"/>
                    <a:pt x="946" y="733"/>
                    <a:pt x="984" y="733"/>
                  </a:cubicBezTo>
                  <a:lnTo>
                    <a:pt x="1447" y="733"/>
                  </a:lnTo>
                  <a:cubicBezTo>
                    <a:pt x="1475" y="733"/>
                    <a:pt x="1503" y="706"/>
                    <a:pt x="1503" y="668"/>
                  </a:cubicBezTo>
                  <a:cubicBezTo>
                    <a:pt x="1503" y="641"/>
                    <a:pt x="1475" y="613"/>
                    <a:pt x="1447" y="613"/>
                  </a:cubicBezTo>
                  <a:close/>
                  <a:moveTo>
                    <a:pt x="1911" y="613"/>
                  </a:moveTo>
                  <a:cubicBezTo>
                    <a:pt x="1874" y="613"/>
                    <a:pt x="1856" y="641"/>
                    <a:pt x="1856" y="668"/>
                  </a:cubicBezTo>
                  <a:cubicBezTo>
                    <a:pt x="1856" y="706"/>
                    <a:pt x="1874" y="733"/>
                    <a:pt x="1911" y="733"/>
                  </a:cubicBezTo>
                  <a:lnTo>
                    <a:pt x="2375" y="733"/>
                  </a:lnTo>
                  <a:cubicBezTo>
                    <a:pt x="2403" y="733"/>
                    <a:pt x="2431" y="706"/>
                    <a:pt x="2431" y="668"/>
                  </a:cubicBezTo>
                  <a:cubicBezTo>
                    <a:pt x="2431" y="641"/>
                    <a:pt x="2403" y="613"/>
                    <a:pt x="2375" y="613"/>
                  </a:cubicBezTo>
                  <a:close/>
                  <a:moveTo>
                    <a:pt x="2839" y="613"/>
                  </a:moveTo>
                  <a:cubicBezTo>
                    <a:pt x="2802" y="613"/>
                    <a:pt x="2783" y="641"/>
                    <a:pt x="2783" y="668"/>
                  </a:cubicBezTo>
                  <a:cubicBezTo>
                    <a:pt x="2783" y="706"/>
                    <a:pt x="2802" y="733"/>
                    <a:pt x="2839" y="733"/>
                  </a:cubicBezTo>
                  <a:lnTo>
                    <a:pt x="3303" y="733"/>
                  </a:lnTo>
                  <a:cubicBezTo>
                    <a:pt x="3331" y="733"/>
                    <a:pt x="3358" y="706"/>
                    <a:pt x="3358" y="668"/>
                  </a:cubicBezTo>
                  <a:cubicBezTo>
                    <a:pt x="3358" y="641"/>
                    <a:pt x="3331" y="613"/>
                    <a:pt x="3303" y="613"/>
                  </a:cubicBezTo>
                  <a:close/>
                  <a:moveTo>
                    <a:pt x="56" y="1086"/>
                  </a:moveTo>
                  <a:cubicBezTo>
                    <a:pt x="28" y="1086"/>
                    <a:pt x="0" y="1104"/>
                    <a:pt x="0" y="1142"/>
                  </a:cubicBezTo>
                  <a:lnTo>
                    <a:pt x="0" y="1605"/>
                  </a:lnTo>
                  <a:cubicBezTo>
                    <a:pt x="0" y="1633"/>
                    <a:pt x="28" y="1661"/>
                    <a:pt x="56" y="1661"/>
                  </a:cubicBezTo>
                  <a:cubicBezTo>
                    <a:pt x="93" y="1661"/>
                    <a:pt x="121" y="1633"/>
                    <a:pt x="121" y="1605"/>
                  </a:cubicBezTo>
                  <a:lnTo>
                    <a:pt x="121" y="1142"/>
                  </a:lnTo>
                  <a:cubicBezTo>
                    <a:pt x="121" y="1104"/>
                    <a:pt x="93" y="1086"/>
                    <a:pt x="56" y="10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6"/>
            <p:cNvSpPr/>
            <p:nvPr/>
          </p:nvSpPr>
          <p:spPr>
            <a:xfrm>
              <a:off x="7252725" y="2143825"/>
              <a:ext cx="207600" cy="156800"/>
            </a:xfrm>
            <a:custGeom>
              <a:avLst/>
              <a:gdLst/>
              <a:ahLst/>
              <a:cxnLst/>
              <a:rect l="l" t="t" r="r" b="b"/>
              <a:pathLst>
                <a:path w="8304" h="627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520"/>
                  </a:lnTo>
                  <a:cubicBezTo>
                    <a:pt x="1" y="557"/>
                    <a:pt x="29" y="575"/>
                    <a:pt x="56" y="575"/>
                  </a:cubicBezTo>
                  <a:cubicBezTo>
                    <a:pt x="94" y="575"/>
                    <a:pt x="112" y="557"/>
                    <a:pt x="112" y="520"/>
                  </a:cubicBezTo>
                  <a:lnTo>
                    <a:pt x="112" y="56"/>
                  </a:lnTo>
                  <a:cubicBezTo>
                    <a:pt x="112" y="28"/>
                    <a:pt x="94" y="0"/>
                    <a:pt x="56" y="0"/>
                  </a:cubicBezTo>
                  <a:close/>
                  <a:moveTo>
                    <a:pt x="56" y="928"/>
                  </a:moveTo>
                  <a:cubicBezTo>
                    <a:pt x="29" y="928"/>
                    <a:pt x="1" y="956"/>
                    <a:pt x="1" y="984"/>
                  </a:cubicBezTo>
                  <a:lnTo>
                    <a:pt x="1" y="1447"/>
                  </a:lnTo>
                  <a:cubicBezTo>
                    <a:pt x="1" y="1484"/>
                    <a:pt x="29" y="1503"/>
                    <a:pt x="56" y="1503"/>
                  </a:cubicBezTo>
                  <a:cubicBezTo>
                    <a:pt x="94" y="1503"/>
                    <a:pt x="112" y="1484"/>
                    <a:pt x="112" y="1447"/>
                  </a:cubicBezTo>
                  <a:lnTo>
                    <a:pt x="112" y="984"/>
                  </a:lnTo>
                  <a:cubicBezTo>
                    <a:pt x="112" y="956"/>
                    <a:pt x="94" y="928"/>
                    <a:pt x="56" y="928"/>
                  </a:cubicBezTo>
                  <a:close/>
                  <a:moveTo>
                    <a:pt x="56" y="1856"/>
                  </a:moveTo>
                  <a:cubicBezTo>
                    <a:pt x="29" y="1856"/>
                    <a:pt x="1" y="1883"/>
                    <a:pt x="1" y="1911"/>
                  </a:cubicBezTo>
                  <a:lnTo>
                    <a:pt x="1" y="2375"/>
                  </a:lnTo>
                  <a:cubicBezTo>
                    <a:pt x="1" y="2412"/>
                    <a:pt x="29" y="2431"/>
                    <a:pt x="56" y="2431"/>
                  </a:cubicBezTo>
                  <a:cubicBezTo>
                    <a:pt x="94" y="2431"/>
                    <a:pt x="112" y="2412"/>
                    <a:pt x="112" y="2375"/>
                  </a:cubicBezTo>
                  <a:lnTo>
                    <a:pt x="112" y="1911"/>
                  </a:lnTo>
                  <a:cubicBezTo>
                    <a:pt x="112" y="1883"/>
                    <a:pt x="94" y="1856"/>
                    <a:pt x="56" y="1856"/>
                  </a:cubicBezTo>
                  <a:close/>
                  <a:moveTo>
                    <a:pt x="66" y="2774"/>
                  </a:moveTo>
                  <a:cubicBezTo>
                    <a:pt x="29" y="2774"/>
                    <a:pt x="10" y="2802"/>
                    <a:pt x="10" y="2830"/>
                  </a:cubicBezTo>
                  <a:cubicBezTo>
                    <a:pt x="10" y="2867"/>
                    <a:pt x="29" y="2895"/>
                    <a:pt x="66" y="2895"/>
                  </a:cubicBezTo>
                  <a:lnTo>
                    <a:pt x="530" y="2895"/>
                  </a:lnTo>
                  <a:cubicBezTo>
                    <a:pt x="557" y="2895"/>
                    <a:pt x="585" y="2867"/>
                    <a:pt x="585" y="2830"/>
                  </a:cubicBezTo>
                  <a:cubicBezTo>
                    <a:pt x="585" y="2802"/>
                    <a:pt x="557" y="2774"/>
                    <a:pt x="530" y="2774"/>
                  </a:cubicBezTo>
                  <a:close/>
                  <a:moveTo>
                    <a:pt x="993" y="2774"/>
                  </a:moveTo>
                  <a:cubicBezTo>
                    <a:pt x="956" y="2774"/>
                    <a:pt x="938" y="2802"/>
                    <a:pt x="938" y="2830"/>
                  </a:cubicBezTo>
                  <a:cubicBezTo>
                    <a:pt x="938" y="2867"/>
                    <a:pt x="956" y="2895"/>
                    <a:pt x="993" y="2895"/>
                  </a:cubicBezTo>
                  <a:lnTo>
                    <a:pt x="1457" y="2895"/>
                  </a:lnTo>
                  <a:cubicBezTo>
                    <a:pt x="1485" y="2895"/>
                    <a:pt x="1513" y="2867"/>
                    <a:pt x="1513" y="2830"/>
                  </a:cubicBezTo>
                  <a:cubicBezTo>
                    <a:pt x="1513" y="2802"/>
                    <a:pt x="1485" y="2774"/>
                    <a:pt x="1457" y="2774"/>
                  </a:cubicBezTo>
                  <a:close/>
                  <a:moveTo>
                    <a:pt x="1921" y="2774"/>
                  </a:moveTo>
                  <a:cubicBezTo>
                    <a:pt x="1884" y="2774"/>
                    <a:pt x="1865" y="2802"/>
                    <a:pt x="1865" y="2830"/>
                  </a:cubicBezTo>
                  <a:cubicBezTo>
                    <a:pt x="1865" y="2867"/>
                    <a:pt x="1884" y="2895"/>
                    <a:pt x="1921" y="2895"/>
                  </a:cubicBezTo>
                  <a:lnTo>
                    <a:pt x="2385" y="2895"/>
                  </a:lnTo>
                  <a:cubicBezTo>
                    <a:pt x="2413" y="2895"/>
                    <a:pt x="2441" y="2867"/>
                    <a:pt x="2441" y="2830"/>
                  </a:cubicBezTo>
                  <a:cubicBezTo>
                    <a:pt x="2441" y="2802"/>
                    <a:pt x="2413" y="2774"/>
                    <a:pt x="2385" y="2774"/>
                  </a:cubicBezTo>
                  <a:close/>
                  <a:moveTo>
                    <a:pt x="2849" y="2774"/>
                  </a:moveTo>
                  <a:cubicBezTo>
                    <a:pt x="2812" y="2774"/>
                    <a:pt x="2793" y="2802"/>
                    <a:pt x="2793" y="2830"/>
                  </a:cubicBezTo>
                  <a:cubicBezTo>
                    <a:pt x="2793" y="2867"/>
                    <a:pt x="2812" y="2895"/>
                    <a:pt x="2849" y="2895"/>
                  </a:cubicBezTo>
                  <a:lnTo>
                    <a:pt x="3313" y="2895"/>
                  </a:lnTo>
                  <a:cubicBezTo>
                    <a:pt x="3340" y="2895"/>
                    <a:pt x="3368" y="2867"/>
                    <a:pt x="3368" y="2830"/>
                  </a:cubicBezTo>
                  <a:cubicBezTo>
                    <a:pt x="3368" y="2802"/>
                    <a:pt x="3340" y="2774"/>
                    <a:pt x="3313" y="2774"/>
                  </a:cubicBezTo>
                  <a:close/>
                  <a:moveTo>
                    <a:pt x="3776" y="2774"/>
                  </a:moveTo>
                  <a:cubicBezTo>
                    <a:pt x="3739" y="2774"/>
                    <a:pt x="3721" y="2802"/>
                    <a:pt x="3721" y="2830"/>
                  </a:cubicBezTo>
                  <a:cubicBezTo>
                    <a:pt x="3721" y="2867"/>
                    <a:pt x="3739" y="2895"/>
                    <a:pt x="3776" y="2895"/>
                  </a:cubicBezTo>
                  <a:lnTo>
                    <a:pt x="4240" y="2895"/>
                  </a:lnTo>
                  <a:cubicBezTo>
                    <a:pt x="4268" y="2895"/>
                    <a:pt x="4296" y="2867"/>
                    <a:pt x="4296" y="2830"/>
                  </a:cubicBezTo>
                  <a:cubicBezTo>
                    <a:pt x="4296" y="2802"/>
                    <a:pt x="4268" y="2774"/>
                    <a:pt x="4240" y="2774"/>
                  </a:cubicBezTo>
                  <a:close/>
                  <a:moveTo>
                    <a:pt x="4704" y="2774"/>
                  </a:moveTo>
                  <a:cubicBezTo>
                    <a:pt x="4667" y="2774"/>
                    <a:pt x="4648" y="2802"/>
                    <a:pt x="4648" y="2830"/>
                  </a:cubicBezTo>
                  <a:cubicBezTo>
                    <a:pt x="4648" y="2867"/>
                    <a:pt x="4667" y="2895"/>
                    <a:pt x="4704" y="2895"/>
                  </a:cubicBezTo>
                  <a:lnTo>
                    <a:pt x="5168" y="2895"/>
                  </a:lnTo>
                  <a:cubicBezTo>
                    <a:pt x="5196" y="2895"/>
                    <a:pt x="5224" y="2867"/>
                    <a:pt x="5224" y="2830"/>
                  </a:cubicBezTo>
                  <a:cubicBezTo>
                    <a:pt x="5224" y="2802"/>
                    <a:pt x="5196" y="2774"/>
                    <a:pt x="5168" y="2774"/>
                  </a:cubicBezTo>
                  <a:close/>
                  <a:moveTo>
                    <a:pt x="5632" y="2774"/>
                  </a:moveTo>
                  <a:cubicBezTo>
                    <a:pt x="5595" y="2774"/>
                    <a:pt x="5576" y="2802"/>
                    <a:pt x="5576" y="2830"/>
                  </a:cubicBezTo>
                  <a:cubicBezTo>
                    <a:pt x="5576" y="2867"/>
                    <a:pt x="5595" y="2895"/>
                    <a:pt x="5632" y="2895"/>
                  </a:cubicBezTo>
                  <a:lnTo>
                    <a:pt x="6096" y="2895"/>
                  </a:lnTo>
                  <a:cubicBezTo>
                    <a:pt x="6123" y="2895"/>
                    <a:pt x="6151" y="2867"/>
                    <a:pt x="6151" y="2830"/>
                  </a:cubicBezTo>
                  <a:cubicBezTo>
                    <a:pt x="6151" y="2802"/>
                    <a:pt x="6123" y="2774"/>
                    <a:pt x="6096" y="2774"/>
                  </a:cubicBezTo>
                  <a:close/>
                  <a:moveTo>
                    <a:pt x="6559" y="2774"/>
                  </a:moveTo>
                  <a:cubicBezTo>
                    <a:pt x="6522" y="2774"/>
                    <a:pt x="6504" y="2802"/>
                    <a:pt x="6504" y="2830"/>
                  </a:cubicBezTo>
                  <a:cubicBezTo>
                    <a:pt x="6504" y="2867"/>
                    <a:pt x="6522" y="2895"/>
                    <a:pt x="6559" y="2895"/>
                  </a:cubicBezTo>
                  <a:lnTo>
                    <a:pt x="7023" y="2895"/>
                  </a:lnTo>
                  <a:cubicBezTo>
                    <a:pt x="7051" y="2895"/>
                    <a:pt x="7079" y="2867"/>
                    <a:pt x="7079" y="2830"/>
                  </a:cubicBezTo>
                  <a:cubicBezTo>
                    <a:pt x="7079" y="2802"/>
                    <a:pt x="7051" y="2774"/>
                    <a:pt x="7023" y="2774"/>
                  </a:cubicBezTo>
                  <a:close/>
                  <a:moveTo>
                    <a:pt x="7487" y="2774"/>
                  </a:moveTo>
                  <a:cubicBezTo>
                    <a:pt x="7450" y="2774"/>
                    <a:pt x="7431" y="2802"/>
                    <a:pt x="7431" y="2830"/>
                  </a:cubicBezTo>
                  <a:cubicBezTo>
                    <a:pt x="7431" y="2867"/>
                    <a:pt x="7450" y="2895"/>
                    <a:pt x="7487" y="2895"/>
                  </a:cubicBezTo>
                  <a:lnTo>
                    <a:pt x="7951" y="2895"/>
                  </a:lnTo>
                  <a:cubicBezTo>
                    <a:pt x="7979" y="2895"/>
                    <a:pt x="8007" y="2867"/>
                    <a:pt x="8007" y="2830"/>
                  </a:cubicBezTo>
                  <a:cubicBezTo>
                    <a:pt x="8007" y="2802"/>
                    <a:pt x="7979" y="2774"/>
                    <a:pt x="7951" y="2774"/>
                  </a:cubicBezTo>
                  <a:close/>
                  <a:moveTo>
                    <a:pt x="8248" y="2941"/>
                  </a:moveTo>
                  <a:cubicBezTo>
                    <a:pt x="8211" y="2941"/>
                    <a:pt x="8183" y="2969"/>
                    <a:pt x="8183" y="3006"/>
                  </a:cubicBezTo>
                  <a:lnTo>
                    <a:pt x="8183" y="3470"/>
                  </a:lnTo>
                  <a:cubicBezTo>
                    <a:pt x="8183" y="3497"/>
                    <a:pt x="8211" y="3525"/>
                    <a:pt x="8248" y="3525"/>
                  </a:cubicBezTo>
                  <a:cubicBezTo>
                    <a:pt x="8276" y="3525"/>
                    <a:pt x="8303" y="3497"/>
                    <a:pt x="8303" y="3470"/>
                  </a:cubicBezTo>
                  <a:lnTo>
                    <a:pt x="8303" y="3006"/>
                  </a:lnTo>
                  <a:cubicBezTo>
                    <a:pt x="8303" y="2969"/>
                    <a:pt x="8276" y="2941"/>
                    <a:pt x="8248" y="2941"/>
                  </a:cubicBezTo>
                  <a:close/>
                  <a:moveTo>
                    <a:pt x="8248" y="3869"/>
                  </a:moveTo>
                  <a:cubicBezTo>
                    <a:pt x="8211" y="3869"/>
                    <a:pt x="8183" y="3896"/>
                    <a:pt x="8183" y="3933"/>
                  </a:cubicBezTo>
                  <a:lnTo>
                    <a:pt x="8183" y="4397"/>
                  </a:lnTo>
                  <a:cubicBezTo>
                    <a:pt x="8183" y="4425"/>
                    <a:pt x="8211" y="4453"/>
                    <a:pt x="8248" y="4453"/>
                  </a:cubicBezTo>
                  <a:cubicBezTo>
                    <a:pt x="8276" y="4453"/>
                    <a:pt x="8303" y="4425"/>
                    <a:pt x="8303" y="4397"/>
                  </a:cubicBezTo>
                  <a:lnTo>
                    <a:pt x="8303" y="3933"/>
                  </a:lnTo>
                  <a:cubicBezTo>
                    <a:pt x="8303" y="3896"/>
                    <a:pt x="8276" y="3869"/>
                    <a:pt x="8248" y="3869"/>
                  </a:cubicBezTo>
                  <a:close/>
                  <a:moveTo>
                    <a:pt x="8248" y="4796"/>
                  </a:moveTo>
                  <a:cubicBezTo>
                    <a:pt x="8211" y="4796"/>
                    <a:pt x="8183" y="4824"/>
                    <a:pt x="8183" y="4861"/>
                  </a:cubicBezTo>
                  <a:lnTo>
                    <a:pt x="8183" y="5325"/>
                  </a:lnTo>
                  <a:cubicBezTo>
                    <a:pt x="8183" y="5353"/>
                    <a:pt x="8211" y="5381"/>
                    <a:pt x="8248" y="5381"/>
                  </a:cubicBezTo>
                  <a:cubicBezTo>
                    <a:pt x="8276" y="5381"/>
                    <a:pt x="8303" y="5353"/>
                    <a:pt x="8303" y="5325"/>
                  </a:cubicBezTo>
                  <a:lnTo>
                    <a:pt x="8303" y="4861"/>
                  </a:lnTo>
                  <a:cubicBezTo>
                    <a:pt x="8303" y="4824"/>
                    <a:pt x="8276" y="4796"/>
                    <a:pt x="8248" y="4796"/>
                  </a:cubicBezTo>
                  <a:close/>
                  <a:moveTo>
                    <a:pt x="8248" y="5724"/>
                  </a:moveTo>
                  <a:cubicBezTo>
                    <a:pt x="8211" y="5724"/>
                    <a:pt x="8183" y="5752"/>
                    <a:pt x="8183" y="5789"/>
                  </a:cubicBezTo>
                  <a:lnTo>
                    <a:pt x="8183" y="6216"/>
                  </a:lnTo>
                  <a:cubicBezTo>
                    <a:pt x="8183" y="6253"/>
                    <a:pt x="8211" y="6271"/>
                    <a:pt x="8248" y="6271"/>
                  </a:cubicBezTo>
                  <a:cubicBezTo>
                    <a:pt x="8276" y="6271"/>
                    <a:pt x="8303" y="6253"/>
                    <a:pt x="8303" y="6216"/>
                  </a:cubicBezTo>
                  <a:lnTo>
                    <a:pt x="8303" y="5789"/>
                  </a:lnTo>
                  <a:cubicBezTo>
                    <a:pt x="8303" y="5752"/>
                    <a:pt x="8276" y="5724"/>
                    <a:pt x="8248" y="57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6"/>
            <p:cNvSpPr/>
            <p:nvPr/>
          </p:nvSpPr>
          <p:spPr>
            <a:xfrm>
              <a:off x="7564200" y="1778325"/>
              <a:ext cx="41075" cy="41075"/>
            </a:xfrm>
            <a:custGeom>
              <a:avLst/>
              <a:gdLst/>
              <a:ahLst/>
              <a:cxnLst/>
              <a:rect l="l" t="t" r="r" b="b"/>
              <a:pathLst>
                <a:path w="1643" h="1643" extrusionOk="0">
                  <a:moveTo>
                    <a:pt x="826" y="186"/>
                  </a:moveTo>
                  <a:lnTo>
                    <a:pt x="1049" y="585"/>
                  </a:lnTo>
                  <a:cubicBezTo>
                    <a:pt x="1049" y="594"/>
                    <a:pt x="1058" y="603"/>
                    <a:pt x="1067" y="603"/>
                  </a:cubicBezTo>
                  <a:lnTo>
                    <a:pt x="1466" y="826"/>
                  </a:lnTo>
                  <a:lnTo>
                    <a:pt x="1067" y="1048"/>
                  </a:lnTo>
                  <a:cubicBezTo>
                    <a:pt x="1058" y="1048"/>
                    <a:pt x="1049" y="1058"/>
                    <a:pt x="1039" y="1067"/>
                  </a:cubicBezTo>
                  <a:lnTo>
                    <a:pt x="826" y="1466"/>
                  </a:lnTo>
                  <a:lnTo>
                    <a:pt x="603" y="1067"/>
                  </a:lnTo>
                  <a:cubicBezTo>
                    <a:pt x="603" y="1058"/>
                    <a:pt x="594" y="1048"/>
                    <a:pt x="585" y="1039"/>
                  </a:cubicBezTo>
                  <a:lnTo>
                    <a:pt x="186" y="826"/>
                  </a:lnTo>
                  <a:lnTo>
                    <a:pt x="585" y="603"/>
                  </a:lnTo>
                  <a:cubicBezTo>
                    <a:pt x="594" y="603"/>
                    <a:pt x="603" y="594"/>
                    <a:pt x="603" y="585"/>
                  </a:cubicBezTo>
                  <a:lnTo>
                    <a:pt x="826" y="186"/>
                  </a:lnTo>
                  <a:close/>
                  <a:moveTo>
                    <a:pt x="826" y="0"/>
                  </a:moveTo>
                  <a:cubicBezTo>
                    <a:pt x="807" y="0"/>
                    <a:pt x="789" y="19"/>
                    <a:pt x="780" y="37"/>
                  </a:cubicBezTo>
                  <a:lnTo>
                    <a:pt x="511" y="510"/>
                  </a:lnTo>
                  <a:lnTo>
                    <a:pt x="37" y="770"/>
                  </a:lnTo>
                  <a:cubicBezTo>
                    <a:pt x="19" y="779"/>
                    <a:pt x="0" y="798"/>
                    <a:pt x="0" y="826"/>
                  </a:cubicBezTo>
                  <a:cubicBezTo>
                    <a:pt x="0" y="844"/>
                    <a:pt x="19" y="863"/>
                    <a:pt x="37" y="872"/>
                  </a:cubicBezTo>
                  <a:lnTo>
                    <a:pt x="511" y="1141"/>
                  </a:lnTo>
                  <a:lnTo>
                    <a:pt x="770" y="1614"/>
                  </a:lnTo>
                  <a:cubicBezTo>
                    <a:pt x="780" y="1633"/>
                    <a:pt x="798" y="1642"/>
                    <a:pt x="826" y="1642"/>
                  </a:cubicBezTo>
                  <a:cubicBezTo>
                    <a:pt x="845" y="1642"/>
                    <a:pt x="863" y="1633"/>
                    <a:pt x="872" y="1614"/>
                  </a:cubicBezTo>
                  <a:lnTo>
                    <a:pt x="1141" y="1141"/>
                  </a:lnTo>
                  <a:lnTo>
                    <a:pt x="1615" y="881"/>
                  </a:lnTo>
                  <a:cubicBezTo>
                    <a:pt x="1633" y="863"/>
                    <a:pt x="1642" y="844"/>
                    <a:pt x="1642" y="826"/>
                  </a:cubicBezTo>
                  <a:cubicBezTo>
                    <a:pt x="1642" y="807"/>
                    <a:pt x="1633" y="789"/>
                    <a:pt x="1615" y="779"/>
                  </a:cubicBezTo>
                  <a:lnTo>
                    <a:pt x="1141" y="510"/>
                  </a:lnTo>
                  <a:lnTo>
                    <a:pt x="882" y="37"/>
                  </a:lnTo>
                  <a:cubicBezTo>
                    <a:pt x="863" y="9"/>
                    <a:pt x="845" y="0"/>
                    <a:pt x="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6"/>
            <p:cNvSpPr/>
            <p:nvPr/>
          </p:nvSpPr>
          <p:spPr>
            <a:xfrm>
              <a:off x="6975825" y="2325875"/>
              <a:ext cx="51500" cy="51275"/>
            </a:xfrm>
            <a:custGeom>
              <a:avLst/>
              <a:gdLst/>
              <a:ahLst/>
              <a:cxnLst/>
              <a:rect l="l" t="t" r="r" b="b"/>
              <a:pathLst>
                <a:path w="2060" h="2051" extrusionOk="0">
                  <a:moveTo>
                    <a:pt x="1030" y="177"/>
                  </a:moveTo>
                  <a:lnTo>
                    <a:pt x="1327" y="715"/>
                  </a:lnTo>
                  <a:cubicBezTo>
                    <a:pt x="1327" y="724"/>
                    <a:pt x="1336" y="733"/>
                    <a:pt x="1346" y="733"/>
                  </a:cubicBezTo>
                  <a:lnTo>
                    <a:pt x="1874" y="1030"/>
                  </a:lnTo>
                  <a:lnTo>
                    <a:pt x="1346" y="1318"/>
                  </a:lnTo>
                  <a:cubicBezTo>
                    <a:pt x="1336" y="1327"/>
                    <a:pt x="1327" y="1336"/>
                    <a:pt x="1318" y="1345"/>
                  </a:cubicBezTo>
                  <a:lnTo>
                    <a:pt x="1030" y="1874"/>
                  </a:lnTo>
                  <a:lnTo>
                    <a:pt x="733" y="1336"/>
                  </a:lnTo>
                  <a:cubicBezTo>
                    <a:pt x="733" y="1327"/>
                    <a:pt x="724" y="1318"/>
                    <a:pt x="715" y="1318"/>
                  </a:cubicBezTo>
                  <a:lnTo>
                    <a:pt x="186" y="1021"/>
                  </a:lnTo>
                  <a:lnTo>
                    <a:pt x="715" y="733"/>
                  </a:lnTo>
                  <a:cubicBezTo>
                    <a:pt x="724" y="724"/>
                    <a:pt x="733" y="715"/>
                    <a:pt x="743" y="705"/>
                  </a:cubicBezTo>
                  <a:lnTo>
                    <a:pt x="1030" y="177"/>
                  </a:lnTo>
                  <a:close/>
                  <a:moveTo>
                    <a:pt x="1030" y="0"/>
                  </a:moveTo>
                  <a:cubicBezTo>
                    <a:pt x="1012" y="0"/>
                    <a:pt x="993" y="10"/>
                    <a:pt x="984" y="28"/>
                  </a:cubicBezTo>
                  <a:lnTo>
                    <a:pt x="640" y="640"/>
                  </a:lnTo>
                  <a:lnTo>
                    <a:pt x="28" y="974"/>
                  </a:lnTo>
                  <a:cubicBezTo>
                    <a:pt x="10" y="984"/>
                    <a:pt x="0" y="1002"/>
                    <a:pt x="0" y="1021"/>
                  </a:cubicBezTo>
                  <a:cubicBezTo>
                    <a:pt x="0" y="1039"/>
                    <a:pt x="10" y="1067"/>
                    <a:pt x="28" y="1076"/>
                  </a:cubicBezTo>
                  <a:lnTo>
                    <a:pt x="640" y="1410"/>
                  </a:lnTo>
                  <a:lnTo>
                    <a:pt x="974" y="2023"/>
                  </a:lnTo>
                  <a:cubicBezTo>
                    <a:pt x="984" y="2041"/>
                    <a:pt x="1002" y="2050"/>
                    <a:pt x="1030" y="2050"/>
                  </a:cubicBezTo>
                  <a:cubicBezTo>
                    <a:pt x="1049" y="2050"/>
                    <a:pt x="1067" y="2041"/>
                    <a:pt x="1076" y="2023"/>
                  </a:cubicBezTo>
                  <a:lnTo>
                    <a:pt x="1410" y="1410"/>
                  </a:lnTo>
                  <a:lnTo>
                    <a:pt x="2023" y="1076"/>
                  </a:lnTo>
                  <a:cubicBezTo>
                    <a:pt x="2041" y="1067"/>
                    <a:pt x="2060" y="1049"/>
                    <a:pt x="2060" y="1030"/>
                  </a:cubicBezTo>
                  <a:cubicBezTo>
                    <a:pt x="2060" y="1002"/>
                    <a:pt x="2041" y="984"/>
                    <a:pt x="2023" y="974"/>
                  </a:cubicBezTo>
                  <a:lnTo>
                    <a:pt x="1420" y="640"/>
                  </a:lnTo>
                  <a:lnTo>
                    <a:pt x="1086" y="28"/>
                  </a:lnTo>
                  <a:cubicBezTo>
                    <a:pt x="1076" y="10"/>
                    <a:pt x="1058" y="0"/>
                    <a:pt x="10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6"/>
            <p:cNvSpPr/>
            <p:nvPr/>
          </p:nvSpPr>
          <p:spPr>
            <a:xfrm>
              <a:off x="6992525" y="1930925"/>
              <a:ext cx="22050" cy="22050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446" y="112"/>
                  </a:moveTo>
                  <a:cubicBezTo>
                    <a:pt x="622" y="112"/>
                    <a:pt x="770" y="260"/>
                    <a:pt x="770" y="436"/>
                  </a:cubicBezTo>
                  <a:cubicBezTo>
                    <a:pt x="770" y="622"/>
                    <a:pt x="622" y="761"/>
                    <a:pt x="446" y="761"/>
                  </a:cubicBezTo>
                  <a:cubicBezTo>
                    <a:pt x="260" y="761"/>
                    <a:pt x="112" y="622"/>
                    <a:pt x="112" y="436"/>
                  </a:cubicBezTo>
                  <a:cubicBezTo>
                    <a:pt x="112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195" y="0"/>
                    <a:pt x="0" y="195"/>
                    <a:pt x="0" y="436"/>
                  </a:cubicBezTo>
                  <a:cubicBezTo>
                    <a:pt x="0" y="687"/>
                    <a:pt x="195" y="882"/>
                    <a:pt x="446" y="882"/>
                  </a:cubicBezTo>
                  <a:cubicBezTo>
                    <a:pt x="687" y="882"/>
                    <a:pt x="882" y="687"/>
                    <a:pt x="882" y="436"/>
                  </a:cubicBezTo>
                  <a:cubicBezTo>
                    <a:pt x="882" y="195"/>
                    <a:pt x="687" y="0"/>
                    <a:pt x="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6"/>
            <p:cNvSpPr/>
            <p:nvPr/>
          </p:nvSpPr>
          <p:spPr>
            <a:xfrm>
              <a:off x="6934075" y="2211075"/>
              <a:ext cx="14175" cy="1417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95" y="455"/>
                    <a:pt x="121" y="381"/>
                    <a:pt x="121" y="288"/>
                  </a:cubicBezTo>
                  <a:cubicBezTo>
                    <a:pt x="12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1" y="130"/>
                    <a:pt x="1" y="288"/>
                  </a:cubicBezTo>
                  <a:cubicBezTo>
                    <a:pt x="1" y="446"/>
                    <a:pt x="130" y="566"/>
                    <a:pt x="288" y="566"/>
                  </a:cubicBezTo>
                  <a:cubicBezTo>
                    <a:pt x="446" y="566"/>
                    <a:pt x="566" y="446"/>
                    <a:pt x="566" y="288"/>
                  </a:cubicBezTo>
                  <a:cubicBezTo>
                    <a:pt x="566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6"/>
            <p:cNvSpPr/>
            <p:nvPr/>
          </p:nvSpPr>
          <p:spPr>
            <a:xfrm>
              <a:off x="6935000" y="2456875"/>
              <a:ext cx="344900" cy="344675"/>
            </a:xfrm>
            <a:custGeom>
              <a:avLst/>
              <a:gdLst/>
              <a:ahLst/>
              <a:cxnLst/>
              <a:rect l="l" t="t" r="r" b="b"/>
              <a:pathLst>
                <a:path w="13796" h="13787" extrusionOk="0">
                  <a:moveTo>
                    <a:pt x="6912" y="3796"/>
                  </a:moveTo>
                  <a:cubicBezTo>
                    <a:pt x="7506" y="3796"/>
                    <a:pt x="8099" y="3972"/>
                    <a:pt x="8609" y="4315"/>
                  </a:cubicBezTo>
                  <a:cubicBezTo>
                    <a:pt x="9361" y="4816"/>
                    <a:pt x="9853" y="5614"/>
                    <a:pt x="9964" y="6514"/>
                  </a:cubicBezTo>
                  <a:cubicBezTo>
                    <a:pt x="10149" y="7998"/>
                    <a:pt x="9203" y="9427"/>
                    <a:pt x="7765" y="9835"/>
                  </a:cubicBezTo>
                  <a:cubicBezTo>
                    <a:pt x="7482" y="9916"/>
                    <a:pt x="7191" y="9957"/>
                    <a:pt x="6903" y="9957"/>
                  </a:cubicBezTo>
                  <a:cubicBezTo>
                    <a:pt x="6303" y="9957"/>
                    <a:pt x="5712" y="9783"/>
                    <a:pt x="5205" y="9445"/>
                  </a:cubicBezTo>
                  <a:cubicBezTo>
                    <a:pt x="4453" y="8944"/>
                    <a:pt x="3962" y="8147"/>
                    <a:pt x="3851" y="7247"/>
                  </a:cubicBezTo>
                  <a:cubicBezTo>
                    <a:pt x="3674" y="5762"/>
                    <a:pt x="4620" y="4334"/>
                    <a:pt x="6049" y="3916"/>
                  </a:cubicBezTo>
                  <a:cubicBezTo>
                    <a:pt x="6337" y="3842"/>
                    <a:pt x="6624" y="3796"/>
                    <a:pt x="6912" y="3796"/>
                  </a:cubicBezTo>
                  <a:close/>
                  <a:moveTo>
                    <a:pt x="6911" y="3680"/>
                  </a:moveTo>
                  <a:cubicBezTo>
                    <a:pt x="6614" y="3680"/>
                    <a:pt x="6315" y="3721"/>
                    <a:pt x="6021" y="3805"/>
                  </a:cubicBezTo>
                  <a:cubicBezTo>
                    <a:pt x="4528" y="4232"/>
                    <a:pt x="3544" y="5716"/>
                    <a:pt x="3739" y="7256"/>
                  </a:cubicBezTo>
                  <a:cubicBezTo>
                    <a:pt x="3851" y="8193"/>
                    <a:pt x="4361" y="9028"/>
                    <a:pt x="5140" y="9538"/>
                  </a:cubicBezTo>
                  <a:cubicBezTo>
                    <a:pt x="5669" y="9891"/>
                    <a:pt x="6290" y="10076"/>
                    <a:pt x="6912" y="10076"/>
                  </a:cubicBezTo>
                  <a:cubicBezTo>
                    <a:pt x="7209" y="10076"/>
                    <a:pt x="7506" y="10030"/>
                    <a:pt x="7793" y="9946"/>
                  </a:cubicBezTo>
                  <a:cubicBezTo>
                    <a:pt x="9287" y="9519"/>
                    <a:pt x="10270" y="8035"/>
                    <a:pt x="10084" y="6495"/>
                  </a:cubicBezTo>
                  <a:cubicBezTo>
                    <a:pt x="9964" y="5568"/>
                    <a:pt x="9454" y="4733"/>
                    <a:pt x="8674" y="4213"/>
                  </a:cubicBezTo>
                  <a:cubicBezTo>
                    <a:pt x="8147" y="3862"/>
                    <a:pt x="7534" y="3680"/>
                    <a:pt x="6911" y="3680"/>
                  </a:cubicBezTo>
                  <a:close/>
                  <a:moveTo>
                    <a:pt x="5928" y="118"/>
                  </a:moveTo>
                  <a:cubicBezTo>
                    <a:pt x="5934" y="118"/>
                    <a:pt x="5938" y="122"/>
                    <a:pt x="5938" y="122"/>
                  </a:cubicBezTo>
                  <a:cubicBezTo>
                    <a:pt x="5938" y="122"/>
                    <a:pt x="5947" y="122"/>
                    <a:pt x="5947" y="132"/>
                  </a:cubicBezTo>
                  <a:lnTo>
                    <a:pt x="6411" y="1588"/>
                  </a:lnTo>
                  <a:cubicBezTo>
                    <a:pt x="6428" y="1646"/>
                    <a:pt x="6474" y="1682"/>
                    <a:pt x="6530" y="1682"/>
                  </a:cubicBezTo>
                  <a:cubicBezTo>
                    <a:pt x="6537" y="1682"/>
                    <a:pt x="6543" y="1682"/>
                    <a:pt x="6550" y="1681"/>
                  </a:cubicBezTo>
                  <a:cubicBezTo>
                    <a:pt x="6670" y="1672"/>
                    <a:pt x="6789" y="1668"/>
                    <a:pt x="6907" y="1668"/>
                  </a:cubicBezTo>
                  <a:cubicBezTo>
                    <a:pt x="7323" y="1668"/>
                    <a:pt x="7732" y="1719"/>
                    <a:pt x="8136" y="1820"/>
                  </a:cubicBezTo>
                  <a:cubicBezTo>
                    <a:pt x="8150" y="1824"/>
                    <a:pt x="8163" y="1826"/>
                    <a:pt x="8177" y="1826"/>
                  </a:cubicBezTo>
                  <a:cubicBezTo>
                    <a:pt x="8227" y="1826"/>
                    <a:pt x="8272" y="1799"/>
                    <a:pt x="8294" y="1755"/>
                  </a:cubicBezTo>
                  <a:lnTo>
                    <a:pt x="8999" y="391"/>
                  </a:lnTo>
                  <a:cubicBezTo>
                    <a:pt x="8999" y="382"/>
                    <a:pt x="9018" y="382"/>
                    <a:pt x="9027" y="382"/>
                  </a:cubicBezTo>
                  <a:lnTo>
                    <a:pt x="11003" y="1412"/>
                  </a:lnTo>
                  <a:cubicBezTo>
                    <a:pt x="11012" y="1412"/>
                    <a:pt x="11012" y="1430"/>
                    <a:pt x="11012" y="1440"/>
                  </a:cubicBezTo>
                  <a:lnTo>
                    <a:pt x="10307" y="2794"/>
                  </a:lnTo>
                  <a:cubicBezTo>
                    <a:pt x="10279" y="2850"/>
                    <a:pt x="10289" y="2924"/>
                    <a:pt x="10335" y="2961"/>
                  </a:cubicBezTo>
                  <a:cubicBezTo>
                    <a:pt x="10743" y="3313"/>
                    <a:pt x="11086" y="3731"/>
                    <a:pt x="11365" y="4185"/>
                  </a:cubicBezTo>
                  <a:cubicBezTo>
                    <a:pt x="11386" y="4227"/>
                    <a:pt x="11427" y="4248"/>
                    <a:pt x="11474" y="4248"/>
                  </a:cubicBezTo>
                  <a:cubicBezTo>
                    <a:pt x="11490" y="4248"/>
                    <a:pt x="11506" y="4246"/>
                    <a:pt x="11522" y="4241"/>
                  </a:cubicBezTo>
                  <a:lnTo>
                    <a:pt x="12979" y="3787"/>
                  </a:lnTo>
                  <a:cubicBezTo>
                    <a:pt x="12981" y="3784"/>
                    <a:pt x="12985" y="3783"/>
                    <a:pt x="12989" y="3783"/>
                  </a:cubicBezTo>
                  <a:cubicBezTo>
                    <a:pt x="12997" y="3783"/>
                    <a:pt x="13007" y="3789"/>
                    <a:pt x="13007" y="3796"/>
                  </a:cubicBezTo>
                  <a:lnTo>
                    <a:pt x="13675" y="5920"/>
                  </a:lnTo>
                  <a:cubicBezTo>
                    <a:pt x="13675" y="5929"/>
                    <a:pt x="13675" y="5939"/>
                    <a:pt x="13665" y="5948"/>
                  </a:cubicBezTo>
                  <a:lnTo>
                    <a:pt x="12200" y="6403"/>
                  </a:lnTo>
                  <a:cubicBezTo>
                    <a:pt x="12144" y="6421"/>
                    <a:pt x="12107" y="6486"/>
                    <a:pt x="12107" y="6542"/>
                  </a:cubicBezTo>
                  <a:cubicBezTo>
                    <a:pt x="12144" y="7080"/>
                    <a:pt x="12097" y="7618"/>
                    <a:pt x="11968" y="8137"/>
                  </a:cubicBezTo>
                  <a:cubicBezTo>
                    <a:pt x="11958" y="8202"/>
                    <a:pt x="11986" y="8258"/>
                    <a:pt x="12042" y="8295"/>
                  </a:cubicBezTo>
                  <a:lnTo>
                    <a:pt x="13396" y="9000"/>
                  </a:lnTo>
                  <a:cubicBezTo>
                    <a:pt x="13415" y="9000"/>
                    <a:pt x="13415" y="9009"/>
                    <a:pt x="13406" y="9028"/>
                  </a:cubicBezTo>
                  <a:lnTo>
                    <a:pt x="12385" y="10994"/>
                  </a:lnTo>
                  <a:cubicBezTo>
                    <a:pt x="12379" y="11001"/>
                    <a:pt x="12372" y="11008"/>
                    <a:pt x="12365" y="11008"/>
                  </a:cubicBezTo>
                  <a:cubicBezTo>
                    <a:pt x="12363" y="11008"/>
                    <a:pt x="12360" y="11006"/>
                    <a:pt x="12357" y="11004"/>
                  </a:cubicBezTo>
                  <a:lnTo>
                    <a:pt x="10994" y="10299"/>
                  </a:lnTo>
                  <a:cubicBezTo>
                    <a:pt x="10977" y="10289"/>
                    <a:pt x="10957" y="10284"/>
                    <a:pt x="10936" y="10284"/>
                  </a:cubicBezTo>
                  <a:cubicBezTo>
                    <a:pt x="10899" y="10284"/>
                    <a:pt x="10860" y="10300"/>
                    <a:pt x="10836" y="10336"/>
                  </a:cubicBezTo>
                  <a:cubicBezTo>
                    <a:pt x="10483" y="10735"/>
                    <a:pt x="10066" y="11087"/>
                    <a:pt x="9611" y="11366"/>
                  </a:cubicBezTo>
                  <a:cubicBezTo>
                    <a:pt x="9556" y="11393"/>
                    <a:pt x="9528" y="11458"/>
                    <a:pt x="9546" y="11523"/>
                  </a:cubicBezTo>
                  <a:lnTo>
                    <a:pt x="10010" y="12980"/>
                  </a:lnTo>
                  <a:cubicBezTo>
                    <a:pt x="10010" y="12989"/>
                    <a:pt x="10010" y="12998"/>
                    <a:pt x="10001" y="13008"/>
                  </a:cubicBezTo>
                  <a:lnTo>
                    <a:pt x="7877" y="13675"/>
                  </a:lnTo>
                  <a:cubicBezTo>
                    <a:pt x="7867" y="13675"/>
                    <a:pt x="7849" y="13666"/>
                    <a:pt x="7849" y="13657"/>
                  </a:cubicBezTo>
                  <a:lnTo>
                    <a:pt x="7385" y="12200"/>
                  </a:lnTo>
                  <a:cubicBezTo>
                    <a:pt x="7366" y="12145"/>
                    <a:pt x="7320" y="12108"/>
                    <a:pt x="7255" y="12108"/>
                  </a:cubicBezTo>
                  <a:lnTo>
                    <a:pt x="7246" y="12108"/>
                  </a:lnTo>
                  <a:cubicBezTo>
                    <a:pt x="7128" y="12116"/>
                    <a:pt x="7010" y="12120"/>
                    <a:pt x="6892" y="12120"/>
                  </a:cubicBezTo>
                  <a:cubicBezTo>
                    <a:pt x="6479" y="12120"/>
                    <a:pt x="6064" y="12070"/>
                    <a:pt x="5659" y="11969"/>
                  </a:cubicBezTo>
                  <a:cubicBezTo>
                    <a:pt x="5651" y="11967"/>
                    <a:pt x="5643" y="11967"/>
                    <a:pt x="5635" y="11967"/>
                  </a:cubicBezTo>
                  <a:cubicBezTo>
                    <a:pt x="5579" y="11967"/>
                    <a:pt x="5526" y="11994"/>
                    <a:pt x="5502" y="12043"/>
                  </a:cubicBezTo>
                  <a:lnTo>
                    <a:pt x="4797" y="13397"/>
                  </a:lnTo>
                  <a:cubicBezTo>
                    <a:pt x="4797" y="13404"/>
                    <a:pt x="4787" y="13410"/>
                    <a:pt x="4779" y="13410"/>
                  </a:cubicBezTo>
                  <a:cubicBezTo>
                    <a:pt x="4775" y="13410"/>
                    <a:pt x="4772" y="13409"/>
                    <a:pt x="4769" y="13406"/>
                  </a:cubicBezTo>
                  <a:lnTo>
                    <a:pt x="2793" y="12386"/>
                  </a:lnTo>
                  <a:cubicBezTo>
                    <a:pt x="2784" y="12377"/>
                    <a:pt x="2784" y="12367"/>
                    <a:pt x="2784" y="12358"/>
                  </a:cubicBezTo>
                  <a:lnTo>
                    <a:pt x="3489" y="10994"/>
                  </a:lnTo>
                  <a:cubicBezTo>
                    <a:pt x="3517" y="10939"/>
                    <a:pt x="3507" y="10874"/>
                    <a:pt x="3461" y="10828"/>
                  </a:cubicBezTo>
                  <a:cubicBezTo>
                    <a:pt x="3053" y="10475"/>
                    <a:pt x="2709" y="10067"/>
                    <a:pt x="2431" y="9612"/>
                  </a:cubicBezTo>
                  <a:cubicBezTo>
                    <a:pt x="2409" y="9568"/>
                    <a:pt x="2364" y="9542"/>
                    <a:pt x="2314" y="9542"/>
                  </a:cubicBezTo>
                  <a:cubicBezTo>
                    <a:pt x="2301" y="9542"/>
                    <a:pt x="2287" y="9543"/>
                    <a:pt x="2273" y="9547"/>
                  </a:cubicBezTo>
                  <a:lnTo>
                    <a:pt x="817" y="10011"/>
                  </a:lnTo>
                  <a:cubicBezTo>
                    <a:pt x="808" y="10011"/>
                    <a:pt x="789" y="10002"/>
                    <a:pt x="789" y="9993"/>
                  </a:cubicBezTo>
                  <a:lnTo>
                    <a:pt x="121" y="7878"/>
                  </a:lnTo>
                  <a:cubicBezTo>
                    <a:pt x="121" y="7868"/>
                    <a:pt x="121" y="7850"/>
                    <a:pt x="131" y="7850"/>
                  </a:cubicBezTo>
                  <a:lnTo>
                    <a:pt x="1596" y="7386"/>
                  </a:lnTo>
                  <a:cubicBezTo>
                    <a:pt x="1652" y="7367"/>
                    <a:pt x="1689" y="7312"/>
                    <a:pt x="1689" y="7247"/>
                  </a:cubicBezTo>
                  <a:cubicBezTo>
                    <a:pt x="1652" y="6709"/>
                    <a:pt x="1698" y="6180"/>
                    <a:pt x="1828" y="5651"/>
                  </a:cubicBezTo>
                  <a:cubicBezTo>
                    <a:pt x="1837" y="5595"/>
                    <a:pt x="1810" y="5531"/>
                    <a:pt x="1754" y="5503"/>
                  </a:cubicBezTo>
                  <a:lnTo>
                    <a:pt x="400" y="4798"/>
                  </a:lnTo>
                  <a:cubicBezTo>
                    <a:pt x="390" y="4788"/>
                    <a:pt x="381" y="4779"/>
                    <a:pt x="390" y="4770"/>
                  </a:cubicBezTo>
                  <a:lnTo>
                    <a:pt x="1411" y="2794"/>
                  </a:lnTo>
                  <a:cubicBezTo>
                    <a:pt x="1420" y="2785"/>
                    <a:pt x="1429" y="2785"/>
                    <a:pt x="1439" y="2785"/>
                  </a:cubicBezTo>
                  <a:lnTo>
                    <a:pt x="2802" y="3490"/>
                  </a:lnTo>
                  <a:cubicBezTo>
                    <a:pt x="2823" y="3500"/>
                    <a:pt x="2845" y="3505"/>
                    <a:pt x="2867" y="3505"/>
                  </a:cubicBezTo>
                  <a:cubicBezTo>
                    <a:pt x="2904" y="3505"/>
                    <a:pt x="2940" y="3491"/>
                    <a:pt x="2969" y="3462"/>
                  </a:cubicBezTo>
                  <a:cubicBezTo>
                    <a:pt x="3322" y="3054"/>
                    <a:pt x="3730" y="2710"/>
                    <a:pt x="4184" y="2432"/>
                  </a:cubicBezTo>
                  <a:cubicBezTo>
                    <a:pt x="4240" y="2395"/>
                    <a:pt x="4268" y="2330"/>
                    <a:pt x="4249" y="2274"/>
                  </a:cubicBezTo>
                  <a:lnTo>
                    <a:pt x="3786" y="818"/>
                  </a:lnTo>
                  <a:cubicBezTo>
                    <a:pt x="3786" y="799"/>
                    <a:pt x="3786" y="790"/>
                    <a:pt x="3804" y="790"/>
                  </a:cubicBezTo>
                  <a:lnTo>
                    <a:pt x="5919" y="122"/>
                  </a:lnTo>
                  <a:cubicBezTo>
                    <a:pt x="5922" y="119"/>
                    <a:pt x="5925" y="118"/>
                    <a:pt x="5928" y="118"/>
                  </a:cubicBezTo>
                  <a:close/>
                  <a:moveTo>
                    <a:pt x="5925" y="1"/>
                  </a:moveTo>
                  <a:cubicBezTo>
                    <a:pt x="5910" y="1"/>
                    <a:pt x="5896" y="4"/>
                    <a:pt x="5882" y="11"/>
                  </a:cubicBezTo>
                  <a:lnTo>
                    <a:pt x="3767" y="679"/>
                  </a:lnTo>
                  <a:cubicBezTo>
                    <a:pt x="3693" y="697"/>
                    <a:pt x="3656" y="781"/>
                    <a:pt x="3674" y="846"/>
                  </a:cubicBezTo>
                  <a:lnTo>
                    <a:pt x="4138" y="2312"/>
                  </a:lnTo>
                  <a:cubicBezTo>
                    <a:pt x="4138" y="2321"/>
                    <a:pt x="4138" y="2330"/>
                    <a:pt x="4129" y="2330"/>
                  </a:cubicBezTo>
                  <a:cubicBezTo>
                    <a:pt x="3656" y="2618"/>
                    <a:pt x="3238" y="2970"/>
                    <a:pt x="2876" y="3378"/>
                  </a:cubicBezTo>
                  <a:cubicBezTo>
                    <a:pt x="2867" y="3388"/>
                    <a:pt x="2858" y="3388"/>
                    <a:pt x="2849" y="3388"/>
                  </a:cubicBezTo>
                  <a:lnTo>
                    <a:pt x="1494" y="2683"/>
                  </a:lnTo>
                  <a:cubicBezTo>
                    <a:pt x="1474" y="2671"/>
                    <a:pt x="1453" y="2666"/>
                    <a:pt x="1431" y="2666"/>
                  </a:cubicBezTo>
                  <a:cubicBezTo>
                    <a:pt x="1383" y="2666"/>
                    <a:pt x="1334" y="2693"/>
                    <a:pt x="1309" y="2738"/>
                  </a:cubicBezTo>
                  <a:lnTo>
                    <a:pt x="288" y="4714"/>
                  </a:lnTo>
                  <a:cubicBezTo>
                    <a:pt x="251" y="4779"/>
                    <a:pt x="279" y="4863"/>
                    <a:pt x="344" y="4900"/>
                  </a:cubicBezTo>
                  <a:lnTo>
                    <a:pt x="1698" y="5605"/>
                  </a:lnTo>
                  <a:cubicBezTo>
                    <a:pt x="1708" y="5605"/>
                    <a:pt x="1717" y="5614"/>
                    <a:pt x="1708" y="5623"/>
                  </a:cubicBezTo>
                  <a:cubicBezTo>
                    <a:pt x="1578" y="6161"/>
                    <a:pt x="1531" y="6709"/>
                    <a:pt x="1568" y="7256"/>
                  </a:cubicBezTo>
                  <a:cubicBezTo>
                    <a:pt x="1568" y="7265"/>
                    <a:pt x="1568" y="7275"/>
                    <a:pt x="1559" y="7275"/>
                  </a:cubicBezTo>
                  <a:lnTo>
                    <a:pt x="93" y="7738"/>
                  </a:lnTo>
                  <a:cubicBezTo>
                    <a:pt x="66" y="7748"/>
                    <a:pt x="38" y="7766"/>
                    <a:pt x="19" y="7803"/>
                  </a:cubicBezTo>
                  <a:cubicBezTo>
                    <a:pt x="1" y="7831"/>
                    <a:pt x="1" y="7868"/>
                    <a:pt x="10" y="7905"/>
                  </a:cubicBezTo>
                  <a:lnTo>
                    <a:pt x="678" y="10030"/>
                  </a:lnTo>
                  <a:cubicBezTo>
                    <a:pt x="692" y="10087"/>
                    <a:pt x="746" y="10122"/>
                    <a:pt x="803" y="10122"/>
                  </a:cubicBezTo>
                  <a:cubicBezTo>
                    <a:pt x="820" y="10122"/>
                    <a:pt x="837" y="10119"/>
                    <a:pt x="854" y="10113"/>
                  </a:cubicBezTo>
                  <a:lnTo>
                    <a:pt x="2311" y="9659"/>
                  </a:lnTo>
                  <a:cubicBezTo>
                    <a:pt x="2313" y="9656"/>
                    <a:pt x="2316" y="9655"/>
                    <a:pt x="2318" y="9655"/>
                  </a:cubicBezTo>
                  <a:cubicBezTo>
                    <a:pt x="2324" y="9655"/>
                    <a:pt x="2329" y="9661"/>
                    <a:pt x="2329" y="9668"/>
                  </a:cubicBezTo>
                  <a:cubicBezTo>
                    <a:pt x="2617" y="10132"/>
                    <a:pt x="2969" y="10558"/>
                    <a:pt x="3387" y="10920"/>
                  </a:cubicBezTo>
                  <a:cubicBezTo>
                    <a:pt x="3387" y="10920"/>
                    <a:pt x="3396" y="10930"/>
                    <a:pt x="3387" y="10939"/>
                  </a:cubicBezTo>
                  <a:lnTo>
                    <a:pt x="2682" y="12302"/>
                  </a:lnTo>
                  <a:cubicBezTo>
                    <a:pt x="2645" y="12367"/>
                    <a:pt x="2672" y="12451"/>
                    <a:pt x="2737" y="12479"/>
                  </a:cubicBezTo>
                  <a:lnTo>
                    <a:pt x="4713" y="13508"/>
                  </a:lnTo>
                  <a:cubicBezTo>
                    <a:pt x="4733" y="13520"/>
                    <a:pt x="4755" y="13525"/>
                    <a:pt x="4776" y="13525"/>
                  </a:cubicBezTo>
                  <a:cubicBezTo>
                    <a:pt x="4825" y="13525"/>
                    <a:pt x="4873" y="13498"/>
                    <a:pt x="4899" y="13453"/>
                  </a:cubicBezTo>
                  <a:lnTo>
                    <a:pt x="5604" y="12089"/>
                  </a:lnTo>
                  <a:cubicBezTo>
                    <a:pt x="5613" y="12080"/>
                    <a:pt x="5622" y="12080"/>
                    <a:pt x="5632" y="12080"/>
                  </a:cubicBezTo>
                  <a:cubicBezTo>
                    <a:pt x="6043" y="12181"/>
                    <a:pt x="6465" y="12231"/>
                    <a:pt x="6890" y="12231"/>
                  </a:cubicBezTo>
                  <a:cubicBezTo>
                    <a:pt x="7012" y="12231"/>
                    <a:pt x="7133" y="12227"/>
                    <a:pt x="7255" y="12219"/>
                  </a:cubicBezTo>
                  <a:cubicBezTo>
                    <a:pt x="7264" y="12219"/>
                    <a:pt x="7274" y="12228"/>
                    <a:pt x="7274" y="12238"/>
                  </a:cubicBezTo>
                  <a:lnTo>
                    <a:pt x="7737" y="13694"/>
                  </a:lnTo>
                  <a:cubicBezTo>
                    <a:pt x="7747" y="13731"/>
                    <a:pt x="7775" y="13759"/>
                    <a:pt x="7802" y="13777"/>
                  </a:cubicBezTo>
                  <a:cubicBezTo>
                    <a:pt x="7821" y="13787"/>
                    <a:pt x="7849" y="13787"/>
                    <a:pt x="7867" y="13787"/>
                  </a:cubicBezTo>
                  <a:lnTo>
                    <a:pt x="7904" y="13787"/>
                  </a:lnTo>
                  <a:lnTo>
                    <a:pt x="10029" y="13119"/>
                  </a:lnTo>
                  <a:cubicBezTo>
                    <a:pt x="10066" y="13100"/>
                    <a:pt x="10094" y="13082"/>
                    <a:pt x="10112" y="13045"/>
                  </a:cubicBezTo>
                  <a:cubicBezTo>
                    <a:pt x="10131" y="13017"/>
                    <a:pt x="10131" y="12980"/>
                    <a:pt x="10122" y="12943"/>
                  </a:cubicBezTo>
                  <a:lnTo>
                    <a:pt x="9658" y="11486"/>
                  </a:lnTo>
                  <a:cubicBezTo>
                    <a:pt x="9658" y="11477"/>
                    <a:pt x="9658" y="11468"/>
                    <a:pt x="9667" y="11458"/>
                  </a:cubicBezTo>
                  <a:cubicBezTo>
                    <a:pt x="10131" y="11180"/>
                    <a:pt x="10558" y="10828"/>
                    <a:pt x="10919" y="10410"/>
                  </a:cubicBezTo>
                  <a:cubicBezTo>
                    <a:pt x="10919" y="10405"/>
                    <a:pt x="10922" y="10403"/>
                    <a:pt x="10925" y="10403"/>
                  </a:cubicBezTo>
                  <a:cubicBezTo>
                    <a:pt x="10929" y="10403"/>
                    <a:pt x="10933" y="10405"/>
                    <a:pt x="10938" y="10410"/>
                  </a:cubicBezTo>
                  <a:lnTo>
                    <a:pt x="12302" y="11115"/>
                  </a:lnTo>
                  <a:cubicBezTo>
                    <a:pt x="12321" y="11123"/>
                    <a:pt x="12341" y="11127"/>
                    <a:pt x="12361" y="11127"/>
                  </a:cubicBezTo>
                  <a:cubicBezTo>
                    <a:pt x="12411" y="11127"/>
                    <a:pt x="12461" y="11103"/>
                    <a:pt x="12487" y="11050"/>
                  </a:cubicBezTo>
                  <a:lnTo>
                    <a:pt x="13508" y="9083"/>
                  </a:lnTo>
                  <a:cubicBezTo>
                    <a:pt x="13545" y="9019"/>
                    <a:pt x="13517" y="8935"/>
                    <a:pt x="13452" y="8898"/>
                  </a:cubicBezTo>
                  <a:lnTo>
                    <a:pt x="12088" y="8193"/>
                  </a:lnTo>
                  <a:cubicBezTo>
                    <a:pt x="12079" y="8184"/>
                    <a:pt x="12079" y="8174"/>
                    <a:pt x="12079" y="8165"/>
                  </a:cubicBezTo>
                  <a:cubicBezTo>
                    <a:pt x="12209" y="7636"/>
                    <a:pt x="12264" y="7089"/>
                    <a:pt x="12227" y="6542"/>
                  </a:cubicBezTo>
                  <a:cubicBezTo>
                    <a:pt x="12227" y="6532"/>
                    <a:pt x="12227" y="6523"/>
                    <a:pt x="12237" y="6523"/>
                  </a:cubicBezTo>
                  <a:lnTo>
                    <a:pt x="13693" y="6059"/>
                  </a:lnTo>
                  <a:cubicBezTo>
                    <a:pt x="13730" y="6050"/>
                    <a:pt x="13758" y="6022"/>
                    <a:pt x="13777" y="5994"/>
                  </a:cubicBezTo>
                  <a:cubicBezTo>
                    <a:pt x="13795" y="5957"/>
                    <a:pt x="13795" y="5920"/>
                    <a:pt x="13786" y="5883"/>
                  </a:cubicBezTo>
                  <a:lnTo>
                    <a:pt x="13118" y="3768"/>
                  </a:lnTo>
                  <a:cubicBezTo>
                    <a:pt x="13095" y="3706"/>
                    <a:pt x="13040" y="3670"/>
                    <a:pt x="12980" y="3670"/>
                  </a:cubicBezTo>
                  <a:cubicBezTo>
                    <a:pt x="12967" y="3670"/>
                    <a:pt x="12954" y="3672"/>
                    <a:pt x="12942" y="3675"/>
                  </a:cubicBezTo>
                  <a:lnTo>
                    <a:pt x="11485" y="4139"/>
                  </a:lnTo>
                  <a:cubicBezTo>
                    <a:pt x="11476" y="4139"/>
                    <a:pt x="11467" y="4139"/>
                    <a:pt x="11457" y="4130"/>
                  </a:cubicBezTo>
                  <a:cubicBezTo>
                    <a:pt x="11179" y="3657"/>
                    <a:pt x="10827" y="3239"/>
                    <a:pt x="10409" y="2877"/>
                  </a:cubicBezTo>
                  <a:cubicBezTo>
                    <a:pt x="10400" y="2868"/>
                    <a:pt x="10400" y="2859"/>
                    <a:pt x="10409" y="2850"/>
                  </a:cubicBezTo>
                  <a:lnTo>
                    <a:pt x="11114" y="1495"/>
                  </a:lnTo>
                  <a:cubicBezTo>
                    <a:pt x="11142" y="1430"/>
                    <a:pt x="11123" y="1347"/>
                    <a:pt x="11049" y="1310"/>
                  </a:cubicBezTo>
                  <a:lnTo>
                    <a:pt x="9083" y="289"/>
                  </a:lnTo>
                  <a:cubicBezTo>
                    <a:pt x="9063" y="278"/>
                    <a:pt x="9041" y="273"/>
                    <a:pt x="9020" y="273"/>
                  </a:cubicBezTo>
                  <a:cubicBezTo>
                    <a:pt x="8971" y="273"/>
                    <a:pt x="8923" y="300"/>
                    <a:pt x="8897" y="345"/>
                  </a:cubicBezTo>
                  <a:lnTo>
                    <a:pt x="8192" y="1699"/>
                  </a:lnTo>
                  <a:cubicBezTo>
                    <a:pt x="8185" y="1706"/>
                    <a:pt x="8179" y="1712"/>
                    <a:pt x="8172" y="1712"/>
                  </a:cubicBezTo>
                  <a:cubicBezTo>
                    <a:pt x="8170" y="1712"/>
                    <a:pt x="8167" y="1711"/>
                    <a:pt x="8164" y="1709"/>
                  </a:cubicBezTo>
                  <a:cubicBezTo>
                    <a:pt x="7753" y="1608"/>
                    <a:pt x="7330" y="1557"/>
                    <a:pt x="6905" y="1557"/>
                  </a:cubicBezTo>
                  <a:cubicBezTo>
                    <a:pt x="6784" y="1557"/>
                    <a:pt x="6662" y="1561"/>
                    <a:pt x="6541" y="1569"/>
                  </a:cubicBezTo>
                  <a:cubicBezTo>
                    <a:pt x="6531" y="1569"/>
                    <a:pt x="6522" y="1560"/>
                    <a:pt x="6522" y="1560"/>
                  </a:cubicBezTo>
                  <a:lnTo>
                    <a:pt x="6058" y="94"/>
                  </a:lnTo>
                  <a:cubicBezTo>
                    <a:pt x="6049" y="67"/>
                    <a:pt x="6021" y="39"/>
                    <a:pt x="5993" y="20"/>
                  </a:cubicBezTo>
                  <a:cubicBezTo>
                    <a:pt x="5970" y="9"/>
                    <a:pt x="5948" y="1"/>
                    <a:pt x="59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6"/>
            <p:cNvSpPr/>
            <p:nvPr/>
          </p:nvSpPr>
          <p:spPr>
            <a:xfrm>
              <a:off x="7073000" y="2596525"/>
              <a:ext cx="406100" cy="280875"/>
            </a:xfrm>
            <a:custGeom>
              <a:avLst/>
              <a:gdLst/>
              <a:ahLst/>
              <a:cxnLst/>
              <a:rect l="l" t="t" r="r" b="b"/>
              <a:pathLst>
                <a:path w="16244" h="11235" extrusionOk="0">
                  <a:moveTo>
                    <a:pt x="418" y="0"/>
                  </a:moveTo>
                  <a:cubicBezTo>
                    <a:pt x="186" y="0"/>
                    <a:pt x="0" y="186"/>
                    <a:pt x="0" y="427"/>
                  </a:cubicBezTo>
                  <a:lnTo>
                    <a:pt x="0" y="11086"/>
                  </a:lnTo>
                  <a:cubicBezTo>
                    <a:pt x="0" y="11169"/>
                    <a:pt x="65" y="11234"/>
                    <a:pt x="149" y="11234"/>
                  </a:cubicBezTo>
                  <a:lnTo>
                    <a:pt x="16095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8" y="0"/>
                    <a:pt x="15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6"/>
            <p:cNvSpPr/>
            <p:nvPr/>
          </p:nvSpPr>
          <p:spPr>
            <a:xfrm>
              <a:off x="7071375" y="2595125"/>
              <a:ext cx="409350" cy="283650"/>
            </a:xfrm>
            <a:custGeom>
              <a:avLst/>
              <a:gdLst/>
              <a:ahLst/>
              <a:cxnLst/>
              <a:rect l="l" t="t" r="r" b="b"/>
              <a:pathLst>
                <a:path w="16374" h="11346" extrusionOk="0">
                  <a:moveTo>
                    <a:pt x="15882" y="112"/>
                  </a:moveTo>
                  <a:cubicBezTo>
                    <a:pt x="16086" y="112"/>
                    <a:pt x="16253" y="279"/>
                    <a:pt x="16253" y="483"/>
                  </a:cubicBezTo>
                  <a:lnTo>
                    <a:pt x="16253" y="11142"/>
                  </a:lnTo>
                  <a:cubicBezTo>
                    <a:pt x="16253" y="11188"/>
                    <a:pt x="1621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53"/>
                    <a:pt x="93" y="11346"/>
                    <a:pt x="214" y="11346"/>
                  </a:cubicBezTo>
                  <a:lnTo>
                    <a:pt x="16160" y="11346"/>
                  </a:lnTo>
                  <a:cubicBezTo>
                    <a:pt x="16281" y="11346"/>
                    <a:pt x="16364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1" y="1"/>
                    <a:pt x="15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6"/>
            <p:cNvSpPr/>
            <p:nvPr/>
          </p:nvSpPr>
          <p:spPr>
            <a:xfrm>
              <a:off x="7102675" y="2623425"/>
              <a:ext cx="346750" cy="227075"/>
            </a:xfrm>
            <a:custGeom>
              <a:avLst/>
              <a:gdLst/>
              <a:ahLst/>
              <a:cxnLst/>
              <a:rect l="l" t="t" r="r" b="b"/>
              <a:pathLst>
                <a:path w="13870" h="9083" extrusionOk="0">
                  <a:moveTo>
                    <a:pt x="1" y="0"/>
                  </a:moveTo>
                  <a:lnTo>
                    <a:pt x="1" y="9082"/>
                  </a:lnTo>
                  <a:lnTo>
                    <a:pt x="13869" y="9082"/>
                  </a:lnTo>
                  <a:lnTo>
                    <a:pt x="13869" y="7403"/>
                  </a:lnTo>
                  <a:lnTo>
                    <a:pt x="13869" y="2097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6"/>
            <p:cNvSpPr/>
            <p:nvPr/>
          </p:nvSpPr>
          <p:spPr>
            <a:xfrm>
              <a:off x="7271525" y="2605800"/>
              <a:ext cx="9050" cy="9075"/>
            </a:xfrm>
            <a:custGeom>
              <a:avLst/>
              <a:gdLst/>
              <a:ahLst/>
              <a:cxnLst/>
              <a:rect l="l" t="t" r="r" b="b"/>
              <a:pathLst>
                <a:path w="362" h="363" extrusionOk="0">
                  <a:moveTo>
                    <a:pt x="176" y="112"/>
                  </a:moveTo>
                  <a:cubicBezTo>
                    <a:pt x="214" y="112"/>
                    <a:pt x="251" y="139"/>
                    <a:pt x="251" y="177"/>
                  </a:cubicBezTo>
                  <a:cubicBezTo>
                    <a:pt x="251" y="214"/>
                    <a:pt x="214" y="251"/>
                    <a:pt x="176" y="251"/>
                  </a:cubicBezTo>
                  <a:cubicBezTo>
                    <a:pt x="139" y="251"/>
                    <a:pt x="111" y="214"/>
                    <a:pt x="111" y="177"/>
                  </a:cubicBezTo>
                  <a:cubicBezTo>
                    <a:pt x="111" y="149"/>
                    <a:pt x="139" y="112"/>
                    <a:pt x="176" y="112"/>
                  </a:cubicBezTo>
                  <a:close/>
                  <a:moveTo>
                    <a:pt x="176" y="0"/>
                  </a:moveTo>
                  <a:cubicBezTo>
                    <a:pt x="84" y="0"/>
                    <a:pt x="0" y="84"/>
                    <a:pt x="0" y="177"/>
                  </a:cubicBezTo>
                  <a:cubicBezTo>
                    <a:pt x="0" y="279"/>
                    <a:pt x="84" y="362"/>
                    <a:pt x="176" y="362"/>
                  </a:cubicBezTo>
                  <a:cubicBezTo>
                    <a:pt x="278" y="362"/>
                    <a:pt x="362" y="279"/>
                    <a:pt x="362" y="177"/>
                  </a:cubicBezTo>
                  <a:cubicBezTo>
                    <a:pt x="362" y="84"/>
                    <a:pt x="278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6"/>
            <p:cNvSpPr/>
            <p:nvPr/>
          </p:nvSpPr>
          <p:spPr>
            <a:xfrm>
              <a:off x="7006425" y="2875275"/>
              <a:ext cx="539250" cy="36450"/>
            </a:xfrm>
            <a:custGeom>
              <a:avLst/>
              <a:gdLst/>
              <a:ahLst/>
              <a:cxnLst/>
              <a:rect l="l" t="t" r="r" b="b"/>
              <a:pathLst>
                <a:path w="21570" h="1458" extrusionOk="0">
                  <a:moveTo>
                    <a:pt x="1" y="1"/>
                  </a:moveTo>
                  <a:lnTo>
                    <a:pt x="1" y="882"/>
                  </a:lnTo>
                  <a:cubicBezTo>
                    <a:pt x="1" y="1197"/>
                    <a:pt x="251" y="1457"/>
                    <a:pt x="567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6"/>
            <p:cNvSpPr/>
            <p:nvPr/>
          </p:nvSpPr>
          <p:spPr>
            <a:xfrm>
              <a:off x="7005050" y="2873900"/>
              <a:ext cx="542000" cy="39200"/>
            </a:xfrm>
            <a:custGeom>
              <a:avLst/>
              <a:gdLst/>
              <a:ahLst/>
              <a:cxnLst/>
              <a:rect l="l" t="t" r="r" b="b"/>
              <a:pathLst>
                <a:path w="21680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8" y="1447"/>
                  </a:cubicBezTo>
                  <a:lnTo>
                    <a:pt x="622" y="1447"/>
                  </a:lnTo>
                  <a:cubicBezTo>
                    <a:pt x="343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lnTo>
                    <a:pt x="0" y="937"/>
                  </a:lnTo>
                  <a:cubicBezTo>
                    <a:pt x="0" y="1290"/>
                    <a:pt x="279" y="1568"/>
                    <a:pt x="622" y="1568"/>
                  </a:cubicBezTo>
                  <a:lnTo>
                    <a:pt x="21058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2" y="0"/>
                    <a:pt x="21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6"/>
            <p:cNvSpPr/>
            <p:nvPr/>
          </p:nvSpPr>
          <p:spPr>
            <a:xfrm>
              <a:off x="7010150" y="2901725"/>
              <a:ext cx="531800" cy="2800"/>
            </a:xfrm>
            <a:custGeom>
              <a:avLst/>
              <a:gdLst/>
              <a:ahLst/>
              <a:cxnLst/>
              <a:rect l="l" t="t" r="r" b="b"/>
              <a:pathLst>
                <a:path w="21272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21216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6"/>
            <p:cNvSpPr/>
            <p:nvPr/>
          </p:nvSpPr>
          <p:spPr>
            <a:xfrm>
              <a:off x="7224425" y="2877600"/>
              <a:ext cx="103000" cy="11400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20" y="455"/>
                  </a:lnTo>
                  <a:lnTo>
                    <a:pt x="41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6"/>
            <p:cNvSpPr/>
            <p:nvPr/>
          </p:nvSpPr>
          <p:spPr>
            <a:xfrm>
              <a:off x="7223050" y="2875975"/>
              <a:ext cx="106000" cy="14400"/>
            </a:xfrm>
            <a:custGeom>
              <a:avLst/>
              <a:gdLst/>
              <a:ahLst/>
              <a:cxnLst/>
              <a:rect l="l" t="t" r="r" b="b"/>
              <a:pathLst>
                <a:path w="4240" h="576" extrusionOk="0">
                  <a:moveTo>
                    <a:pt x="4119" y="121"/>
                  </a:moveTo>
                  <a:lnTo>
                    <a:pt x="4119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5" y="1"/>
                  </a:moveTo>
                  <a:cubicBezTo>
                    <a:pt x="28" y="1"/>
                    <a:pt x="0" y="28"/>
                    <a:pt x="0" y="65"/>
                  </a:cubicBezTo>
                  <a:lnTo>
                    <a:pt x="0" y="520"/>
                  </a:lnTo>
                  <a:cubicBezTo>
                    <a:pt x="0" y="548"/>
                    <a:pt x="28" y="576"/>
                    <a:pt x="65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6"/>
            <p:cNvSpPr/>
            <p:nvPr/>
          </p:nvSpPr>
          <p:spPr>
            <a:xfrm>
              <a:off x="7171800" y="2666550"/>
              <a:ext cx="186025" cy="158900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7" y="1"/>
                  </a:moveTo>
                  <a:cubicBezTo>
                    <a:pt x="139" y="1"/>
                    <a:pt x="0" y="131"/>
                    <a:pt x="0" y="298"/>
                  </a:cubicBezTo>
                  <a:lnTo>
                    <a:pt x="0" y="6058"/>
                  </a:lnTo>
                  <a:cubicBezTo>
                    <a:pt x="0" y="6225"/>
                    <a:pt x="139" y="6355"/>
                    <a:pt x="297" y="6355"/>
                  </a:cubicBezTo>
                  <a:lnTo>
                    <a:pt x="7143" y="6355"/>
                  </a:lnTo>
                  <a:cubicBezTo>
                    <a:pt x="7301" y="6355"/>
                    <a:pt x="7440" y="6225"/>
                    <a:pt x="7431" y="6058"/>
                  </a:cubicBezTo>
                  <a:lnTo>
                    <a:pt x="7431" y="298"/>
                  </a:lnTo>
                  <a:cubicBezTo>
                    <a:pt x="7431" y="131"/>
                    <a:pt x="7301" y="1"/>
                    <a:pt x="7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6"/>
            <p:cNvSpPr/>
            <p:nvPr/>
          </p:nvSpPr>
          <p:spPr>
            <a:xfrm>
              <a:off x="7184075" y="2654025"/>
              <a:ext cx="186025" cy="158900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9" y="1"/>
                    <a:pt x="1" y="159"/>
                    <a:pt x="1" y="344"/>
                  </a:cubicBezTo>
                  <a:lnTo>
                    <a:pt x="1" y="6012"/>
                  </a:lnTo>
                  <a:cubicBezTo>
                    <a:pt x="1" y="6198"/>
                    <a:pt x="159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1" y="6198"/>
                    <a:pt x="7441" y="6012"/>
                  </a:cubicBezTo>
                  <a:lnTo>
                    <a:pt x="7441" y="344"/>
                  </a:lnTo>
                  <a:cubicBezTo>
                    <a:pt x="7441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6"/>
            <p:cNvSpPr/>
            <p:nvPr/>
          </p:nvSpPr>
          <p:spPr>
            <a:xfrm>
              <a:off x="7182700" y="2652400"/>
              <a:ext cx="188800" cy="162150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3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3" y="6365"/>
                  </a:cubicBezTo>
                  <a:lnTo>
                    <a:pt x="408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8" y="121"/>
                  </a:cubicBezTo>
                  <a:close/>
                  <a:moveTo>
                    <a:pt x="408" y="1"/>
                  </a:moveTo>
                  <a:cubicBezTo>
                    <a:pt x="186" y="1"/>
                    <a:pt x="0" y="186"/>
                    <a:pt x="0" y="409"/>
                  </a:cubicBezTo>
                  <a:lnTo>
                    <a:pt x="0" y="6077"/>
                  </a:lnTo>
                  <a:cubicBezTo>
                    <a:pt x="0" y="6300"/>
                    <a:pt x="186" y="6485"/>
                    <a:pt x="408" y="6485"/>
                  </a:cubicBezTo>
                  <a:lnTo>
                    <a:pt x="7143" y="6485"/>
                  </a:lnTo>
                  <a:cubicBezTo>
                    <a:pt x="7366" y="6485"/>
                    <a:pt x="7551" y="6300"/>
                    <a:pt x="7551" y="6077"/>
                  </a:cubicBezTo>
                  <a:lnTo>
                    <a:pt x="7551" y="409"/>
                  </a:lnTo>
                  <a:cubicBezTo>
                    <a:pt x="7551" y="186"/>
                    <a:pt x="7366" y="1"/>
                    <a:pt x="7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6"/>
            <p:cNvSpPr/>
            <p:nvPr/>
          </p:nvSpPr>
          <p:spPr>
            <a:xfrm>
              <a:off x="7212850" y="2737750"/>
              <a:ext cx="128275" cy="17200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39" y="1"/>
                    <a:pt x="0" y="140"/>
                    <a:pt x="0" y="325"/>
                  </a:cubicBezTo>
                  <a:lnTo>
                    <a:pt x="0" y="362"/>
                  </a:lnTo>
                  <a:cubicBezTo>
                    <a:pt x="0" y="539"/>
                    <a:pt x="139" y="687"/>
                    <a:pt x="316" y="687"/>
                  </a:cubicBezTo>
                  <a:lnTo>
                    <a:pt x="4805" y="687"/>
                  </a:lnTo>
                  <a:cubicBezTo>
                    <a:pt x="4982" y="687"/>
                    <a:pt x="5130" y="539"/>
                    <a:pt x="5130" y="362"/>
                  </a:cubicBezTo>
                  <a:lnTo>
                    <a:pt x="5130" y="325"/>
                  </a:lnTo>
                  <a:cubicBezTo>
                    <a:pt x="5130" y="140"/>
                    <a:pt x="4982" y="1"/>
                    <a:pt x="48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6"/>
            <p:cNvSpPr/>
            <p:nvPr/>
          </p:nvSpPr>
          <p:spPr>
            <a:xfrm>
              <a:off x="7211225" y="2736375"/>
              <a:ext cx="131275" cy="19950"/>
            </a:xfrm>
            <a:custGeom>
              <a:avLst/>
              <a:gdLst/>
              <a:ahLst/>
              <a:cxnLst/>
              <a:rect l="l" t="t" r="r" b="b"/>
              <a:pathLst>
                <a:path w="5251" h="798" extrusionOk="0">
                  <a:moveTo>
                    <a:pt x="4870" y="111"/>
                  </a:moveTo>
                  <a:cubicBezTo>
                    <a:pt x="5019" y="111"/>
                    <a:pt x="5130" y="232"/>
                    <a:pt x="5130" y="380"/>
                  </a:cubicBezTo>
                  <a:lnTo>
                    <a:pt x="5130" y="417"/>
                  </a:lnTo>
                  <a:cubicBezTo>
                    <a:pt x="5130" y="566"/>
                    <a:pt x="5019" y="677"/>
                    <a:pt x="4870" y="677"/>
                  </a:cubicBezTo>
                  <a:lnTo>
                    <a:pt x="381" y="677"/>
                  </a:lnTo>
                  <a:cubicBezTo>
                    <a:pt x="241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1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6" y="0"/>
                    <a:pt x="0" y="167"/>
                    <a:pt x="0" y="380"/>
                  </a:cubicBezTo>
                  <a:lnTo>
                    <a:pt x="0" y="417"/>
                  </a:lnTo>
                  <a:cubicBezTo>
                    <a:pt x="0" y="631"/>
                    <a:pt x="176" y="798"/>
                    <a:pt x="381" y="798"/>
                  </a:cubicBezTo>
                  <a:lnTo>
                    <a:pt x="4870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6"/>
            <p:cNvSpPr/>
            <p:nvPr/>
          </p:nvSpPr>
          <p:spPr>
            <a:xfrm>
              <a:off x="7226750" y="2742400"/>
              <a:ext cx="99525" cy="7200"/>
            </a:xfrm>
            <a:custGeom>
              <a:avLst/>
              <a:gdLst/>
              <a:ahLst/>
              <a:cxnLst/>
              <a:rect l="l" t="t" r="r" b="b"/>
              <a:pathLst>
                <a:path w="3981" h="288" extrusionOk="0">
                  <a:moveTo>
                    <a:pt x="3851" y="56"/>
                  </a:moveTo>
                  <a:cubicBezTo>
                    <a:pt x="3888" y="56"/>
                    <a:pt x="3925" y="93"/>
                    <a:pt x="3925" y="130"/>
                  </a:cubicBezTo>
                  <a:lnTo>
                    <a:pt x="3925" y="149"/>
                  </a:lnTo>
                  <a:cubicBezTo>
                    <a:pt x="3925" y="195"/>
                    <a:pt x="3888" y="223"/>
                    <a:pt x="3851" y="223"/>
                  </a:cubicBezTo>
                  <a:lnTo>
                    <a:pt x="140" y="223"/>
                  </a:lnTo>
                  <a:cubicBezTo>
                    <a:pt x="94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4" y="56"/>
                    <a:pt x="140" y="56"/>
                  </a:cubicBezTo>
                  <a:close/>
                  <a:moveTo>
                    <a:pt x="131" y="0"/>
                  </a:moveTo>
                  <a:cubicBezTo>
                    <a:pt x="56" y="0"/>
                    <a:pt x="1" y="56"/>
                    <a:pt x="1" y="139"/>
                  </a:cubicBezTo>
                  <a:lnTo>
                    <a:pt x="1" y="149"/>
                  </a:lnTo>
                  <a:cubicBezTo>
                    <a:pt x="1" y="223"/>
                    <a:pt x="56" y="288"/>
                    <a:pt x="131" y="288"/>
                  </a:cubicBezTo>
                  <a:lnTo>
                    <a:pt x="3841" y="288"/>
                  </a:lnTo>
                  <a:cubicBezTo>
                    <a:pt x="3925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5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6"/>
            <p:cNvSpPr/>
            <p:nvPr/>
          </p:nvSpPr>
          <p:spPr>
            <a:xfrm>
              <a:off x="7234875" y="2764425"/>
              <a:ext cx="83975" cy="10000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205" y="0"/>
                  </a:moveTo>
                  <a:cubicBezTo>
                    <a:pt x="93" y="0"/>
                    <a:pt x="0" y="93"/>
                    <a:pt x="0" y="205"/>
                  </a:cubicBezTo>
                  <a:cubicBezTo>
                    <a:pt x="0" y="316"/>
                    <a:pt x="93" y="399"/>
                    <a:pt x="205" y="399"/>
                  </a:cubicBezTo>
                  <a:lnTo>
                    <a:pt x="3164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6"/>
            <p:cNvSpPr/>
            <p:nvPr/>
          </p:nvSpPr>
          <p:spPr>
            <a:xfrm>
              <a:off x="7233475" y="2763025"/>
              <a:ext cx="86775" cy="13025"/>
            </a:xfrm>
            <a:custGeom>
              <a:avLst/>
              <a:gdLst/>
              <a:ahLst/>
              <a:cxnLst/>
              <a:rect l="l" t="t" r="r" b="b"/>
              <a:pathLst>
                <a:path w="3471" h="521" extrusionOk="0">
                  <a:moveTo>
                    <a:pt x="3211" y="121"/>
                  </a:moveTo>
                  <a:cubicBezTo>
                    <a:pt x="3294" y="121"/>
                    <a:pt x="3359" y="177"/>
                    <a:pt x="3359" y="261"/>
                  </a:cubicBezTo>
                  <a:cubicBezTo>
                    <a:pt x="3359" y="335"/>
                    <a:pt x="3294" y="400"/>
                    <a:pt x="3211" y="400"/>
                  </a:cubicBezTo>
                  <a:lnTo>
                    <a:pt x="261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1" y="121"/>
                  </a:cubicBezTo>
                  <a:close/>
                  <a:moveTo>
                    <a:pt x="261" y="1"/>
                  </a:moveTo>
                  <a:cubicBezTo>
                    <a:pt x="121" y="1"/>
                    <a:pt x="1" y="112"/>
                    <a:pt x="1" y="261"/>
                  </a:cubicBezTo>
                  <a:cubicBezTo>
                    <a:pt x="1" y="400"/>
                    <a:pt x="112" y="520"/>
                    <a:pt x="261" y="520"/>
                  </a:cubicBezTo>
                  <a:lnTo>
                    <a:pt x="3220" y="520"/>
                  </a:lnTo>
                  <a:cubicBezTo>
                    <a:pt x="3359" y="520"/>
                    <a:pt x="3470" y="400"/>
                    <a:pt x="3470" y="261"/>
                  </a:cubicBezTo>
                  <a:cubicBezTo>
                    <a:pt x="3470" y="112"/>
                    <a:pt x="3359" y="1"/>
                    <a:pt x="3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6"/>
            <p:cNvSpPr/>
            <p:nvPr/>
          </p:nvSpPr>
          <p:spPr>
            <a:xfrm>
              <a:off x="7251800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6"/>
            <p:cNvSpPr/>
            <p:nvPr/>
          </p:nvSpPr>
          <p:spPr>
            <a:xfrm>
              <a:off x="7261075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49" y="195"/>
                    <a:pt x="196" y="158"/>
                    <a:pt x="196" y="103"/>
                  </a:cubicBezTo>
                  <a:cubicBezTo>
                    <a:pt x="196" y="47"/>
                    <a:pt x="14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6"/>
            <p:cNvSpPr/>
            <p:nvPr/>
          </p:nvSpPr>
          <p:spPr>
            <a:xfrm>
              <a:off x="7269900" y="2766975"/>
              <a:ext cx="4650" cy="4900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65"/>
                  </a:moveTo>
                  <a:cubicBezTo>
                    <a:pt x="112" y="65"/>
                    <a:pt x="130" y="84"/>
                    <a:pt x="130" y="103"/>
                  </a:cubicBezTo>
                  <a:cubicBezTo>
                    <a:pt x="130" y="121"/>
                    <a:pt x="112" y="140"/>
                    <a:pt x="93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93" y="65"/>
                  </a:cubicBezTo>
                  <a:close/>
                  <a:moveTo>
                    <a:pt x="93" y="1"/>
                  </a:moveTo>
                  <a:cubicBezTo>
                    <a:pt x="37" y="1"/>
                    <a:pt x="0" y="47"/>
                    <a:pt x="0" y="103"/>
                  </a:cubicBezTo>
                  <a:cubicBezTo>
                    <a:pt x="0" y="158"/>
                    <a:pt x="37" y="195"/>
                    <a:pt x="93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6"/>
            <p:cNvSpPr/>
            <p:nvPr/>
          </p:nvSpPr>
          <p:spPr>
            <a:xfrm>
              <a:off x="7278950" y="27669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6" y="1"/>
                    <a:pt x="0" y="47"/>
                    <a:pt x="0" y="103"/>
                  </a:cubicBezTo>
                  <a:cubicBezTo>
                    <a:pt x="0" y="158"/>
                    <a:pt x="46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6"/>
            <p:cNvSpPr/>
            <p:nvPr/>
          </p:nvSpPr>
          <p:spPr>
            <a:xfrm>
              <a:off x="7287975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75" y="140"/>
                    <a:pt x="66" y="121"/>
                    <a:pt x="66" y="103"/>
                  </a:cubicBezTo>
                  <a:cubicBezTo>
                    <a:pt x="66" y="84"/>
                    <a:pt x="84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59" y="195"/>
                    <a:pt x="196" y="158"/>
                    <a:pt x="196" y="103"/>
                  </a:cubicBezTo>
                  <a:cubicBezTo>
                    <a:pt x="196" y="47"/>
                    <a:pt x="15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6"/>
            <p:cNvSpPr/>
            <p:nvPr/>
          </p:nvSpPr>
          <p:spPr>
            <a:xfrm>
              <a:off x="7297250" y="27669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3" y="140"/>
                  </a:cubicBezTo>
                  <a:cubicBezTo>
                    <a:pt x="84" y="140"/>
                    <a:pt x="66" y="121"/>
                    <a:pt x="66" y="103"/>
                  </a:cubicBezTo>
                  <a:cubicBezTo>
                    <a:pt x="66" y="84"/>
                    <a:pt x="84" y="65"/>
                    <a:pt x="103" y="65"/>
                  </a:cubicBezTo>
                  <a:close/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cubicBezTo>
                    <a:pt x="1" y="158"/>
                    <a:pt x="47" y="195"/>
                    <a:pt x="103" y="195"/>
                  </a:cubicBezTo>
                  <a:cubicBezTo>
                    <a:pt x="159" y="195"/>
                    <a:pt x="196" y="158"/>
                    <a:pt x="196" y="103"/>
                  </a:cubicBezTo>
                  <a:cubicBezTo>
                    <a:pt x="196" y="47"/>
                    <a:pt x="159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6"/>
            <p:cNvSpPr/>
            <p:nvPr/>
          </p:nvSpPr>
          <p:spPr>
            <a:xfrm>
              <a:off x="7249950" y="2672575"/>
              <a:ext cx="53825" cy="53850"/>
            </a:xfrm>
            <a:custGeom>
              <a:avLst/>
              <a:gdLst/>
              <a:ahLst/>
              <a:cxnLst/>
              <a:rect l="l" t="t" r="r" b="b"/>
              <a:pathLst>
                <a:path w="2153" h="2154" extrusionOk="0">
                  <a:moveTo>
                    <a:pt x="1077" y="1"/>
                  </a:moveTo>
                  <a:cubicBezTo>
                    <a:pt x="483" y="1"/>
                    <a:pt x="0" y="483"/>
                    <a:pt x="0" y="1077"/>
                  </a:cubicBezTo>
                  <a:cubicBezTo>
                    <a:pt x="0" y="1671"/>
                    <a:pt x="483" y="2153"/>
                    <a:pt x="1077" y="2153"/>
                  </a:cubicBezTo>
                  <a:cubicBezTo>
                    <a:pt x="1670" y="2153"/>
                    <a:pt x="2153" y="1671"/>
                    <a:pt x="2153" y="1077"/>
                  </a:cubicBezTo>
                  <a:cubicBezTo>
                    <a:pt x="2153" y="483"/>
                    <a:pt x="1670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6"/>
            <p:cNvSpPr/>
            <p:nvPr/>
          </p:nvSpPr>
          <p:spPr>
            <a:xfrm>
              <a:off x="7248550" y="2671200"/>
              <a:ext cx="56625" cy="56600"/>
            </a:xfrm>
            <a:custGeom>
              <a:avLst/>
              <a:gdLst/>
              <a:ahLst/>
              <a:cxnLst/>
              <a:rect l="l" t="t" r="r" b="b"/>
              <a:pathLst>
                <a:path w="2265" h="2264" extrusionOk="0">
                  <a:moveTo>
                    <a:pt x="1133" y="112"/>
                  </a:moveTo>
                  <a:cubicBezTo>
                    <a:pt x="1698" y="112"/>
                    <a:pt x="2153" y="575"/>
                    <a:pt x="2153" y="1132"/>
                  </a:cubicBezTo>
                  <a:cubicBezTo>
                    <a:pt x="2153" y="1689"/>
                    <a:pt x="1698" y="2152"/>
                    <a:pt x="1133" y="2152"/>
                  </a:cubicBezTo>
                  <a:cubicBezTo>
                    <a:pt x="576" y="2152"/>
                    <a:pt x="121" y="1689"/>
                    <a:pt x="121" y="1132"/>
                  </a:cubicBezTo>
                  <a:cubicBezTo>
                    <a:pt x="121" y="575"/>
                    <a:pt x="576" y="112"/>
                    <a:pt x="1133" y="112"/>
                  </a:cubicBezTo>
                  <a:close/>
                  <a:moveTo>
                    <a:pt x="1133" y="0"/>
                  </a:moveTo>
                  <a:cubicBezTo>
                    <a:pt x="511" y="0"/>
                    <a:pt x="1" y="510"/>
                    <a:pt x="1" y="1132"/>
                  </a:cubicBezTo>
                  <a:cubicBezTo>
                    <a:pt x="1" y="1754"/>
                    <a:pt x="511" y="2264"/>
                    <a:pt x="1133" y="2264"/>
                  </a:cubicBezTo>
                  <a:cubicBezTo>
                    <a:pt x="1754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6"/>
            <p:cNvSpPr/>
            <p:nvPr/>
          </p:nvSpPr>
          <p:spPr>
            <a:xfrm>
              <a:off x="7265025" y="2701100"/>
              <a:ext cx="23900" cy="12100"/>
            </a:xfrm>
            <a:custGeom>
              <a:avLst/>
              <a:gdLst/>
              <a:ahLst/>
              <a:cxnLst/>
              <a:rect l="l" t="t" r="r" b="b"/>
              <a:pathLst>
                <a:path w="956" h="484" extrusionOk="0">
                  <a:moveTo>
                    <a:pt x="474" y="1"/>
                  </a:moveTo>
                  <a:cubicBezTo>
                    <a:pt x="214" y="1"/>
                    <a:pt x="0" y="214"/>
                    <a:pt x="0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6"/>
            <p:cNvSpPr/>
            <p:nvPr/>
          </p:nvSpPr>
          <p:spPr>
            <a:xfrm>
              <a:off x="7263400" y="2699725"/>
              <a:ext cx="26925" cy="14875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9" y="112"/>
                  </a:moveTo>
                  <a:cubicBezTo>
                    <a:pt x="752" y="112"/>
                    <a:pt x="928" y="269"/>
                    <a:pt x="956" y="473"/>
                  </a:cubicBezTo>
                  <a:lnTo>
                    <a:pt x="121" y="473"/>
                  </a:lnTo>
                  <a:cubicBezTo>
                    <a:pt x="149" y="269"/>
                    <a:pt x="325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0" y="241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5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6"/>
            <p:cNvSpPr/>
            <p:nvPr/>
          </p:nvSpPr>
          <p:spPr>
            <a:xfrm>
              <a:off x="7270125" y="2685800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79" y="1"/>
                  </a:moveTo>
                  <a:cubicBezTo>
                    <a:pt x="121" y="1"/>
                    <a:pt x="1" y="131"/>
                    <a:pt x="1" y="279"/>
                  </a:cubicBezTo>
                  <a:cubicBezTo>
                    <a:pt x="1" y="427"/>
                    <a:pt x="121" y="548"/>
                    <a:pt x="279" y="548"/>
                  </a:cubicBezTo>
                  <a:cubicBezTo>
                    <a:pt x="427" y="548"/>
                    <a:pt x="548" y="427"/>
                    <a:pt x="548" y="279"/>
                  </a:cubicBezTo>
                  <a:cubicBezTo>
                    <a:pt x="548" y="131"/>
                    <a:pt x="427" y="1"/>
                    <a:pt x="2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6"/>
            <p:cNvSpPr/>
            <p:nvPr/>
          </p:nvSpPr>
          <p:spPr>
            <a:xfrm>
              <a:off x="7268725" y="26844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335" y="121"/>
                  </a:moveTo>
                  <a:cubicBezTo>
                    <a:pt x="446" y="121"/>
                    <a:pt x="539" y="213"/>
                    <a:pt x="548" y="334"/>
                  </a:cubicBezTo>
                  <a:cubicBezTo>
                    <a:pt x="548" y="445"/>
                    <a:pt x="446" y="547"/>
                    <a:pt x="335" y="547"/>
                  </a:cubicBezTo>
                  <a:cubicBezTo>
                    <a:pt x="214" y="547"/>
                    <a:pt x="121" y="445"/>
                    <a:pt x="121" y="334"/>
                  </a:cubicBezTo>
                  <a:cubicBezTo>
                    <a:pt x="121" y="213"/>
                    <a:pt x="214" y="121"/>
                    <a:pt x="335" y="121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8"/>
                    <a:pt x="1" y="334"/>
                  </a:cubicBezTo>
                  <a:cubicBezTo>
                    <a:pt x="1" y="510"/>
                    <a:pt x="149" y="659"/>
                    <a:pt x="33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6"/>
            <p:cNvSpPr/>
            <p:nvPr/>
          </p:nvSpPr>
          <p:spPr>
            <a:xfrm>
              <a:off x="7257150" y="2782525"/>
              <a:ext cx="39675" cy="1230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1" y="0"/>
                  </a:moveTo>
                  <a:cubicBezTo>
                    <a:pt x="111" y="0"/>
                    <a:pt x="0" y="111"/>
                    <a:pt x="0" y="251"/>
                  </a:cubicBezTo>
                  <a:cubicBezTo>
                    <a:pt x="0" y="380"/>
                    <a:pt x="111" y="492"/>
                    <a:pt x="241" y="492"/>
                  </a:cubicBezTo>
                  <a:lnTo>
                    <a:pt x="1336" y="492"/>
                  </a:lnTo>
                  <a:cubicBezTo>
                    <a:pt x="1475" y="492"/>
                    <a:pt x="1586" y="380"/>
                    <a:pt x="1586" y="251"/>
                  </a:cubicBezTo>
                  <a:cubicBezTo>
                    <a:pt x="1586" y="111"/>
                    <a:pt x="1475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6"/>
            <p:cNvSpPr/>
            <p:nvPr/>
          </p:nvSpPr>
          <p:spPr>
            <a:xfrm>
              <a:off x="7255525" y="2781125"/>
              <a:ext cx="42675" cy="15100"/>
            </a:xfrm>
            <a:custGeom>
              <a:avLst/>
              <a:gdLst/>
              <a:ahLst/>
              <a:cxnLst/>
              <a:rect l="l" t="t" r="r" b="b"/>
              <a:pathLst>
                <a:path w="1707" h="604" extrusionOk="0">
                  <a:moveTo>
                    <a:pt x="1401" y="112"/>
                  </a:moveTo>
                  <a:cubicBezTo>
                    <a:pt x="1503" y="112"/>
                    <a:pt x="1586" y="195"/>
                    <a:pt x="1586" y="307"/>
                  </a:cubicBezTo>
                  <a:cubicBezTo>
                    <a:pt x="1586" y="409"/>
                    <a:pt x="1503" y="492"/>
                    <a:pt x="1401" y="492"/>
                  </a:cubicBezTo>
                  <a:lnTo>
                    <a:pt x="306" y="492"/>
                  </a:lnTo>
                  <a:cubicBezTo>
                    <a:pt x="204" y="492"/>
                    <a:pt x="121" y="409"/>
                    <a:pt x="121" y="307"/>
                  </a:cubicBezTo>
                  <a:cubicBezTo>
                    <a:pt x="121" y="195"/>
                    <a:pt x="204" y="112"/>
                    <a:pt x="306" y="112"/>
                  </a:cubicBezTo>
                  <a:close/>
                  <a:moveTo>
                    <a:pt x="306" y="0"/>
                  </a:moveTo>
                  <a:cubicBezTo>
                    <a:pt x="139" y="0"/>
                    <a:pt x="0" y="130"/>
                    <a:pt x="0" y="307"/>
                  </a:cubicBezTo>
                  <a:cubicBezTo>
                    <a:pt x="0" y="474"/>
                    <a:pt x="139" y="603"/>
                    <a:pt x="306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6"/>
            <p:cNvSpPr/>
            <p:nvPr/>
          </p:nvSpPr>
          <p:spPr>
            <a:xfrm>
              <a:off x="7359875" y="1832850"/>
              <a:ext cx="241000" cy="240000"/>
            </a:xfrm>
            <a:custGeom>
              <a:avLst/>
              <a:gdLst/>
              <a:ahLst/>
              <a:cxnLst/>
              <a:rect l="l" t="t" r="r" b="b"/>
              <a:pathLst>
                <a:path w="9640" h="9600" extrusionOk="0">
                  <a:moveTo>
                    <a:pt x="4833" y="2576"/>
                  </a:moveTo>
                  <a:cubicBezTo>
                    <a:pt x="5983" y="2576"/>
                    <a:pt x="6996" y="3477"/>
                    <a:pt x="7042" y="4721"/>
                  </a:cubicBezTo>
                  <a:cubicBezTo>
                    <a:pt x="7069" y="5565"/>
                    <a:pt x="6420" y="6558"/>
                    <a:pt x="5632" y="6855"/>
                  </a:cubicBezTo>
                  <a:cubicBezTo>
                    <a:pt x="5362" y="6957"/>
                    <a:pt x="5090" y="7005"/>
                    <a:pt x="4825" y="7005"/>
                  </a:cubicBezTo>
                  <a:cubicBezTo>
                    <a:pt x="3675" y="7005"/>
                    <a:pt x="2662" y="6104"/>
                    <a:pt x="2617" y="4860"/>
                  </a:cubicBezTo>
                  <a:cubicBezTo>
                    <a:pt x="2580" y="4016"/>
                    <a:pt x="3238" y="3023"/>
                    <a:pt x="4027" y="2727"/>
                  </a:cubicBezTo>
                  <a:cubicBezTo>
                    <a:pt x="4296" y="2624"/>
                    <a:pt x="4568" y="2576"/>
                    <a:pt x="4833" y="2576"/>
                  </a:cubicBezTo>
                  <a:close/>
                  <a:moveTo>
                    <a:pt x="4067" y="0"/>
                  </a:moveTo>
                  <a:cubicBezTo>
                    <a:pt x="4051" y="0"/>
                    <a:pt x="4034" y="3"/>
                    <a:pt x="4017" y="8"/>
                  </a:cubicBezTo>
                  <a:lnTo>
                    <a:pt x="2709" y="426"/>
                  </a:lnTo>
                  <a:cubicBezTo>
                    <a:pt x="2635" y="444"/>
                    <a:pt x="2589" y="537"/>
                    <a:pt x="2617" y="611"/>
                  </a:cubicBezTo>
                  <a:lnTo>
                    <a:pt x="2886" y="1483"/>
                  </a:lnTo>
                  <a:cubicBezTo>
                    <a:pt x="2904" y="1548"/>
                    <a:pt x="2876" y="1613"/>
                    <a:pt x="2821" y="1650"/>
                  </a:cubicBezTo>
                  <a:cubicBezTo>
                    <a:pt x="2533" y="1836"/>
                    <a:pt x="2283" y="2049"/>
                    <a:pt x="2060" y="2291"/>
                  </a:cubicBezTo>
                  <a:cubicBezTo>
                    <a:pt x="2030" y="2326"/>
                    <a:pt x="1989" y="2343"/>
                    <a:pt x="1946" y="2343"/>
                  </a:cubicBezTo>
                  <a:cubicBezTo>
                    <a:pt x="1922" y="2343"/>
                    <a:pt x="1898" y="2338"/>
                    <a:pt x="1874" y="2328"/>
                  </a:cubicBezTo>
                  <a:lnTo>
                    <a:pt x="1077" y="1910"/>
                  </a:lnTo>
                  <a:cubicBezTo>
                    <a:pt x="1052" y="1899"/>
                    <a:pt x="1026" y="1894"/>
                    <a:pt x="1001" y="1894"/>
                  </a:cubicBezTo>
                  <a:cubicBezTo>
                    <a:pt x="943" y="1894"/>
                    <a:pt x="889" y="1923"/>
                    <a:pt x="863" y="1975"/>
                  </a:cubicBezTo>
                  <a:lnTo>
                    <a:pt x="233" y="3190"/>
                  </a:lnTo>
                  <a:cubicBezTo>
                    <a:pt x="195" y="3265"/>
                    <a:pt x="223" y="3357"/>
                    <a:pt x="297" y="3404"/>
                  </a:cubicBezTo>
                  <a:lnTo>
                    <a:pt x="1105" y="3821"/>
                  </a:lnTo>
                  <a:cubicBezTo>
                    <a:pt x="1160" y="3849"/>
                    <a:pt x="1197" y="3923"/>
                    <a:pt x="1179" y="3988"/>
                  </a:cubicBezTo>
                  <a:cubicBezTo>
                    <a:pt x="1105" y="4304"/>
                    <a:pt x="1077" y="4638"/>
                    <a:pt x="1095" y="4971"/>
                  </a:cubicBezTo>
                  <a:cubicBezTo>
                    <a:pt x="1095" y="5046"/>
                    <a:pt x="1058" y="5111"/>
                    <a:pt x="984" y="5129"/>
                  </a:cubicBezTo>
                  <a:lnTo>
                    <a:pt x="121" y="5398"/>
                  </a:lnTo>
                  <a:cubicBezTo>
                    <a:pt x="47" y="5426"/>
                    <a:pt x="1" y="5519"/>
                    <a:pt x="19" y="5593"/>
                  </a:cubicBezTo>
                  <a:lnTo>
                    <a:pt x="437" y="6901"/>
                  </a:lnTo>
                  <a:cubicBezTo>
                    <a:pt x="459" y="6968"/>
                    <a:pt x="517" y="7011"/>
                    <a:pt x="582" y="7011"/>
                  </a:cubicBezTo>
                  <a:cubicBezTo>
                    <a:pt x="598" y="7011"/>
                    <a:pt x="615" y="7009"/>
                    <a:pt x="631" y="7003"/>
                  </a:cubicBezTo>
                  <a:lnTo>
                    <a:pt x="1494" y="6734"/>
                  </a:lnTo>
                  <a:cubicBezTo>
                    <a:pt x="1508" y="6730"/>
                    <a:pt x="1522" y="6728"/>
                    <a:pt x="1536" y="6728"/>
                  </a:cubicBezTo>
                  <a:cubicBezTo>
                    <a:pt x="1588" y="6728"/>
                    <a:pt x="1641" y="6755"/>
                    <a:pt x="1670" y="6799"/>
                  </a:cubicBezTo>
                  <a:cubicBezTo>
                    <a:pt x="1847" y="7087"/>
                    <a:pt x="2069" y="7337"/>
                    <a:pt x="2310" y="7560"/>
                  </a:cubicBezTo>
                  <a:cubicBezTo>
                    <a:pt x="2357" y="7606"/>
                    <a:pt x="2375" y="7680"/>
                    <a:pt x="2338" y="7745"/>
                  </a:cubicBezTo>
                  <a:lnTo>
                    <a:pt x="1921" y="8543"/>
                  </a:lnTo>
                  <a:cubicBezTo>
                    <a:pt x="1884" y="8617"/>
                    <a:pt x="1912" y="8710"/>
                    <a:pt x="1995" y="8756"/>
                  </a:cubicBezTo>
                  <a:lnTo>
                    <a:pt x="3210" y="9387"/>
                  </a:lnTo>
                  <a:cubicBezTo>
                    <a:pt x="3232" y="9398"/>
                    <a:pt x="3256" y="9404"/>
                    <a:pt x="3280" y="9404"/>
                  </a:cubicBezTo>
                  <a:cubicBezTo>
                    <a:pt x="3335" y="9404"/>
                    <a:pt x="3388" y="9374"/>
                    <a:pt x="3414" y="9322"/>
                  </a:cubicBezTo>
                  <a:lnTo>
                    <a:pt x="3832" y="8515"/>
                  </a:lnTo>
                  <a:cubicBezTo>
                    <a:pt x="3861" y="8463"/>
                    <a:pt x="3909" y="8435"/>
                    <a:pt x="3964" y="8435"/>
                  </a:cubicBezTo>
                  <a:cubicBezTo>
                    <a:pt x="3978" y="8435"/>
                    <a:pt x="3993" y="8437"/>
                    <a:pt x="4008" y="8441"/>
                  </a:cubicBezTo>
                  <a:cubicBezTo>
                    <a:pt x="4260" y="8500"/>
                    <a:pt x="4525" y="8530"/>
                    <a:pt x="4791" y="8530"/>
                  </a:cubicBezTo>
                  <a:cubicBezTo>
                    <a:pt x="4858" y="8530"/>
                    <a:pt x="4925" y="8528"/>
                    <a:pt x="4991" y="8524"/>
                  </a:cubicBezTo>
                  <a:cubicBezTo>
                    <a:pt x="5056" y="8524"/>
                    <a:pt x="5121" y="8562"/>
                    <a:pt x="5149" y="8626"/>
                  </a:cubicBezTo>
                  <a:lnTo>
                    <a:pt x="5418" y="9498"/>
                  </a:lnTo>
                  <a:cubicBezTo>
                    <a:pt x="5440" y="9558"/>
                    <a:pt x="5498" y="9599"/>
                    <a:pt x="5563" y="9599"/>
                  </a:cubicBezTo>
                  <a:cubicBezTo>
                    <a:pt x="5580" y="9599"/>
                    <a:pt x="5596" y="9597"/>
                    <a:pt x="5613" y="9591"/>
                  </a:cubicBezTo>
                  <a:lnTo>
                    <a:pt x="6921" y="9183"/>
                  </a:lnTo>
                  <a:cubicBezTo>
                    <a:pt x="7004" y="9155"/>
                    <a:pt x="7042" y="9072"/>
                    <a:pt x="7023" y="8988"/>
                  </a:cubicBezTo>
                  <a:lnTo>
                    <a:pt x="6745" y="8126"/>
                  </a:lnTo>
                  <a:cubicBezTo>
                    <a:pt x="6726" y="8061"/>
                    <a:pt x="6754" y="7986"/>
                    <a:pt x="6810" y="7949"/>
                  </a:cubicBezTo>
                  <a:cubicBezTo>
                    <a:pt x="7097" y="7764"/>
                    <a:pt x="7348" y="7550"/>
                    <a:pt x="7570" y="7309"/>
                  </a:cubicBezTo>
                  <a:cubicBezTo>
                    <a:pt x="7602" y="7278"/>
                    <a:pt x="7646" y="7259"/>
                    <a:pt x="7692" y="7259"/>
                  </a:cubicBezTo>
                  <a:cubicBezTo>
                    <a:pt x="7713" y="7259"/>
                    <a:pt x="7735" y="7263"/>
                    <a:pt x="7756" y="7272"/>
                  </a:cubicBezTo>
                  <a:lnTo>
                    <a:pt x="8563" y="7690"/>
                  </a:lnTo>
                  <a:cubicBezTo>
                    <a:pt x="8585" y="7704"/>
                    <a:pt x="8610" y="7710"/>
                    <a:pt x="8634" y="7710"/>
                  </a:cubicBezTo>
                  <a:cubicBezTo>
                    <a:pt x="8688" y="7710"/>
                    <a:pt x="8741" y="7676"/>
                    <a:pt x="8767" y="7625"/>
                  </a:cubicBezTo>
                  <a:lnTo>
                    <a:pt x="9398" y="6409"/>
                  </a:lnTo>
                  <a:cubicBezTo>
                    <a:pt x="9444" y="6335"/>
                    <a:pt x="9407" y="6242"/>
                    <a:pt x="9333" y="6205"/>
                  </a:cubicBezTo>
                  <a:lnTo>
                    <a:pt x="8535" y="5788"/>
                  </a:lnTo>
                  <a:cubicBezTo>
                    <a:pt x="8470" y="5751"/>
                    <a:pt x="8442" y="5686"/>
                    <a:pt x="8452" y="5612"/>
                  </a:cubicBezTo>
                  <a:cubicBezTo>
                    <a:pt x="8526" y="5296"/>
                    <a:pt x="8554" y="4962"/>
                    <a:pt x="8535" y="4628"/>
                  </a:cubicBezTo>
                  <a:cubicBezTo>
                    <a:pt x="8535" y="4554"/>
                    <a:pt x="8582" y="4498"/>
                    <a:pt x="8646" y="4471"/>
                  </a:cubicBezTo>
                  <a:lnTo>
                    <a:pt x="9509" y="4202"/>
                  </a:lnTo>
                  <a:cubicBezTo>
                    <a:pt x="9593" y="4174"/>
                    <a:pt x="9639" y="4090"/>
                    <a:pt x="9611" y="4007"/>
                  </a:cubicBezTo>
                  <a:lnTo>
                    <a:pt x="9194" y="2699"/>
                  </a:lnTo>
                  <a:cubicBezTo>
                    <a:pt x="9179" y="2632"/>
                    <a:pt x="9116" y="2589"/>
                    <a:pt x="9049" y="2589"/>
                  </a:cubicBezTo>
                  <a:cubicBezTo>
                    <a:pt x="9032" y="2589"/>
                    <a:pt x="9015" y="2591"/>
                    <a:pt x="8999" y="2597"/>
                  </a:cubicBezTo>
                  <a:lnTo>
                    <a:pt x="8136" y="2875"/>
                  </a:lnTo>
                  <a:cubicBezTo>
                    <a:pt x="8123" y="2879"/>
                    <a:pt x="8109" y="2881"/>
                    <a:pt x="8096" y="2881"/>
                  </a:cubicBezTo>
                  <a:cubicBezTo>
                    <a:pt x="8043" y="2881"/>
                    <a:pt x="7990" y="2852"/>
                    <a:pt x="7960" y="2801"/>
                  </a:cubicBezTo>
                  <a:cubicBezTo>
                    <a:pt x="7784" y="2522"/>
                    <a:pt x="7570" y="2263"/>
                    <a:pt x="7329" y="2049"/>
                  </a:cubicBezTo>
                  <a:cubicBezTo>
                    <a:pt x="7274" y="2003"/>
                    <a:pt x="7255" y="1929"/>
                    <a:pt x="7292" y="1864"/>
                  </a:cubicBezTo>
                  <a:lnTo>
                    <a:pt x="7710" y="1057"/>
                  </a:lnTo>
                  <a:cubicBezTo>
                    <a:pt x="7747" y="983"/>
                    <a:pt x="7719" y="890"/>
                    <a:pt x="7645" y="853"/>
                  </a:cubicBezTo>
                  <a:lnTo>
                    <a:pt x="6420" y="222"/>
                  </a:lnTo>
                  <a:cubicBezTo>
                    <a:pt x="6398" y="208"/>
                    <a:pt x="6373" y="201"/>
                    <a:pt x="6349" y="201"/>
                  </a:cubicBezTo>
                  <a:cubicBezTo>
                    <a:pt x="6295" y="201"/>
                    <a:pt x="6242" y="235"/>
                    <a:pt x="6216" y="287"/>
                  </a:cubicBezTo>
                  <a:lnTo>
                    <a:pt x="5799" y="1085"/>
                  </a:lnTo>
                  <a:cubicBezTo>
                    <a:pt x="5774" y="1141"/>
                    <a:pt x="5714" y="1170"/>
                    <a:pt x="5656" y="1170"/>
                  </a:cubicBezTo>
                  <a:cubicBezTo>
                    <a:pt x="5648" y="1170"/>
                    <a:pt x="5640" y="1169"/>
                    <a:pt x="5632" y="1168"/>
                  </a:cubicBezTo>
                  <a:cubicBezTo>
                    <a:pt x="5347" y="1103"/>
                    <a:pt x="5062" y="1074"/>
                    <a:pt x="4765" y="1074"/>
                  </a:cubicBezTo>
                  <a:cubicBezTo>
                    <a:pt x="4723" y="1074"/>
                    <a:pt x="4681" y="1074"/>
                    <a:pt x="4639" y="1075"/>
                  </a:cubicBezTo>
                  <a:cubicBezTo>
                    <a:pt x="4633" y="1076"/>
                    <a:pt x="4628" y="1076"/>
                    <a:pt x="4622" y="1076"/>
                  </a:cubicBezTo>
                  <a:cubicBezTo>
                    <a:pt x="4563" y="1076"/>
                    <a:pt x="4507" y="1033"/>
                    <a:pt x="4491" y="973"/>
                  </a:cubicBezTo>
                  <a:lnTo>
                    <a:pt x="4212" y="111"/>
                  </a:lnTo>
                  <a:cubicBezTo>
                    <a:pt x="4197" y="44"/>
                    <a:pt x="4135" y="0"/>
                    <a:pt x="40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6"/>
            <p:cNvSpPr/>
            <p:nvPr/>
          </p:nvSpPr>
          <p:spPr>
            <a:xfrm>
              <a:off x="7358250" y="1831425"/>
              <a:ext cx="243775" cy="242850"/>
            </a:xfrm>
            <a:custGeom>
              <a:avLst/>
              <a:gdLst/>
              <a:ahLst/>
              <a:cxnLst/>
              <a:rect l="l" t="t" r="r" b="b"/>
              <a:pathLst>
                <a:path w="9751" h="9714" extrusionOk="0">
                  <a:moveTo>
                    <a:pt x="4899" y="2691"/>
                  </a:moveTo>
                  <a:cubicBezTo>
                    <a:pt x="5316" y="2691"/>
                    <a:pt x="5724" y="2811"/>
                    <a:pt x="6077" y="3053"/>
                  </a:cubicBezTo>
                  <a:cubicBezTo>
                    <a:pt x="6671" y="3433"/>
                    <a:pt x="7023" y="4073"/>
                    <a:pt x="7042" y="4778"/>
                  </a:cubicBezTo>
                  <a:cubicBezTo>
                    <a:pt x="7079" y="5594"/>
                    <a:pt x="6439" y="6568"/>
                    <a:pt x="5669" y="6856"/>
                  </a:cubicBezTo>
                  <a:cubicBezTo>
                    <a:pt x="5413" y="6953"/>
                    <a:pt x="5148" y="7001"/>
                    <a:pt x="4885" y="7001"/>
                  </a:cubicBezTo>
                  <a:cubicBezTo>
                    <a:pt x="4470" y="7001"/>
                    <a:pt x="4060" y="6881"/>
                    <a:pt x="3702" y="6643"/>
                  </a:cubicBezTo>
                  <a:cubicBezTo>
                    <a:pt x="3118" y="6253"/>
                    <a:pt x="2765" y="5622"/>
                    <a:pt x="2737" y="4908"/>
                  </a:cubicBezTo>
                  <a:cubicBezTo>
                    <a:pt x="2709" y="4092"/>
                    <a:pt x="3350" y="3127"/>
                    <a:pt x="4110" y="2839"/>
                  </a:cubicBezTo>
                  <a:cubicBezTo>
                    <a:pt x="4370" y="2737"/>
                    <a:pt x="4630" y="2691"/>
                    <a:pt x="4899" y="2691"/>
                  </a:cubicBezTo>
                  <a:close/>
                  <a:moveTo>
                    <a:pt x="4899" y="2572"/>
                  </a:moveTo>
                  <a:cubicBezTo>
                    <a:pt x="4622" y="2572"/>
                    <a:pt x="4343" y="2624"/>
                    <a:pt x="4073" y="2728"/>
                  </a:cubicBezTo>
                  <a:cubicBezTo>
                    <a:pt x="3247" y="3034"/>
                    <a:pt x="2589" y="4036"/>
                    <a:pt x="2617" y="4917"/>
                  </a:cubicBezTo>
                  <a:cubicBezTo>
                    <a:pt x="2645" y="5669"/>
                    <a:pt x="3016" y="6327"/>
                    <a:pt x="3637" y="6745"/>
                  </a:cubicBezTo>
                  <a:cubicBezTo>
                    <a:pt x="4017" y="6995"/>
                    <a:pt x="4444" y="7116"/>
                    <a:pt x="4889" y="7116"/>
                  </a:cubicBezTo>
                  <a:cubicBezTo>
                    <a:pt x="5158" y="7116"/>
                    <a:pt x="5437" y="7069"/>
                    <a:pt x="5715" y="6967"/>
                  </a:cubicBezTo>
                  <a:cubicBezTo>
                    <a:pt x="6531" y="6652"/>
                    <a:pt x="7199" y="5650"/>
                    <a:pt x="7162" y="4778"/>
                  </a:cubicBezTo>
                  <a:cubicBezTo>
                    <a:pt x="7134" y="4027"/>
                    <a:pt x="6763" y="3359"/>
                    <a:pt x="6142" y="2951"/>
                  </a:cubicBezTo>
                  <a:cubicBezTo>
                    <a:pt x="5767" y="2701"/>
                    <a:pt x="5336" y="2572"/>
                    <a:pt x="4899" y="2572"/>
                  </a:cubicBezTo>
                  <a:close/>
                  <a:moveTo>
                    <a:pt x="4144" y="114"/>
                  </a:moveTo>
                  <a:cubicBezTo>
                    <a:pt x="4157" y="114"/>
                    <a:pt x="4171" y="117"/>
                    <a:pt x="4184" y="121"/>
                  </a:cubicBezTo>
                  <a:cubicBezTo>
                    <a:pt x="4203" y="140"/>
                    <a:pt x="4222" y="158"/>
                    <a:pt x="4231" y="186"/>
                  </a:cubicBezTo>
                  <a:lnTo>
                    <a:pt x="4500" y="1049"/>
                  </a:lnTo>
                  <a:cubicBezTo>
                    <a:pt x="4526" y="1127"/>
                    <a:pt x="4609" y="1189"/>
                    <a:pt x="4695" y="1189"/>
                  </a:cubicBezTo>
                  <a:cubicBezTo>
                    <a:pt x="4701" y="1189"/>
                    <a:pt x="4707" y="1189"/>
                    <a:pt x="4713" y="1188"/>
                  </a:cubicBezTo>
                  <a:cubicBezTo>
                    <a:pt x="4753" y="1187"/>
                    <a:pt x="4793" y="1186"/>
                    <a:pt x="4833" y="1186"/>
                  </a:cubicBezTo>
                  <a:cubicBezTo>
                    <a:pt x="5118" y="1186"/>
                    <a:pt x="5403" y="1216"/>
                    <a:pt x="5687" y="1281"/>
                  </a:cubicBezTo>
                  <a:cubicBezTo>
                    <a:pt x="5701" y="1283"/>
                    <a:pt x="5715" y="1285"/>
                    <a:pt x="5728" y="1285"/>
                  </a:cubicBezTo>
                  <a:cubicBezTo>
                    <a:pt x="5806" y="1285"/>
                    <a:pt x="5880" y="1241"/>
                    <a:pt x="5919" y="1169"/>
                  </a:cubicBezTo>
                  <a:lnTo>
                    <a:pt x="6337" y="362"/>
                  </a:lnTo>
                  <a:cubicBezTo>
                    <a:pt x="6346" y="344"/>
                    <a:pt x="6364" y="325"/>
                    <a:pt x="6392" y="316"/>
                  </a:cubicBezTo>
                  <a:cubicBezTo>
                    <a:pt x="6400" y="313"/>
                    <a:pt x="6408" y="312"/>
                    <a:pt x="6415" y="312"/>
                  </a:cubicBezTo>
                  <a:cubicBezTo>
                    <a:pt x="6432" y="312"/>
                    <a:pt x="6447" y="319"/>
                    <a:pt x="6467" y="325"/>
                  </a:cubicBezTo>
                  <a:lnTo>
                    <a:pt x="7682" y="956"/>
                  </a:lnTo>
                  <a:cubicBezTo>
                    <a:pt x="7710" y="965"/>
                    <a:pt x="7719" y="984"/>
                    <a:pt x="7728" y="1012"/>
                  </a:cubicBezTo>
                  <a:cubicBezTo>
                    <a:pt x="7737" y="1040"/>
                    <a:pt x="7737" y="1058"/>
                    <a:pt x="7719" y="1086"/>
                  </a:cubicBezTo>
                  <a:lnTo>
                    <a:pt x="7301" y="1893"/>
                  </a:lnTo>
                  <a:cubicBezTo>
                    <a:pt x="7264" y="1976"/>
                    <a:pt x="7283" y="2079"/>
                    <a:pt x="7357" y="2143"/>
                  </a:cubicBezTo>
                  <a:cubicBezTo>
                    <a:pt x="7598" y="2366"/>
                    <a:pt x="7802" y="2617"/>
                    <a:pt x="7979" y="2886"/>
                  </a:cubicBezTo>
                  <a:cubicBezTo>
                    <a:pt x="8022" y="2951"/>
                    <a:pt x="8093" y="2987"/>
                    <a:pt x="8162" y="2987"/>
                  </a:cubicBezTo>
                  <a:cubicBezTo>
                    <a:pt x="8182" y="2987"/>
                    <a:pt x="8201" y="2985"/>
                    <a:pt x="8220" y="2978"/>
                  </a:cubicBezTo>
                  <a:lnTo>
                    <a:pt x="9083" y="2709"/>
                  </a:lnTo>
                  <a:cubicBezTo>
                    <a:pt x="9094" y="2705"/>
                    <a:pt x="9106" y="2703"/>
                    <a:pt x="9116" y="2703"/>
                  </a:cubicBezTo>
                  <a:cubicBezTo>
                    <a:pt x="9132" y="2703"/>
                    <a:pt x="9146" y="2708"/>
                    <a:pt x="9157" y="2719"/>
                  </a:cubicBezTo>
                  <a:cubicBezTo>
                    <a:pt x="9185" y="2728"/>
                    <a:pt x="9203" y="2746"/>
                    <a:pt x="9203" y="2774"/>
                  </a:cubicBezTo>
                  <a:lnTo>
                    <a:pt x="9621" y="4082"/>
                  </a:lnTo>
                  <a:cubicBezTo>
                    <a:pt x="9630" y="4101"/>
                    <a:pt x="9630" y="4129"/>
                    <a:pt x="9611" y="4156"/>
                  </a:cubicBezTo>
                  <a:cubicBezTo>
                    <a:pt x="9602" y="4175"/>
                    <a:pt x="9583" y="4194"/>
                    <a:pt x="9556" y="4203"/>
                  </a:cubicBezTo>
                  <a:lnTo>
                    <a:pt x="8693" y="4472"/>
                  </a:lnTo>
                  <a:cubicBezTo>
                    <a:pt x="8600" y="4500"/>
                    <a:pt x="8544" y="4592"/>
                    <a:pt x="8544" y="4685"/>
                  </a:cubicBezTo>
                  <a:cubicBezTo>
                    <a:pt x="8563" y="5010"/>
                    <a:pt x="8535" y="5335"/>
                    <a:pt x="8461" y="5659"/>
                  </a:cubicBezTo>
                  <a:cubicBezTo>
                    <a:pt x="8442" y="5752"/>
                    <a:pt x="8489" y="5845"/>
                    <a:pt x="8572" y="5891"/>
                  </a:cubicBezTo>
                  <a:lnTo>
                    <a:pt x="9379" y="6309"/>
                  </a:lnTo>
                  <a:cubicBezTo>
                    <a:pt x="9426" y="6337"/>
                    <a:pt x="9444" y="6392"/>
                    <a:pt x="9416" y="6439"/>
                  </a:cubicBezTo>
                  <a:lnTo>
                    <a:pt x="8786" y="7654"/>
                  </a:lnTo>
                  <a:cubicBezTo>
                    <a:pt x="8767" y="7682"/>
                    <a:pt x="8749" y="7700"/>
                    <a:pt x="8730" y="7709"/>
                  </a:cubicBezTo>
                  <a:cubicBezTo>
                    <a:pt x="8702" y="7709"/>
                    <a:pt x="8674" y="7709"/>
                    <a:pt x="8656" y="7700"/>
                  </a:cubicBezTo>
                  <a:lnTo>
                    <a:pt x="7849" y="7283"/>
                  </a:lnTo>
                  <a:cubicBezTo>
                    <a:pt x="7818" y="7266"/>
                    <a:pt x="7785" y="7257"/>
                    <a:pt x="7752" y="7257"/>
                  </a:cubicBezTo>
                  <a:cubicBezTo>
                    <a:pt x="7695" y="7257"/>
                    <a:pt x="7639" y="7282"/>
                    <a:pt x="7598" y="7329"/>
                  </a:cubicBezTo>
                  <a:cubicBezTo>
                    <a:pt x="7376" y="7570"/>
                    <a:pt x="7125" y="7784"/>
                    <a:pt x="6847" y="7951"/>
                  </a:cubicBezTo>
                  <a:cubicBezTo>
                    <a:pt x="6763" y="8006"/>
                    <a:pt x="6726" y="8108"/>
                    <a:pt x="6754" y="8201"/>
                  </a:cubicBezTo>
                  <a:lnTo>
                    <a:pt x="7032" y="9064"/>
                  </a:lnTo>
                  <a:cubicBezTo>
                    <a:pt x="7051" y="9110"/>
                    <a:pt x="7023" y="9166"/>
                    <a:pt x="6967" y="9184"/>
                  </a:cubicBezTo>
                  <a:lnTo>
                    <a:pt x="5659" y="9593"/>
                  </a:lnTo>
                  <a:cubicBezTo>
                    <a:pt x="5650" y="9596"/>
                    <a:pt x="5640" y="9598"/>
                    <a:pt x="5630" y="9598"/>
                  </a:cubicBezTo>
                  <a:cubicBezTo>
                    <a:pt x="5591" y="9598"/>
                    <a:pt x="5554" y="9572"/>
                    <a:pt x="5539" y="9528"/>
                  </a:cubicBezTo>
                  <a:lnTo>
                    <a:pt x="5270" y="8665"/>
                  </a:lnTo>
                  <a:cubicBezTo>
                    <a:pt x="5242" y="8581"/>
                    <a:pt x="5158" y="8526"/>
                    <a:pt x="5066" y="8526"/>
                  </a:cubicBezTo>
                  <a:cubicBezTo>
                    <a:pt x="5066" y="8526"/>
                    <a:pt x="5056" y="8526"/>
                    <a:pt x="5056" y="8517"/>
                  </a:cubicBezTo>
                  <a:cubicBezTo>
                    <a:pt x="4992" y="8520"/>
                    <a:pt x="4926" y="8522"/>
                    <a:pt x="4861" y="8522"/>
                  </a:cubicBezTo>
                  <a:cubicBezTo>
                    <a:pt x="4599" y="8522"/>
                    <a:pt x="4335" y="8492"/>
                    <a:pt x="4082" y="8433"/>
                  </a:cubicBezTo>
                  <a:cubicBezTo>
                    <a:pt x="4069" y="8430"/>
                    <a:pt x="4055" y="8429"/>
                    <a:pt x="4041" y="8429"/>
                  </a:cubicBezTo>
                  <a:cubicBezTo>
                    <a:pt x="3963" y="8429"/>
                    <a:pt x="3890" y="8473"/>
                    <a:pt x="3850" y="8544"/>
                  </a:cubicBezTo>
                  <a:lnTo>
                    <a:pt x="3433" y="9351"/>
                  </a:lnTo>
                  <a:cubicBezTo>
                    <a:pt x="3424" y="9370"/>
                    <a:pt x="3396" y="9389"/>
                    <a:pt x="3377" y="9398"/>
                  </a:cubicBezTo>
                  <a:cubicBezTo>
                    <a:pt x="3350" y="9398"/>
                    <a:pt x="3322" y="9398"/>
                    <a:pt x="3303" y="9389"/>
                  </a:cubicBezTo>
                  <a:lnTo>
                    <a:pt x="2088" y="8758"/>
                  </a:lnTo>
                  <a:cubicBezTo>
                    <a:pt x="2042" y="8730"/>
                    <a:pt x="2023" y="8674"/>
                    <a:pt x="2042" y="8628"/>
                  </a:cubicBezTo>
                  <a:lnTo>
                    <a:pt x="2459" y="7821"/>
                  </a:lnTo>
                  <a:cubicBezTo>
                    <a:pt x="2505" y="7737"/>
                    <a:pt x="2487" y="7635"/>
                    <a:pt x="2413" y="7570"/>
                  </a:cubicBezTo>
                  <a:cubicBezTo>
                    <a:pt x="2171" y="7348"/>
                    <a:pt x="1967" y="7097"/>
                    <a:pt x="1791" y="6819"/>
                  </a:cubicBezTo>
                  <a:cubicBezTo>
                    <a:pt x="1748" y="6754"/>
                    <a:pt x="1676" y="6717"/>
                    <a:pt x="1607" y="6717"/>
                  </a:cubicBezTo>
                  <a:cubicBezTo>
                    <a:pt x="1588" y="6717"/>
                    <a:pt x="1568" y="6720"/>
                    <a:pt x="1550" y="6726"/>
                  </a:cubicBezTo>
                  <a:lnTo>
                    <a:pt x="678" y="7004"/>
                  </a:lnTo>
                  <a:cubicBezTo>
                    <a:pt x="668" y="7008"/>
                    <a:pt x="658" y="7010"/>
                    <a:pt x="648" y="7010"/>
                  </a:cubicBezTo>
                  <a:cubicBezTo>
                    <a:pt x="610" y="7010"/>
                    <a:pt x="572" y="6984"/>
                    <a:pt x="557" y="6939"/>
                  </a:cubicBezTo>
                  <a:lnTo>
                    <a:pt x="149" y="5631"/>
                  </a:lnTo>
                  <a:cubicBezTo>
                    <a:pt x="131" y="5585"/>
                    <a:pt x="158" y="5529"/>
                    <a:pt x="214" y="5511"/>
                  </a:cubicBezTo>
                  <a:lnTo>
                    <a:pt x="1077" y="5242"/>
                  </a:lnTo>
                  <a:cubicBezTo>
                    <a:pt x="1160" y="5214"/>
                    <a:pt x="1225" y="5121"/>
                    <a:pt x="1216" y="5028"/>
                  </a:cubicBezTo>
                  <a:cubicBezTo>
                    <a:pt x="1207" y="4704"/>
                    <a:pt x="1234" y="4370"/>
                    <a:pt x="1309" y="4054"/>
                  </a:cubicBezTo>
                  <a:cubicBezTo>
                    <a:pt x="1327" y="3962"/>
                    <a:pt x="1281" y="3860"/>
                    <a:pt x="1197" y="3823"/>
                  </a:cubicBezTo>
                  <a:lnTo>
                    <a:pt x="390" y="3405"/>
                  </a:lnTo>
                  <a:cubicBezTo>
                    <a:pt x="372" y="3387"/>
                    <a:pt x="353" y="3368"/>
                    <a:pt x="344" y="3349"/>
                  </a:cubicBezTo>
                  <a:cubicBezTo>
                    <a:pt x="335" y="3322"/>
                    <a:pt x="344" y="3294"/>
                    <a:pt x="353" y="3275"/>
                  </a:cubicBezTo>
                  <a:lnTo>
                    <a:pt x="984" y="2060"/>
                  </a:lnTo>
                  <a:cubicBezTo>
                    <a:pt x="1005" y="2026"/>
                    <a:pt x="1041" y="2006"/>
                    <a:pt x="1077" y="2006"/>
                  </a:cubicBezTo>
                  <a:cubicBezTo>
                    <a:pt x="1089" y="2006"/>
                    <a:pt x="1102" y="2009"/>
                    <a:pt x="1114" y="2014"/>
                  </a:cubicBezTo>
                  <a:lnTo>
                    <a:pt x="1921" y="2431"/>
                  </a:lnTo>
                  <a:cubicBezTo>
                    <a:pt x="1952" y="2448"/>
                    <a:pt x="1985" y="2456"/>
                    <a:pt x="2018" y="2456"/>
                  </a:cubicBezTo>
                  <a:cubicBezTo>
                    <a:pt x="2074" y="2456"/>
                    <a:pt x="2130" y="2432"/>
                    <a:pt x="2171" y="2385"/>
                  </a:cubicBezTo>
                  <a:cubicBezTo>
                    <a:pt x="2394" y="2143"/>
                    <a:pt x="2645" y="1930"/>
                    <a:pt x="2923" y="1763"/>
                  </a:cubicBezTo>
                  <a:cubicBezTo>
                    <a:pt x="2997" y="1707"/>
                    <a:pt x="3034" y="1605"/>
                    <a:pt x="3006" y="1513"/>
                  </a:cubicBezTo>
                  <a:lnTo>
                    <a:pt x="2737" y="650"/>
                  </a:lnTo>
                  <a:cubicBezTo>
                    <a:pt x="2728" y="631"/>
                    <a:pt x="2728" y="604"/>
                    <a:pt x="2747" y="585"/>
                  </a:cubicBezTo>
                  <a:cubicBezTo>
                    <a:pt x="2756" y="557"/>
                    <a:pt x="2774" y="539"/>
                    <a:pt x="2802" y="529"/>
                  </a:cubicBezTo>
                  <a:lnTo>
                    <a:pt x="4110" y="121"/>
                  </a:lnTo>
                  <a:cubicBezTo>
                    <a:pt x="4120" y="117"/>
                    <a:pt x="4131" y="114"/>
                    <a:pt x="4144" y="114"/>
                  </a:cubicBezTo>
                  <a:close/>
                  <a:moveTo>
                    <a:pt x="4132" y="0"/>
                  </a:moveTo>
                  <a:cubicBezTo>
                    <a:pt x="4113" y="0"/>
                    <a:pt x="4093" y="3"/>
                    <a:pt x="4073" y="10"/>
                  </a:cubicBezTo>
                  <a:lnTo>
                    <a:pt x="2765" y="427"/>
                  </a:lnTo>
                  <a:cubicBezTo>
                    <a:pt x="2709" y="446"/>
                    <a:pt x="2663" y="483"/>
                    <a:pt x="2645" y="529"/>
                  </a:cubicBezTo>
                  <a:cubicBezTo>
                    <a:pt x="2617" y="585"/>
                    <a:pt x="2607" y="641"/>
                    <a:pt x="2626" y="696"/>
                  </a:cubicBezTo>
                  <a:lnTo>
                    <a:pt x="2895" y="1559"/>
                  </a:lnTo>
                  <a:cubicBezTo>
                    <a:pt x="2914" y="1596"/>
                    <a:pt x="2895" y="1643"/>
                    <a:pt x="2858" y="1661"/>
                  </a:cubicBezTo>
                  <a:cubicBezTo>
                    <a:pt x="2570" y="1847"/>
                    <a:pt x="2311" y="2060"/>
                    <a:pt x="2088" y="2310"/>
                  </a:cubicBezTo>
                  <a:cubicBezTo>
                    <a:pt x="2069" y="2335"/>
                    <a:pt x="2043" y="2348"/>
                    <a:pt x="2016" y="2348"/>
                  </a:cubicBezTo>
                  <a:cubicBezTo>
                    <a:pt x="2002" y="2348"/>
                    <a:pt x="1989" y="2344"/>
                    <a:pt x="1977" y="2338"/>
                  </a:cubicBezTo>
                  <a:lnTo>
                    <a:pt x="1170" y="1921"/>
                  </a:lnTo>
                  <a:cubicBezTo>
                    <a:pt x="1137" y="1903"/>
                    <a:pt x="1102" y="1895"/>
                    <a:pt x="1068" y="1895"/>
                  </a:cubicBezTo>
                  <a:cubicBezTo>
                    <a:pt x="993" y="1895"/>
                    <a:pt x="920" y="1934"/>
                    <a:pt x="882" y="2004"/>
                  </a:cubicBezTo>
                  <a:lnTo>
                    <a:pt x="251" y="3229"/>
                  </a:lnTo>
                  <a:cubicBezTo>
                    <a:pt x="223" y="3275"/>
                    <a:pt x="223" y="3331"/>
                    <a:pt x="233" y="3387"/>
                  </a:cubicBezTo>
                  <a:cubicBezTo>
                    <a:pt x="251" y="3442"/>
                    <a:pt x="288" y="3479"/>
                    <a:pt x="344" y="3507"/>
                  </a:cubicBezTo>
                  <a:lnTo>
                    <a:pt x="1142" y="3925"/>
                  </a:lnTo>
                  <a:cubicBezTo>
                    <a:pt x="1179" y="3943"/>
                    <a:pt x="1197" y="3990"/>
                    <a:pt x="1188" y="4036"/>
                  </a:cubicBezTo>
                  <a:cubicBezTo>
                    <a:pt x="1114" y="4361"/>
                    <a:pt x="1086" y="4695"/>
                    <a:pt x="1105" y="5038"/>
                  </a:cubicBezTo>
                  <a:cubicBezTo>
                    <a:pt x="1105" y="5084"/>
                    <a:pt x="1086" y="5121"/>
                    <a:pt x="1040" y="5131"/>
                  </a:cubicBezTo>
                  <a:lnTo>
                    <a:pt x="177" y="5409"/>
                  </a:lnTo>
                  <a:cubicBezTo>
                    <a:pt x="66" y="5437"/>
                    <a:pt x="1" y="5557"/>
                    <a:pt x="38" y="5669"/>
                  </a:cubicBezTo>
                  <a:lnTo>
                    <a:pt x="455" y="6977"/>
                  </a:lnTo>
                  <a:cubicBezTo>
                    <a:pt x="478" y="7067"/>
                    <a:pt x="561" y="7126"/>
                    <a:pt x="651" y="7126"/>
                  </a:cubicBezTo>
                  <a:cubicBezTo>
                    <a:pt x="672" y="7126"/>
                    <a:pt x="694" y="7123"/>
                    <a:pt x="715" y="7116"/>
                  </a:cubicBezTo>
                  <a:lnTo>
                    <a:pt x="1578" y="6847"/>
                  </a:lnTo>
                  <a:cubicBezTo>
                    <a:pt x="1590" y="6842"/>
                    <a:pt x="1603" y="6839"/>
                    <a:pt x="1614" y="6839"/>
                  </a:cubicBezTo>
                  <a:cubicBezTo>
                    <a:pt x="1647" y="6839"/>
                    <a:pt x="1675" y="6857"/>
                    <a:pt x="1689" y="6884"/>
                  </a:cubicBezTo>
                  <a:cubicBezTo>
                    <a:pt x="1875" y="7171"/>
                    <a:pt x="2088" y="7431"/>
                    <a:pt x="2338" y="7654"/>
                  </a:cubicBezTo>
                  <a:cubicBezTo>
                    <a:pt x="2375" y="7691"/>
                    <a:pt x="2375" y="7728"/>
                    <a:pt x="2357" y="7774"/>
                  </a:cubicBezTo>
                  <a:lnTo>
                    <a:pt x="1939" y="8572"/>
                  </a:lnTo>
                  <a:cubicBezTo>
                    <a:pt x="1893" y="8674"/>
                    <a:pt x="1930" y="8804"/>
                    <a:pt x="2032" y="8860"/>
                  </a:cubicBezTo>
                  <a:lnTo>
                    <a:pt x="3247" y="9491"/>
                  </a:lnTo>
                  <a:cubicBezTo>
                    <a:pt x="3283" y="9509"/>
                    <a:pt x="3319" y="9519"/>
                    <a:pt x="3355" y="9519"/>
                  </a:cubicBezTo>
                  <a:cubicBezTo>
                    <a:pt x="3375" y="9519"/>
                    <a:pt x="3395" y="9516"/>
                    <a:pt x="3414" y="9509"/>
                  </a:cubicBezTo>
                  <a:cubicBezTo>
                    <a:pt x="3461" y="9491"/>
                    <a:pt x="3507" y="9453"/>
                    <a:pt x="3535" y="9407"/>
                  </a:cubicBezTo>
                  <a:lnTo>
                    <a:pt x="3953" y="8600"/>
                  </a:lnTo>
                  <a:cubicBezTo>
                    <a:pt x="3968" y="8569"/>
                    <a:pt x="4002" y="8551"/>
                    <a:pt x="4040" y="8551"/>
                  </a:cubicBezTo>
                  <a:cubicBezTo>
                    <a:pt x="4048" y="8551"/>
                    <a:pt x="4056" y="8552"/>
                    <a:pt x="4064" y="8554"/>
                  </a:cubicBezTo>
                  <a:cubicBezTo>
                    <a:pt x="4324" y="8613"/>
                    <a:pt x="4589" y="8643"/>
                    <a:pt x="4861" y="8643"/>
                  </a:cubicBezTo>
                  <a:cubicBezTo>
                    <a:pt x="4929" y="8643"/>
                    <a:pt x="4997" y="8641"/>
                    <a:pt x="5066" y="8637"/>
                  </a:cubicBezTo>
                  <a:cubicBezTo>
                    <a:pt x="5112" y="8637"/>
                    <a:pt x="5149" y="8665"/>
                    <a:pt x="5158" y="8702"/>
                  </a:cubicBezTo>
                  <a:lnTo>
                    <a:pt x="5428" y="9565"/>
                  </a:lnTo>
                  <a:cubicBezTo>
                    <a:pt x="5455" y="9658"/>
                    <a:pt x="5539" y="9713"/>
                    <a:pt x="5632" y="9713"/>
                  </a:cubicBezTo>
                  <a:cubicBezTo>
                    <a:pt x="5650" y="9713"/>
                    <a:pt x="5678" y="9713"/>
                    <a:pt x="5697" y="9704"/>
                  </a:cubicBezTo>
                  <a:lnTo>
                    <a:pt x="7005" y="9296"/>
                  </a:lnTo>
                  <a:cubicBezTo>
                    <a:pt x="7116" y="9259"/>
                    <a:pt x="7172" y="9138"/>
                    <a:pt x="7144" y="9027"/>
                  </a:cubicBezTo>
                  <a:lnTo>
                    <a:pt x="6865" y="8164"/>
                  </a:lnTo>
                  <a:cubicBezTo>
                    <a:pt x="6856" y="8127"/>
                    <a:pt x="6875" y="8081"/>
                    <a:pt x="6912" y="8053"/>
                  </a:cubicBezTo>
                  <a:cubicBezTo>
                    <a:pt x="7190" y="7876"/>
                    <a:pt x="7450" y="7654"/>
                    <a:pt x="7682" y="7413"/>
                  </a:cubicBezTo>
                  <a:cubicBezTo>
                    <a:pt x="7700" y="7388"/>
                    <a:pt x="7727" y="7375"/>
                    <a:pt x="7754" y="7375"/>
                  </a:cubicBezTo>
                  <a:cubicBezTo>
                    <a:pt x="7767" y="7375"/>
                    <a:pt x="7781" y="7379"/>
                    <a:pt x="7793" y="7385"/>
                  </a:cubicBezTo>
                  <a:lnTo>
                    <a:pt x="8600" y="7802"/>
                  </a:lnTo>
                  <a:cubicBezTo>
                    <a:pt x="8630" y="7820"/>
                    <a:pt x="8664" y="7830"/>
                    <a:pt x="8699" y="7830"/>
                  </a:cubicBezTo>
                  <a:cubicBezTo>
                    <a:pt x="8718" y="7830"/>
                    <a:pt x="8738" y="7827"/>
                    <a:pt x="8758" y="7821"/>
                  </a:cubicBezTo>
                  <a:cubicBezTo>
                    <a:pt x="8814" y="7802"/>
                    <a:pt x="8860" y="7765"/>
                    <a:pt x="8888" y="7709"/>
                  </a:cubicBezTo>
                  <a:lnTo>
                    <a:pt x="9519" y="6494"/>
                  </a:lnTo>
                  <a:cubicBezTo>
                    <a:pt x="9574" y="6392"/>
                    <a:pt x="9528" y="6262"/>
                    <a:pt x="9426" y="6207"/>
                  </a:cubicBezTo>
                  <a:lnTo>
                    <a:pt x="8619" y="5789"/>
                  </a:lnTo>
                  <a:cubicBezTo>
                    <a:pt x="8582" y="5771"/>
                    <a:pt x="8563" y="5734"/>
                    <a:pt x="8572" y="5687"/>
                  </a:cubicBezTo>
                  <a:cubicBezTo>
                    <a:pt x="8647" y="5353"/>
                    <a:pt x="8674" y="5019"/>
                    <a:pt x="8665" y="4685"/>
                  </a:cubicBezTo>
                  <a:cubicBezTo>
                    <a:pt x="8665" y="4639"/>
                    <a:pt x="8684" y="4602"/>
                    <a:pt x="8730" y="4583"/>
                  </a:cubicBezTo>
                  <a:lnTo>
                    <a:pt x="9593" y="4314"/>
                  </a:lnTo>
                  <a:cubicBezTo>
                    <a:pt x="9648" y="4296"/>
                    <a:pt x="9686" y="4259"/>
                    <a:pt x="9713" y="4212"/>
                  </a:cubicBezTo>
                  <a:cubicBezTo>
                    <a:pt x="9741" y="4156"/>
                    <a:pt x="9750" y="4101"/>
                    <a:pt x="9732" y="4045"/>
                  </a:cubicBezTo>
                  <a:lnTo>
                    <a:pt x="9314" y="2737"/>
                  </a:lnTo>
                  <a:cubicBezTo>
                    <a:pt x="9296" y="2682"/>
                    <a:pt x="9259" y="2644"/>
                    <a:pt x="9212" y="2617"/>
                  </a:cubicBezTo>
                  <a:cubicBezTo>
                    <a:pt x="9182" y="2599"/>
                    <a:pt x="9145" y="2588"/>
                    <a:pt x="9109" y="2588"/>
                  </a:cubicBezTo>
                  <a:cubicBezTo>
                    <a:pt x="9090" y="2588"/>
                    <a:pt x="9071" y="2591"/>
                    <a:pt x="9055" y="2598"/>
                  </a:cubicBezTo>
                  <a:lnTo>
                    <a:pt x="8183" y="2876"/>
                  </a:lnTo>
                  <a:cubicBezTo>
                    <a:pt x="8176" y="2878"/>
                    <a:pt x="8170" y="2879"/>
                    <a:pt x="8163" y="2879"/>
                  </a:cubicBezTo>
                  <a:cubicBezTo>
                    <a:pt x="8130" y="2879"/>
                    <a:pt x="8096" y="2861"/>
                    <a:pt x="8081" y="2830"/>
                  </a:cubicBezTo>
                  <a:cubicBezTo>
                    <a:pt x="7895" y="2552"/>
                    <a:pt x="7682" y="2292"/>
                    <a:pt x="7431" y="2060"/>
                  </a:cubicBezTo>
                  <a:cubicBezTo>
                    <a:pt x="7394" y="2032"/>
                    <a:pt x="7385" y="1986"/>
                    <a:pt x="7413" y="1949"/>
                  </a:cubicBezTo>
                  <a:lnTo>
                    <a:pt x="7830" y="1142"/>
                  </a:lnTo>
                  <a:cubicBezTo>
                    <a:pt x="7849" y="1095"/>
                    <a:pt x="7858" y="1040"/>
                    <a:pt x="7839" y="984"/>
                  </a:cubicBezTo>
                  <a:cubicBezTo>
                    <a:pt x="7821" y="928"/>
                    <a:pt x="7784" y="882"/>
                    <a:pt x="7737" y="854"/>
                  </a:cubicBezTo>
                  <a:lnTo>
                    <a:pt x="6522" y="223"/>
                  </a:lnTo>
                  <a:cubicBezTo>
                    <a:pt x="6492" y="208"/>
                    <a:pt x="6461" y="201"/>
                    <a:pt x="6430" y="201"/>
                  </a:cubicBezTo>
                  <a:cubicBezTo>
                    <a:pt x="6405" y="201"/>
                    <a:pt x="6380" y="206"/>
                    <a:pt x="6355" y="214"/>
                  </a:cubicBezTo>
                  <a:cubicBezTo>
                    <a:pt x="6300" y="232"/>
                    <a:pt x="6262" y="270"/>
                    <a:pt x="6235" y="316"/>
                  </a:cubicBezTo>
                  <a:lnTo>
                    <a:pt x="5817" y="1123"/>
                  </a:lnTo>
                  <a:cubicBezTo>
                    <a:pt x="5802" y="1154"/>
                    <a:pt x="5767" y="1172"/>
                    <a:pt x="5730" y="1172"/>
                  </a:cubicBezTo>
                  <a:cubicBezTo>
                    <a:pt x="5722" y="1172"/>
                    <a:pt x="5714" y="1171"/>
                    <a:pt x="5706" y="1169"/>
                  </a:cubicBezTo>
                  <a:cubicBezTo>
                    <a:pt x="5421" y="1104"/>
                    <a:pt x="5129" y="1075"/>
                    <a:pt x="4830" y="1075"/>
                  </a:cubicBezTo>
                  <a:cubicBezTo>
                    <a:pt x="4788" y="1075"/>
                    <a:pt x="4746" y="1076"/>
                    <a:pt x="4704" y="1077"/>
                  </a:cubicBezTo>
                  <a:cubicBezTo>
                    <a:pt x="4699" y="1078"/>
                    <a:pt x="4694" y="1078"/>
                    <a:pt x="4689" y="1078"/>
                  </a:cubicBezTo>
                  <a:cubicBezTo>
                    <a:pt x="4655" y="1078"/>
                    <a:pt x="4619" y="1052"/>
                    <a:pt x="4611" y="1012"/>
                  </a:cubicBezTo>
                  <a:lnTo>
                    <a:pt x="4342" y="149"/>
                  </a:lnTo>
                  <a:cubicBezTo>
                    <a:pt x="4324" y="93"/>
                    <a:pt x="4286" y="56"/>
                    <a:pt x="4231" y="28"/>
                  </a:cubicBezTo>
                  <a:cubicBezTo>
                    <a:pt x="4201" y="10"/>
                    <a:pt x="4167" y="0"/>
                    <a:pt x="4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6"/>
            <p:cNvSpPr/>
            <p:nvPr/>
          </p:nvSpPr>
          <p:spPr>
            <a:xfrm>
              <a:off x="7084600" y="1809400"/>
              <a:ext cx="406325" cy="280875"/>
            </a:xfrm>
            <a:custGeom>
              <a:avLst/>
              <a:gdLst/>
              <a:ahLst/>
              <a:cxnLst/>
              <a:rect l="l" t="t" r="r" b="b"/>
              <a:pathLst>
                <a:path w="16253" h="11235" extrusionOk="0">
                  <a:moveTo>
                    <a:pt x="427" y="0"/>
                  </a:moveTo>
                  <a:cubicBezTo>
                    <a:pt x="195" y="0"/>
                    <a:pt x="0" y="195"/>
                    <a:pt x="0" y="427"/>
                  </a:cubicBezTo>
                  <a:lnTo>
                    <a:pt x="0" y="11086"/>
                  </a:lnTo>
                  <a:cubicBezTo>
                    <a:pt x="0" y="11169"/>
                    <a:pt x="65" y="11234"/>
                    <a:pt x="149" y="11234"/>
                  </a:cubicBezTo>
                  <a:lnTo>
                    <a:pt x="16104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8" y="0"/>
                    <a:pt x="158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6"/>
            <p:cNvSpPr/>
            <p:nvPr/>
          </p:nvSpPr>
          <p:spPr>
            <a:xfrm>
              <a:off x="7083200" y="1808000"/>
              <a:ext cx="409125" cy="283900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4" y="279"/>
                    <a:pt x="16244" y="483"/>
                  </a:cubicBezTo>
                  <a:lnTo>
                    <a:pt x="16244" y="11142"/>
                  </a:lnTo>
                  <a:cubicBezTo>
                    <a:pt x="16244" y="11198"/>
                    <a:pt x="16207" y="11235"/>
                    <a:pt x="16160" y="11235"/>
                  </a:cubicBezTo>
                  <a:lnTo>
                    <a:pt x="205" y="11235"/>
                  </a:lnTo>
                  <a:cubicBezTo>
                    <a:pt x="158" y="11235"/>
                    <a:pt x="112" y="11198"/>
                    <a:pt x="112" y="11142"/>
                  </a:cubicBezTo>
                  <a:lnTo>
                    <a:pt x="112" y="483"/>
                  </a:lnTo>
                  <a:cubicBezTo>
                    <a:pt x="112" y="279"/>
                    <a:pt x="279" y="121"/>
                    <a:pt x="483" y="121"/>
                  </a:cubicBezTo>
                  <a:close/>
                  <a:moveTo>
                    <a:pt x="483" y="1"/>
                  </a:moveTo>
                  <a:cubicBezTo>
                    <a:pt x="214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5" y="11355"/>
                  </a:cubicBezTo>
                  <a:lnTo>
                    <a:pt x="16160" y="11355"/>
                  </a:lnTo>
                  <a:cubicBezTo>
                    <a:pt x="16272" y="11355"/>
                    <a:pt x="16365" y="11262"/>
                    <a:pt x="16365" y="11142"/>
                  </a:cubicBezTo>
                  <a:lnTo>
                    <a:pt x="16365" y="483"/>
                  </a:lnTo>
                  <a:cubicBezTo>
                    <a:pt x="16365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6"/>
            <p:cNvSpPr/>
            <p:nvPr/>
          </p:nvSpPr>
          <p:spPr>
            <a:xfrm>
              <a:off x="7114275" y="1836525"/>
              <a:ext cx="346975" cy="226850"/>
            </a:xfrm>
            <a:custGeom>
              <a:avLst/>
              <a:gdLst/>
              <a:ahLst/>
              <a:cxnLst/>
              <a:rect l="l" t="t" r="r" b="b"/>
              <a:pathLst>
                <a:path w="13879" h="9074" extrusionOk="0">
                  <a:moveTo>
                    <a:pt x="1" y="1"/>
                  </a:moveTo>
                  <a:lnTo>
                    <a:pt x="1" y="9073"/>
                  </a:lnTo>
                  <a:lnTo>
                    <a:pt x="13879" y="9073"/>
                  </a:lnTo>
                  <a:lnTo>
                    <a:pt x="13879" y="7394"/>
                  </a:lnTo>
                  <a:lnTo>
                    <a:pt x="13879" y="2097"/>
                  </a:lnTo>
                  <a:lnTo>
                    <a:pt x="138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6"/>
            <p:cNvSpPr/>
            <p:nvPr/>
          </p:nvSpPr>
          <p:spPr>
            <a:xfrm>
              <a:off x="7112875" y="1834900"/>
              <a:ext cx="349775" cy="229850"/>
            </a:xfrm>
            <a:custGeom>
              <a:avLst/>
              <a:gdLst/>
              <a:ahLst/>
              <a:cxnLst/>
              <a:rect l="l" t="t" r="r" b="b"/>
              <a:pathLst>
                <a:path w="13991" h="9194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9138"/>
                  </a:lnTo>
                  <a:cubicBezTo>
                    <a:pt x="1" y="9175"/>
                    <a:pt x="29" y="9194"/>
                    <a:pt x="57" y="9194"/>
                  </a:cubicBezTo>
                  <a:lnTo>
                    <a:pt x="13935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7459"/>
                  </a:lnTo>
                  <a:cubicBezTo>
                    <a:pt x="13990" y="7431"/>
                    <a:pt x="13962" y="7403"/>
                    <a:pt x="13935" y="7403"/>
                  </a:cubicBezTo>
                  <a:cubicBezTo>
                    <a:pt x="13897" y="7403"/>
                    <a:pt x="13870" y="7431"/>
                    <a:pt x="13870" y="7459"/>
                  </a:cubicBezTo>
                  <a:lnTo>
                    <a:pt x="13870" y="9083"/>
                  </a:lnTo>
                  <a:lnTo>
                    <a:pt x="112" y="9083"/>
                  </a:lnTo>
                  <a:lnTo>
                    <a:pt x="112" y="121"/>
                  </a:lnTo>
                  <a:lnTo>
                    <a:pt x="13870" y="121"/>
                  </a:lnTo>
                  <a:lnTo>
                    <a:pt x="13870" y="2162"/>
                  </a:lnTo>
                  <a:cubicBezTo>
                    <a:pt x="13870" y="2190"/>
                    <a:pt x="13897" y="2218"/>
                    <a:pt x="13935" y="2218"/>
                  </a:cubicBezTo>
                  <a:cubicBezTo>
                    <a:pt x="13962" y="2218"/>
                    <a:pt x="13990" y="2190"/>
                    <a:pt x="13990" y="2162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6"/>
            <p:cNvSpPr/>
            <p:nvPr/>
          </p:nvSpPr>
          <p:spPr>
            <a:xfrm>
              <a:off x="7459600" y="1907275"/>
              <a:ext cx="3050" cy="76075"/>
            </a:xfrm>
            <a:custGeom>
              <a:avLst/>
              <a:gdLst/>
              <a:ahLst/>
              <a:cxnLst/>
              <a:rect l="l" t="t" r="r" b="b"/>
              <a:pathLst>
                <a:path w="122" h="3043" extrusionOk="0"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2987"/>
                  </a:lnTo>
                  <a:cubicBezTo>
                    <a:pt x="1" y="3015"/>
                    <a:pt x="28" y="3043"/>
                    <a:pt x="66" y="3043"/>
                  </a:cubicBezTo>
                  <a:cubicBezTo>
                    <a:pt x="93" y="3043"/>
                    <a:pt x="121" y="3015"/>
                    <a:pt x="121" y="2987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6"/>
            <p:cNvSpPr/>
            <p:nvPr/>
          </p:nvSpPr>
          <p:spPr>
            <a:xfrm>
              <a:off x="7283100" y="1818675"/>
              <a:ext cx="9325" cy="9075"/>
            </a:xfrm>
            <a:custGeom>
              <a:avLst/>
              <a:gdLst/>
              <a:ahLst/>
              <a:cxnLst/>
              <a:rect l="l" t="t" r="r" b="b"/>
              <a:pathLst>
                <a:path w="373" h="363" extrusionOk="0">
                  <a:moveTo>
                    <a:pt x="187" y="121"/>
                  </a:moveTo>
                  <a:cubicBezTo>
                    <a:pt x="224" y="121"/>
                    <a:pt x="251" y="149"/>
                    <a:pt x="251" y="186"/>
                  </a:cubicBezTo>
                  <a:cubicBezTo>
                    <a:pt x="251" y="223"/>
                    <a:pt x="224" y="251"/>
                    <a:pt x="187" y="251"/>
                  </a:cubicBezTo>
                  <a:cubicBezTo>
                    <a:pt x="149" y="251"/>
                    <a:pt x="122" y="223"/>
                    <a:pt x="122" y="186"/>
                  </a:cubicBezTo>
                  <a:cubicBezTo>
                    <a:pt x="122" y="149"/>
                    <a:pt x="149" y="121"/>
                    <a:pt x="187" y="121"/>
                  </a:cubicBezTo>
                  <a:close/>
                  <a:moveTo>
                    <a:pt x="187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7" y="362"/>
                  </a:cubicBezTo>
                  <a:cubicBezTo>
                    <a:pt x="289" y="362"/>
                    <a:pt x="372" y="288"/>
                    <a:pt x="372" y="186"/>
                  </a:cubicBezTo>
                  <a:cubicBezTo>
                    <a:pt x="372" y="84"/>
                    <a:pt x="289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6"/>
            <p:cNvSpPr/>
            <p:nvPr/>
          </p:nvSpPr>
          <p:spPr>
            <a:xfrm>
              <a:off x="7018025" y="2088150"/>
              <a:ext cx="539250" cy="36450"/>
            </a:xfrm>
            <a:custGeom>
              <a:avLst/>
              <a:gdLst/>
              <a:ahLst/>
              <a:cxnLst/>
              <a:rect l="l" t="t" r="r" b="b"/>
              <a:pathLst>
                <a:path w="21570" h="1458" extrusionOk="0">
                  <a:moveTo>
                    <a:pt x="1" y="1"/>
                  </a:moveTo>
                  <a:lnTo>
                    <a:pt x="1" y="891"/>
                  </a:lnTo>
                  <a:cubicBezTo>
                    <a:pt x="1" y="1207"/>
                    <a:pt x="260" y="1457"/>
                    <a:pt x="576" y="1457"/>
                  </a:cubicBezTo>
                  <a:lnTo>
                    <a:pt x="21003" y="1457"/>
                  </a:lnTo>
                  <a:cubicBezTo>
                    <a:pt x="21319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6"/>
            <p:cNvSpPr/>
            <p:nvPr/>
          </p:nvSpPr>
          <p:spPr>
            <a:xfrm>
              <a:off x="7016650" y="2086775"/>
              <a:ext cx="542225" cy="39200"/>
            </a:xfrm>
            <a:custGeom>
              <a:avLst/>
              <a:gdLst/>
              <a:ahLst/>
              <a:cxnLst/>
              <a:rect l="l" t="t" r="r" b="b"/>
              <a:pathLst>
                <a:path w="21689" h="1568" extrusionOk="0">
                  <a:moveTo>
                    <a:pt x="21568" y="111"/>
                  </a:moveTo>
                  <a:lnTo>
                    <a:pt x="21568" y="946"/>
                  </a:lnTo>
                  <a:cubicBezTo>
                    <a:pt x="21568" y="1225"/>
                    <a:pt x="21336" y="1457"/>
                    <a:pt x="21058" y="1457"/>
                  </a:cubicBezTo>
                  <a:lnTo>
                    <a:pt x="631" y="1457"/>
                  </a:lnTo>
                  <a:cubicBezTo>
                    <a:pt x="343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946"/>
                  </a:lnTo>
                  <a:cubicBezTo>
                    <a:pt x="0" y="1290"/>
                    <a:pt x="278" y="1568"/>
                    <a:pt x="631" y="1568"/>
                  </a:cubicBezTo>
                  <a:lnTo>
                    <a:pt x="21058" y="1568"/>
                  </a:lnTo>
                  <a:cubicBezTo>
                    <a:pt x="21401" y="1568"/>
                    <a:pt x="21689" y="1290"/>
                    <a:pt x="21689" y="946"/>
                  </a:cubicBezTo>
                  <a:lnTo>
                    <a:pt x="21689" y="56"/>
                  </a:lnTo>
                  <a:cubicBezTo>
                    <a:pt x="21689" y="28"/>
                    <a:pt x="21661" y="0"/>
                    <a:pt x="216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6"/>
            <p:cNvSpPr/>
            <p:nvPr/>
          </p:nvSpPr>
          <p:spPr>
            <a:xfrm>
              <a:off x="7021750" y="2114600"/>
              <a:ext cx="531800" cy="2800"/>
            </a:xfrm>
            <a:custGeom>
              <a:avLst/>
              <a:gdLst/>
              <a:ahLst/>
              <a:cxnLst/>
              <a:rect l="l" t="t" r="r" b="b"/>
              <a:pathLst>
                <a:path w="21272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21216" y="112"/>
                  </a:lnTo>
                  <a:cubicBezTo>
                    <a:pt x="21253" y="112"/>
                    <a:pt x="21272" y="93"/>
                    <a:pt x="21272" y="56"/>
                  </a:cubicBezTo>
                  <a:cubicBezTo>
                    <a:pt x="21272" y="28"/>
                    <a:pt x="21253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6"/>
            <p:cNvSpPr/>
            <p:nvPr/>
          </p:nvSpPr>
          <p:spPr>
            <a:xfrm>
              <a:off x="7236275" y="2090475"/>
              <a:ext cx="102975" cy="11400"/>
            </a:xfrm>
            <a:custGeom>
              <a:avLst/>
              <a:gdLst/>
              <a:ahLst/>
              <a:cxnLst/>
              <a:rect l="l" t="t" r="r" b="b"/>
              <a:pathLst>
                <a:path w="4119" h="456" extrusionOk="0">
                  <a:moveTo>
                    <a:pt x="0" y="1"/>
                  </a:moveTo>
                  <a:lnTo>
                    <a:pt x="0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6"/>
            <p:cNvSpPr/>
            <p:nvPr/>
          </p:nvSpPr>
          <p:spPr>
            <a:xfrm>
              <a:off x="7234875" y="2089075"/>
              <a:ext cx="105775" cy="14175"/>
            </a:xfrm>
            <a:custGeom>
              <a:avLst/>
              <a:gdLst/>
              <a:ahLst/>
              <a:cxnLst/>
              <a:rect l="l" t="t" r="r" b="b"/>
              <a:pathLst>
                <a:path w="4231" h="567" extrusionOk="0">
                  <a:moveTo>
                    <a:pt x="4119" y="112"/>
                  </a:moveTo>
                  <a:lnTo>
                    <a:pt x="4119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6" y="1"/>
                  </a:moveTo>
                  <a:cubicBezTo>
                    <a:pt x="28" y="1"/>
                    <a:pt x="0" y="19"/>
                    <a:pt x="0" y="57"/>
                  </a:cubicBezTo>
                  <a:lnTo>
                    <a:pt x="0" y="511"/>
                  </a:lnTo>
                  <a:cubicBezTo>
                    <a:pt x="0" y="539"/>
                    <a:pt x="28" y="567"/>
                    <a:pt x="56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6"/>
            <p:cNvSpPr/>
            <p:nvPr/>
          </p:nvSpPr>
          <p:spPr>
            <a:xfrm>
              <a:off x="7183625" y="1879425"/>
              <a:ext cx="185775" cy="159125"/>
            </a:xfrm>
            <a:custGeom>
              <a:avLst/>
              <a:gdLst/>
              <a:ahLst/>
              <a:cxnLst/>
              <a:rect l="l" t="t" r="r" b="b"/>
              <a:pathLst>
                <a:path w="7431" h="6365" extrusionOk="0">
                  <a:moveTo>
                    <a:pt x="297" y="1"/>
                  </a:moveTo>
                  <a:cubicBezTo>
                    <a:pt x="130" y="1"/>
                    <a:pt x="0" y="140"/>
                    <a:pt x="0" y="298"/>
                  </a:cubicBezTo>
                  <a:lnTo>
                    <a:pt x="0" y="6068"/>
                  </a:lnTo>
                  <a:cubicBezTo>
                    <a:pt x="0" y="6235"/>
                    <a:pt x="130" y="6365"/>
                    <a:pt x="297" y="6365"/>
                  </a:cubicBezTo>
                  <a:lnTo>
                    <a:pt x="7134" y="6365"/>
                  </a:lnTo>
                  <a:cubicBezTo>
                    <a:pt x="7301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1" y="1"/>
                    <a:pt x="7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6"/>
            <p:cNvSpPr/>
            <p:nvPr/>
          </p:nvSpPr>
          <p:spPr>
            <a:xfrm>
              <a:off x="7195900" y="1866900"/>
              <a:ext cx="185800" cy="159125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9" y="1"/>
                    <a:pt x="1" y="159"/>
                    <a:pt x="1" y="353"/>
                  </a:cubicBezTo>
                  <a:lnTo>
                    <a:pt x="1" y="6012"/>
                  </a:lnTo>
                  <a:cubicBezTo>
                    <a:pt x="1" y="6207"/>
                    <a:pt x="159" y="6365"/>
                    <a:pt x="353" y="6365"/>
                  </a:cubicBezTo>
                  <a:lnTo>
                    <a:pt x="7088" y="6365"/>
                  </a:lnTo>
                  <a:cubicBezTo>
                    <a:pt x="7274" y="6365"/>
                    <a:pt x="7432" y="6207"/>
                    <a:pt x="7432" y="6012"/>
                  </a:cubicBezTo>
                  <a:lnTo>
                    <a:pt x="7432" y="353"/>
                  </a:lnTo>
                  <a:cubicBezTo>
                    <a:pt x="7432" y="159"/>
                    <a:pt x="7274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6"/>
            <p:cNvSpPr/>
            <p:nvPr/>
          </p:nvSpPr>
          <p:spPr>
            <a:xfrm>
              <a:off x="7194525" y="1865525"/>
              <a:ext cx="188800" cy="161900"/>
            </a:xfrm>
            <a:custGeom>
              <a:avLst/>
              <a:gdLst/>
              <a:ahLst/>
              <a:cxnLst/>
              <a:rect l="l" t="t" r="r" b="b"/>
              <a:pathLst>
                <a:path w="7552" h="6476" extrusionOk="0">
                  <a:moveTo>
                    <a:pt x="7143" y="112"/>
                  </a:moveTo>
                  <a:cubicBezTo>
                    <a:pt x="7301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1" y="6355"/>
                    <a:pt x="7143" y="6355"/>
                  </a:cubicBezTo>
                  <a:lnTo>
                    <a:pt x="408" y="6355"/>
                  </a:lnTo>
                  <a:cubicBezTo>
                    <a:pt x="241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1" y="112"/>
                    <a:pt x="408" y="112"/>
                  </a:cubicBezTo>
                  <a:close/>
                  <a:moveTo>
                    <a:pt x="408" y="0"/>
                  </a:moveTo>
                  <a:cubicBezTo>
                    <a:pt x="177" y="0"/>
                    <a:pt x="0" y="176"/>
                    <a:pt x="0" y="408"/>
                  </a:cubicBezTo>
                  <a:lnTo>
                    <a:pt x="0" y="6067"/>
                  </a:lnTo>
                  <a:cubicBezTo>
                    <a:pt x="0" y="6290"/>
                    <a:pt x="177" y="6475"/>
                    <a:pt x="408" y="6475"/>
                  </a:cubicBezTo>
                  <a:lnTo>
                    <a:pt x="7143" y="6475"/>
                  </a:lnTo>
                  <a:cubicBezTo>
                    <a:pt x="7366" y="6475"/>
                    <a:pt x="7552" y="6290"/>
                    <a:pt x="7542" y="6067"/>
                  </a:cubicBezTo>
                  <a:lnTo>
                    <a:pt x="7542" y="408"/>
                  </a:lnTo>
                  <a:cubicBezTo>
                    <a:pt x="7542" y="186"/>
                    <a:pt x="7366" y="0"/>
                    <a:pt x="7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6"/>
            <p:cNvSpPr/>
            <p:nvPr/>
          </p:nvSpPr>
          <p:spPr>
            <a:xfrm>
              <a:off x="7224425" y="1950625"/>
              <a:ext cx="128275" cy="17200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6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6" y="687"/>
                  </a:cubicBezTo>
                  <a:lnTo>
                    <a:pt x="4806" y="687"/>
                  </a:lnTo>
                  <a:cubicBezTo>
                    <a:pt x="4992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6"/>
            <p:cNvSpPr/>
            <p:nvPr/>
          </p:nvSpPr>
          <p:spPr>
            <a:xfrm>
              <a:off x="7223050" y="1949250"/>
              <a:ext cx="131275" cy="19950"/>
            </a:xfrm>
            <a:custGeom>
              <a:avLst/>
              <a:gdLst/>
              <a:ahLst/>
              <a:cxnLst/>
              <a:rect l="l" t="t" r="r" b="b"/>
              <a:pathLst>
                <a:path w="5251" h="798" extrusionOk="0">
                  <a:moveTo>
                    <a:pt x="4861" y="111"/>
                  </a:moveTo>
                  <a:cubicBezTo>
                    <a:pt x="5010" y="111"/>
                    <a:pt x="5130" y="232"/>
                    <a:pt x="5130" y="380"/>
                  </a:cubicBezTo>
                  <a:lnTo>
                    <a:pt x="5130" y="418"/>
                  </a:lnTo>
                  <a:cubicBezTo>
                    <a:pt x="5130" y="566"/>
                    <a:pt x="5010" y="687"/>
                    <a:pt x="4861" y="687"/>
                  </a:cubicBezTo>
                  <a:lnTo>
                    <a:pt x="381" y="687"/>
                  </a:lnTo>
                  <a:cubicBezTo>
                    <a:pt x="232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7" y="0"/>
                    <a:pt x="0" y="167"/>
                    <a:pt x="0" y="380"/>
                  </a:cubicBezTo>
                  <a:lnTo>
                    <a:pt x="0" y="418"/>
                  </a:lnTo>
                  <a:cubicBezTo>
                    <a:pt x="0" y="631"/>
                    <a:pt x="167" y="798"/>
                    <a:pt x="381" y="798"/>
                  </a:cubicBezTo>
                  <a:lnTo>
                    <a:pt x="4861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6"/>
            <p:cNvSpPr/>
            <p:nvPr/>
          </p:nvSpPr>
          <p:spPr>
            <a:xfrm>
              <a:off x="7238350" y="1955275"/>
              <a:ext cx="99750" cy="7200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7" y="56"/>
                    <a:pt x="3934" y="93"/>
                    <a:pt x="3934" y="139"/>
                  </a:cubicBezTo>
                  <a:lnTo>
                    <a:pt x="3934" y="149"/>
                  </a:lnTo>
                  <a:cubicBezTo>
                    <a:pt x="3934" y="195"/>
                    <a:pt x="3897" y="232"/>
                    <a:pt x="3850" y="232"/>
                  </a:cubicBezTo>
                  <a:lnTo>
                    <a:pt x="140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40" y="56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149"/>
                  </a:lnTo>
                  <a:cubicBezTo>
                    <a:pt x="1" y="223"/>
                    <a:pt x="66" y="288"/>
                    <a:pt x="140" y="288"/>
                  </a:cubicBezTo>
                  <a:lnTo>
                    <a:pt x="3850" y="288"/>
                  </a:lnTo>
                  <a:cubicBezTo>
                    <a:pt x="3925" y="288"/>
                    <a:pt x="3990" y="232"/>
                    <a:pt x="3990" y="149"/>
                  </a:cubicBezTo>
                  <a:lnTo>
                    <a:pt x="3990" y="139"/>
                  </a:lnTo>
                  <a:cubicBezTo>
                    <a:pt x="3990" y="65"/>
                    <a:pt x="3925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6"/>
            <p:cNvSpPr/>
            <p:nvPr/>
          </p:nvSpPr>
          <p:spPr>
            <a:xfrm>
              <a:off x="7246700" y="1977525"/>
              <a:ext cx="83975" cy="10000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1" y="84"/>
                    <a:pt x="1" y="196"/>
                  </a:cubicBezTo>
                  <a:cubicBezTo>
                    <a:pt x="1" y="307"/>
                    <a:pt x="93" y="400"/>
                    <a:pt x="195" y="400"/>
                  </a:cubicBezTo>
                  <a:lnTo>
                    <a:pt x="3155" y="400"/>
                  </a:lnTo>
                  <a:cubicBezTo>
                    <a:pt x="3266" y="400"/>
                    <a:pt x="3359" y="307"/>
                    <a:pt x="3359" y="196"/>
                  </a:cubicBezTo>
                  <a:cubicBezTo>
                    <a:pt x="3359" y="84"/>
                    <a:pt x="3266" y="1"/>
                    <a:pt x="31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6"/>
            <p:cNvSpPr/>
            <p:nvPr/>
          </p:nvSpPr>
          <p:spPr>
            <a:xfrm>
              <a:off x="7245300" y="1976150"/>
              <a:ext cx="86775" cy="12775"/>
            </a:xfrm>
            <a:custGeom>
              <a:avLst/>
              <a:gdLst/>
              <a:ahLst/>
              <a:cxnLst/>
              <a:rect l="l" t="t" r="r" b="b"/>
              <a:pathLst>
                <a:path w="3471" h="511" extrusionOk="0">
                  <a:moveTo>
                    <a:pt x="3211" y="112"/>
                  </a:moveTo>
                  <a:cubicBezTo>
                    <a:pt x="3285" y="112"/>
                    <a:pt x="3350" y="176"/>
                    <a:pt x="3350" y="251"/>
                  </a:cubicBezTo>
                  <a:cubicBezTo>
                    <a:pt x="3350" y="334"/>
                    <a:pt x="3285" y="390"/>
                    <a:pt x="3211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9"/>
                    <a:pt x="112" y="510"/>
                    <a:pt x="251" y="510"/>
                  </a:cubicBezTo>
                  <a:lnTo>
                    <a:pt x="3211" y="510"/>
                  </a:lnTo>
                  <a:cubicBezTo>
                    <a:pt x="3350" y="510"/>
                    <a:pt x="3470" y="399"/>
                    <a:pt x="3470" y="251"/>
                  </a:cubicBezTo>
                  <a:cubicBezTo>
                    <a:pt x="3470" y="112"/>
                    <a:pt x="3350" y="0"/>
                    <a:pt x="3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6"/>
            <p:cNvSpPr/>
            <p:nvPr/>
          </p:nvSpPr>
          <p:spPr>
            <a:xfrm>
              <a:off x="7263625" y="1980075"/>
              <a:ext cx="4675" cy="4900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57"/>
                  </a:moveTo>
                  <a:cubicBezTo>
                    <a:pt x="11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38" y="1"/>
                    <a:pt x="1" y="38"/>
                    <a:pt x="1" y="94"/>
                  </a:cubicBezTo>
                  <a:cubicBezTo>
                    <a:pt x="1" y="149"/>
                    <a:pt x="38" y="196"/>
                    <a:pt x="94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6"/>
            <p:cNvSpPr/>
            <p:nvPr/>
          </p:nvSpPr>
          <p:spPr>
            <a:xfrm>
              <a:off x="7272900" y="1980075"/>
              <a:ext cx="4675" cy="4900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57"/>
                  </a:moveTo>
                  <a:cubicBezTo>
                    <a:pt x="11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38" y="1"/>
                    <a:pt x="1" y="38"/>
                    <a:pt x="1" y="94"/>
                  </a:cubicBezTo>
                  <a:cubicBezTo>
                    <a:pt x="1" y="149"/>
                    <a:pt x="38" y="196"/>
                    <a:pt x="94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6"/>
            <p:cNvSpPr/>
            <p:nvPr/>
          </p:nvSpPr>
          <p:spPr>
            <a:xfrm>
              <a:off x="7281500" y="19800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93" y="57"/>
                  </a:moveTo>
                  <a:cubicBezTo>
                    <a:pt x="121" y="57"/>
                    <a:pt x="139" y="75"/>
                    <a:pt x="139" y="94"/>
                  </a:cubicBezTo>
                  <a:cubicBezTo>
                    <a:pt x="139" y="112"/>
                    <a:pt x="121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46" y="1"/>
                    <a:pt x="0" y="38"/>
                    <a:pt x="0" y="94"/>
                  </a:cubicBezTo>
                  <a:cubicBezTo>
                    <a:pt x="0" y="149"/>
                    <a:pt x="46" y="196"/>
                    <a:pt x="93" y="196"/>
                  </a:cubicBezTo>
                  <a:cubicBezTo>
                    <a:pt x="148" y="196"/>
                    <a:pt x="195" y="149"/>
                    <a:pt x="195" y="94"/>
                  </a:cubicBezTo>
                  <a:cubicBezTo>
                    <a:pt x="195" y="38"/>
                    <a:pt x="148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6"/>
            <p:cNvSpPr/>
            <p:nvPr/>
          </p:nvSpPr>
          <p:spPr>
            <a:xfrm>
              <a:off x="7290775" y="1980075"/>
              <a:ext cx="4875" cy="4900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93" y="57"/>
                  </a:moveTo>
                  <a:cubicBezTo>
                    <a:pt x="121" y="57"/>
                    <a:pt x="139" y="75"/>
                    <a:pt x="139" y="94"/>
                  </a:cubicBezTo>
                  <a:cubicBezTo>
                    <a:pt x="139" y="112"/>
                    <a:pt x="121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6"/>
            <p:cNvSpPr/>
            <p:nvPr/>
          </p:nvSpPr>
          <p:spPr>
            <a:xfrm>
              <a:off x="7299800" y="19800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4" y="57"/>
                  </a:moveTo>
                  <a:cubicBezTo>
                    <a:pt x="122" y="57"/>
                    <a:pt x="131" y="75"/>
                    <a:pt x="131" y="94"/>
                  </a:cubicBezTo>
                  <a:cubicBezTo>
                    <a:pt x="131" y="112"/>
                    <a:pt x="122" y="131"/>
                    <a:pt x="94" y="131"/>
                  </a:cubicBezTo>
                  <a:cubicBezTo>
                    <a:pt x="75" y="131"/>
                    <a:pt x="57" y="112"/>
                    <a:pt x="57" y="94"/>
                  </a:cubicBezTo>
                  <a:cubicBezTo>
                    <a:pt x="57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4" y="196"/>
                  </a:cubicBezTo>
                  <a:cubicBezTo>
                    <a:pt x="149" y="196"/>
                    <a:pt x="196" y="149"/>
                    <a:pt x="196" y="94"/>
                  </a:cubicBezTo>
                  <a:cubicBezTo>
                    <a:pt x="19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6"/>
            <p:cNvSpPr/>
            <p:nvPr/>
          </p:nvSpPr>
          <p:spPr>
            <a:xfrm>
              <a:off x="7309075" y="1980075"/>
              <a:ext cx="4900" cy="490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4" y="57"/>
                  </a:moveTo>
                  <a:cubicBezTo>
                    <a:pt x="122" y="57"/>
                    <a:pt x="131" y="75"/>
                    <a:pt x="131" y="94"/>
                  </a:cubicBezTo>
                  <a:cubicBezTo>
                    <a:pt x="131" y="112"/>
                    <a:pt x="112" y="131"/>
                    <a:pt x="94" y="131"/>
                  </a:cubicBezTo>
                  <a:cubicBezTo>
                    <a:pt x="75" y="131"/>
                    <a:pt x="57" y="112"/>
                    <a:pt x="57" y="94"/>
                  </a:cubicBezTo>
                  <a:cubicBezTo>
                    <a:pt x="57" y="75"/>
                    <a:pt x="75" y="57"/>
                    <a:pt x="94" y="57"/>
                  </a:cubicBezTo>
                  <a:close/>
                  <a:moveTo>
                    <a:pt x="94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4" y="196"/>
                  </a:cubicBezTo>
                  <a:cubicBezTo>
                    <a:pt x="149" y="196"/>
                    <a:pt x="196" y="149"/>
                    <a:pt x="196" y="94"/>
                  </a:cubicBezTo>
                  <a:cubicBezTo>
                    <a:pt x="196" y="38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6"/>
            <p:cNvSpPr/>
            <p:nvPr/>
          </p:nvSpPr>
          <p:spPr>
            <a:xfrm>
              <a:off x="7261775" y="1885700"/>
              <a:ext cx="53825" cy="53600"/>
            </a:xfrm>
            <a:custGeom>
              <a:avLst/>
              <a:gdLst/>
              <a:ahLst/>
              <a:cxnLst/>
              <a:rect l="l" t="t" r="r" b="b"/>
              <a:pathLst>
                <a:path w="2153" h="2144" extrusionOk="0">
                  <a:moveTo>
                    <a:pt x="1077" y="0"/>
                  </a:moveTo>
                  <a:cubicBezTo>
                    <a:pt x="483" y="0"/>
                    <a:pt x="1" y="473"/>
                    <a:pt x="1" y="1067"/>
                  </a:cubicBezTo>
                  <a:cubicBezTo>
                    <a:pt x="1" y="1661"/>
                    <a:pt x="483" y="2143"/>
                    <a:pt x="1077" y="2143"/>
                  </a:cubicBezTo>
                  <a:cubicBezTo>
                    <a:pt x="1670" y="2143"/>
                    <a:pt x="2153" y="1661"/>
                    <a:pt x="2153" y="1067"/>
                  </a:cubicBezTo>
                  <a:cubicBezTo>
                    <a:pt x="2153" y="473"/>
                    <a:pt x="1670" y="0"/>
                    <a:pt x="10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6"/>
            <p:cNvSpPr/>
            <p:nvPr/>
          </p:nvSpPr>
          <p:spPr>
            <a:xfrm>
              <a:off x="7260375" y="1884075"/>
              <a:ext cx="56625" cy="56850"/>
            </a:xfrm>
            <a:custGeom>
              <a:avLst/>
              <a:gdLst/>
              <a:ahLst/>
              <a:cxnLst/>
              <a:rect l="l" t="t" r="r" b="b"/>
              <a:pathLst>
                <a:path w="2265" h="2274" extrusionOk="0">
                  <a:moveTo>
                    <a:pt x="1133" y="121"/>
                  </a:moveTo>
                  <a:cubicBezTo>
                    <a:pt x="1689" y="121"/>
                    <a:pt x="2144" y="576"/>
                    <a:pt x="2144" y="1132"/>
                  </a:cubicBezTo>
                  <a:cubicBezTo>
                    <a:pt x="2144" y="1698"/>
                    <a:pt x="1689" y="2153"/>
                    <a:pt x="1133" y="2153"/>
                  </a:cubicBezTo>
                  <a:cubicBezTo>
                    <a:pt x="567" y="2153"/>
                    <a:pt x="112" y="1698"/>
                    <a:pt x="112" y="1132"/>
                  </a:cubicBezTo>
                  <a:cubicBezTo>
                    <a:pt x="112" y="576"/>
                    <a:pt x="567" y="121"/>
                    <a:pt x="1133" y="121"/>
                  </a:cubicBezTo>
                  <a:close/>
                  <a:moveTo>
                    <a:pt x="1133" y="0"/>
                  </a:moveTo>
                  <a:cubicBezTo>
                    <a:pt x="502" y="0"/>
                    <a:pt x="1" y="511"/>
                    <a:pt x="1" y="1132"/>
                  </a:cubicBezTo>
                  <a:cubicBezTo>
                    <a:pt x="1" y="1763"/>
                    <a:pt x="502" y="2273"/>
                    <a:pt x="1133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6"/>
            <p:cNvSpPr/>
            <p:nvPr/>
          </p:nvSpPr>
          <p:spPr>
            <a:xfrm>
              <a:off x="7276625" y="1914000"/>
              <a:ext cx="23900" cy="12075"/>
            </a:xfrm>
            <a:custGeom>
              <a:avLst/>
              <a:gdLst/>
              <a:ahLst/>
              <a:cxnLst/>
              <a:rect l="l" t="t" r="r" b="b"/>
              <a:pathLst>
                <a:path w="956" h="483" extrusionOk="0">
                  <a:moveTo>
                    <a:pt x="483" y="0"/>
                  </a:moveTo>
                  <a:cubicBezTo>
                    <a:pt x="214" y="0"/>
                    <a:pt x="0" y="213"/>
                    <a:pt x="0" y="482"/>
                  </a:cubicBezTo>
                  <a:lnTo>
                    <a:pt x="956" y="482"/>
                  </a:lnTo>
                  <a:cubicBezTo>
                    <a:pt x="956" y="213"/>
                    <a:pt x="742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6"/>
            <p:cNvSpPr/>
            <p:nvPr/>
          </p:nvSpPr>
          <p:spPr>
            <a:xfrm>
              <a:off x="7275225" y="1912600"/>
              <a:ext cx="26925" cy="14875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9" y="121"/>
                  </a:moveTo>
                  <a:cubicBezTo>
                    <a:pt x="743" y="121"/>
                    <a:pt x="919" y="279"/>
                    <a:pt x="947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9" y="121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2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7" y="538"/>
                  </a:cubicBezTo>
                  <a:cubicBezTo>
                    <a:pt x="1077" y="242"/>
                    <a:pt x="835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6"/>
            <p:cNvSpPr/>
            <p:nvPr/>
          </p:nvSpPr>
          <p:spPr>
            <a:xfrm>
              <a:off x="7281950" y="1898925"/>
              <a:ext cx="13475" cy="13475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cubicBezTo>
                    <a:pt x="1" y="418"/>
                    <a:pt x="121" y="538"/>
                    <a:pt x="270" y="538"/>
                  </a:cubicBezTo>
                  <a:cubicBezTo>
                    <a:pt x="418" y="538"/>
                    <a:pt x="539" y="418"/>
                    <a:pt x="539" y="269"/>
                  </a:cubicBezTo>
                  <a:cubicBezTo>
                    <a:pt x="539" y="121"/>
                    <a:pt x="418" y="0"/>
                    <a:pt x="2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6"/>
            <p:cNvSpPr/>
            <p:nvPr/>
          </p:nvSpPr>
          <p:spPr>
            <a:xfrm>
              <a:off x="7280550" y="1897525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6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6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6" y="112"/>
                  </a:cubicBezTo>
                  <a:close/>
                  <a:moveTo>
                    <a:pt x="326" y="0"/>
                  </a:moveTo>
                  <a:cubicBezTo>
                    <a:pt x="140" y="0"/>
                    <a:pt x="1" y="140"/>
                    <a:pt x="1" y="325"/>
                  </a:cubicBezTo>
                  <a:cubicBezTo>
                    <a:pt x="1" y="511"/>
                    <a:pt x="140" y="659"/>
                    <a:pt x="326" y="659"/>
                  </a:cubicBezTo>
                  <a:cubicBezTo>
                    <a:pt x="511" y="659"/>
                    <a:pt x="660" y="511"/>
                    <a:pt x="660" y="325"/>
                  </a:cubicBezTo>
                  <a:cubicBezTo>
                    <a:pt x="660" y="140"/>
                    <a:pt x="511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6"/>
            <p:cNvSpPr/>
            <p:nvPr/>
          </p:nvSpPr>
          <p:spPr>
            <a:xfrm>
              <a:off x="7268725" y="1995400"/>
              <a:ext cx="39700" cy="12300"/>
            </a:xfrm>
            <a:custGeom>
              <a:avLst/>
              <a:gdLst/>
              <a:ahLst/>
              <a:cxnLst/>
              <a:rect l="l" t="t" r="r" b="b"/>
              <a:pathLst>
                <a:path w="1588" h="492" extrusionOk="0">
                  <a:moveTo>
                    <a:pt x="251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90"/>
                    <a:pt x="112" y="492"/>
                    <a:pt x="251" y="492"/>
                  </a:cubicBezTo>
                  <a:lnTo>
                    <a:pt x="1346" y="492"/>
                  </a:lnTo>
                  <a:cubicBezTo>
                    <a:pt x="1476" y="492"/>
                    <a:pt x="1587" y="390"/>
                    <a:pt x="1587" y="251"/>
                  </a:cubicBezTo>
                  <a:cubicBezTo>
                    <a:pt x="1587" y="111"/>
                    <a:pt x="1476" y="0"/>
                    <a:pt x="1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6"/>
            <p:cNvSpPr/>
            <p:nvPr/>
          </p:nvSpPr>
          <p:spPr>
            <a:xfrm>
              <a:off x="7267350" y="1994000"/>
              <a:ext cx="42450" cy="15325"/>
            </a:xfrm>
            <a:custGeom>
              <a:avLst/>
              <a:gdLst/>
              <a:ahLst/>
              <a:cxnLst/>
              <a:rect l="l" t="t" r="r" b="b"/>
              <a:pathLst>
                <a:path w="1698" h="613" extrusionOk="0">
                  <a:moveTo>
                    <a:pt x="1401" y="121"/>
                  </a:moveTo>
                  <a:cubicBezTo>
                    <a:pt x="1503" y="121"/>
                    <a:pt x="1586" y="205"/>
                    <a:pt x="1586" y="307"/>
                  </a:cubicBezTo>
                  <a:cubicBezTo>
                    <a:pt x="1586" y="409"/>
                    <a:pt x="1503" y="492"/>
                    <a:pt x="1401" y="492"/>
                  </a:cubicBezTo>
                  <a:lnTo>
                    <a:pt x="306" y="492"/>
                  </a:lnTo>
                  <a:cubicBezTo>
                    <a:pt x="204" y="492"/>
                    <a:pt x="112" y="409"/>
                    <a:pt x="112" y="307"/>
                  </a:cubicBezTo>
                  <a:cubicBezTo>
                    <a:pt x="112" y="205"/>
                    <a:pt x="195" y="121"/>
                    <a:pt x="306" y="121"/>
                  </a:cubicBezTo>
                  <a:close/>
                  <a:moveTo>
                    <a:pt x="306" y="0"/>
                  </a:moveTo>
                  <a:cubicBezTo>
                    <a:pt x="139" y="0"/>
                    <a:pt x="0" y="140"/>
                    <a:pt x="0" y="307"/>
                  </a:cubicBezTo>
                  <a:cubicBezTo>
                    <a:pt x="0" y="474"/>
                    <a:pt x="130" y="613"/>
                    <a:pt x="306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6"/>
            <p:cNvSpPr/>
            <p:nvPr/>
          </p:nvSpPr>
          <p:spPr>
            <a:xfrm>
              <a:off x="7284275" y="2327500"/>
              <a:ext cx="305000" cy="222425"/>
            </a:xfrm>
            <a:custGeom>
              <a:avLst/>
              <a:gdLst/>
              <a:ahLst/>
              <a:cxnLst/>
              <a:rect l="l" t="t" r="r" b="b"/>
              <a:pathLst>
                <a:path w="12200" h="8897" extrusionOk="0">
                  <a:moveTo>
                    <a:pt x="232" y="0"/>
                  </a:moveTo>
                  <a:cubicBezTo>
                    <a:pt x="102" y="0"/>
                    <a:pt x="0" y="102"/>
                    <a:pt x="0" y="223"/>
                  </a:cubicBezTo>
                  <a:lnTo>
                    <a:pt x="0" y="8674"/>
                  </a:lnTo>
                  <a:cubicBezTo>
                    <a:pt x="0" y="8795"/>
                    <a:pt x="102" y="8897"/>
                    <a:pt x="232" y="8897"/>
                  </a:cubicBezTo>
                  <a:lnTo>
                    <a:pt x="11977" y="8897"/>
                  </a:lnTo>
                  <a:cubicBezTo>
                    <a:pt x="12097" y="8897"/>
                    <a:pt x="12199" y="8795"/>
                    <a:pt x="12199" y="8674"/>
                  </a:cubicBezTo>
                  <a:lnTo>
                    <a:pt x="12199" y="223"/>
                  </a:lnTo>
                  <a:cubicBezTo>
                    <a:pt x="12199" y="102"/>
                    <a:pt x="12097" y="0"/>
                    <a:pt x="11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6"/>
            <p:cNvSpPr/>
            <p:nvPr/>
          </p:nvSpPr>
          <p:spPr>
            <a:xfrm>
              <a:off x="7301425" y="2310575"/>
              <a:ext cx="305000" cy="37575"/>
            </a:xfrm>
            <a:custGeom>
              <a:avLst/>
              <a:gdLst/>
              <a:ahLst/>
              <a:cxnLst/>
              <a:rect l="l" t="t" r="r" b="b"/>
              <a:pathLst>
                <a:path w="12200" h="1503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lnTo>
                    <a:pt x="1" y="1503"/>
                  </a:lnTo>
                  <a:lnTo>
                    <a:pt x="12200" y="1503"/>
                  </a:lnTo>
                  <a:lnTo>
                    <a:pt x="12200" y="353"/>
                  </a:lnTo>
                  <a:cubicBezTo>
                    <a:pt x="12200" y="158"/>
                    <a:pt x="12042" y="0"/>
                    <a:pt x="11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6"/>
            <p:cNvSpPr/>
            <p:nvPr/>
          </p:nvSpPr>
          <p:spPr>
            <a:xfrm>
              <a:off x="7299800" y="2309175"/>
              <a:ext cx="308025" cy="40375"/>
            </a:xfrm>
            <a:custGeom>
              <a:avLst/>
              <a:gdLst/>
              <a:ahLst/>
              <a:cxnLst/>
              <a:rect l="l" t="t" r="r" b="b"/>
              <a:pathLst>
                <a:path w="12321" h="1615" extrusionOk="0">
                  <a:moveTo>
                    <a:pt x="11912" y="112"/>
                  </a:moveTo>
                  <a:cubicBezTo>
                    <a:pt x="12070" y="112"/>
                    <a:pt x="12209" y="251"/>
                    <a:pt x="12209" y="409"/>
                  </a:cubicBezTo>
                  <a:lnTo>
                    <a:pt x="12209" y="1494"/>
                  </a:lnTo>
                  <a:lnTo>
                    <a:pt x="122" y="1494"/>
                  </a:lnTo>
                  <a:lnTo>
                    <a:pt x="122" y="325"/>
                  </a:lnTo>
                  <a:cubicBezTo>
                    <a:pt x="122" y="214"/>
                    <a:pt x="214" y="112"/>
                    <a:pt x="335" y="112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9"/>
                    <a:pt x="1" y="325"/>
                  </a:cubicBezTo>
                  <a:lnTo>
                    <a:pt x="1" y="1615"/>
                  </a:lnTo>
                  <a:lnTo>
                    <a:pt x="12320" y="1615"/>
                  </a:lnTo>
                  <a:lnTo>
                    <a:pt x="12320" y="409"/>
                  </a:lnTo>
                  <a:cubicBezTo>
                    <a:pt x="12320" y="186"/>
                    <a:pt x="12135" y="0"/>
                    <a:pt x="1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6"/>
            <p:cNvSpPr/>
            <p:nvPr/>
          </p:nvSpPr>
          <p:spPr>
            <a:xfrm>
              <a:off x="7553750" y="2321700"/>
              <a:ext cx="14650" cy="14400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1" y="112"/>
                    <a:pt x="465" y="195"/>
                    <a:pt x="465" y="288"/>
                  </a:cubicBezTo>
                  <a:cubicBezTo>
                    <a:pt x="465" y="381"/>
                    <a:pt x="391" y="464"/>
                    <a:pt x="298" y="464"/>
                  </a:cubicBezTo>
                  <a:cubicBezTo>
                    <a:pt x="196" y="464"/>
                    <a:pt x="122" y="381"/>
                    <a:pt x="122" y="288"/>
                  </a:cubicBezTo>
                  <a:cubicBezTo>
                    <a:pt x="122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6"/>
            <p:cNvSpPr/>
            <p:nvPr/>
          </p:nvSpPr>
          <p:spPr>
            <a:xfrm>
              <a:off x="7576250" y="2321700"/>
              <a:ext cx="14650" cy="14400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0" y="112"/>
                    <a:pt x="465" y="195"/>
                    <a:pt x="465" y="288"/>
                  </a:cubicBezTo>
                  <a:cubicBezTo>
                    <a:pt x="465" y="381"/>
                    <a:pt x="390" y="464"/>
                    <a:pt x="298" y="464"/>
                  </a:cubicBezTo>
                  <a:cubicBezTo>
                    <a:pt x="196" y="464"/>
                    <a:pt x="121" y="381"/>
                    <a:pt x="121" y="288"/>
                  </a:cubicBezTo>
                  <a:cubicBezTo>
                    <a:pt x="121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6"/>
            <p:cNvSpPr/>
            <p:nvPr/>
          </p:nvSpPr>
          <p:spPr>
            <a:xfrm>
              <a:off x="7531500" y="2321700"/>
              <a:ext cx="14400" cy="14400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2"/>
                  </a:moveTo>
                  <a:cubicBezTo>
                    <a:pt x="381" y="112"/>
                    <a:pt x="464" y="195"/>
                    <a:pt x="464" y="288"/>
                  </a:cubicBezTo>
                  <a:cubicBezTo>
                    <a:pt x="464" y="381"/>
                    <a:pt x="381" y="464"/>
                    <a:pt x="288" y="464"/>
                  </a:cubicBezTo>
                  <a:cubicBezTo>
                    <a:pt x="195" y="464"/>
                    <a:pt x="121" y="381"/>
                    <a:pt x="121" y="288"/>
                  </a:cubicBezTo>
                  <a:cubicBezTo>
                    <a:pt x="121" y="195"/>
                    <a:pt x="195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46"/>
                    <a:pt x="130" y="576"/>
                    <a:pt x="288" y="576"/>
                  </a:cubicBezTo>
                  <a:cubicBezTo>
                    <a:pt x="446" y="576"/>
                    <a:pt x="575" y="446"/>
                    <a:pt x="575" y="288"/>
                  </a:cubicBezTo>
                  <a:cubicBezTo>
                    <a:pt x="575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6"/>
            <p:cNvSpPr/>
            <p:nvPr/>
          </p:nvSpPr>
          <p:spPr>
            <a:xfrm>
              <a:off x="7301200" y="2348125"/>
              <a:ext cx="305000" cy="183475"/>
            </a:xfrm>
            <a:custGeom>
              <a:avLst/>
              <a:gdLst/>
              <a:ahLst/>
              <a:cxnLst/>
              <a:rect l="l" t="t" r="r" b="b"/>
              <a:pathLst>
                <a:path w="12200" h="7339" extrusionOk="0">
                  <a:moveTo>
                    <a:pt x="38" y="1"/>
                  </a:moveTo>
                  <a:cubicBezTo>
                    <a:pt x="19" y="1"/>
                    <a:pt x="1" y="19"/>
                    <a:pt x="1" y="38"/>
                  </a:cubicBezTo>
                  <a:lnTo>
                    <a:pt x="1" y="7302"/>
                  </a:lnTo>
                  <a:cubicBezTo>
                    <a:pt x="1" y="7320"/>
                    <a:pt x="19" y="7339"/>
                    <a:pt x="38" y="7339"/>
                  </a:cubicBezTo>
                  <a:lnTo>
                    <a:pt x="12162" y="7339"/>
                  </a:lnTo>
                  <a:cubicBezTo>
                    <a:pt x="12181" y="7339"/>
                    <a:pt x="12199" y="7320"/>
                    <a:pt x="12199" y="7302"/>
                  </a:cubicBezTo>
                  <a:lnTo>
                    <a:pt x="12199" y="38"/>
                  </a:lnTo>
                  <a:cubicBezTo>
                    <a:pt x="12199" y="19"/>
                    <a:pt x="12181" y="1"/>
                    <a:pt x="121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6"/>
            <p:cNvSpPr/>
            <p:nvPr/>
          </p:nvSpPr>
          <p:spPr>
            <a:xfrm>
              <a:off x="7299800" y="2346750"/>
              <a:ext cx="308025" cy="186250"/>
            </a:xfrm>
            <a:custGeom>
              <a:avLst/>
              <a:gdLst/>
              <a:ahLst/>
              <a:cxnLst/>
              <a:rect l="l" t="t" r="r" b="b"/>
              <a:pathLst>
                <a:path w="12321" h="7450" extrusionOk="0">
                  <a:moveTo>
                    <a:pt x="12200" y="112"/>
                  </a:moveTo>
                  <a:lnTo>
                    <a:pt x="12200" y="7338"/>
                  </a:lnTo>
                  <a:lnTo>
                    <a:pt x="112" y="7338"/>
                  </a:lnTo>
                  <a:lnTo>
                    <a:pt x="112" y="112"/>
                  </a:lnTo>
                  <a:close/>
                  <a:moveTo>
                    <a:pt x="94" y="0"/>
                  </a:moveTo>
                  <a:cubicBezTo>
                    <a:pt x="47" y="0"/>
                    <a:pt x="1" y="37"/>
                    <a:pt x="1" y="93"/>
                  </a:cubicBezTo>
                  <a:lnTo>
                    <a:pt x="1" y="7357"/>
                  </a:lnTo>
                  <a:cubicBezTo>
                    <a:pt x="1" y="7412"/>
                    <a:pt x="47" y="7449"/>
                    <a:pt x="94" y="7449"/>
                  </a:cubicBezTo>
                  <a:lnTo>
                    <a:pt x="12218" y="7449"/>
                  </a:lnTo>
                  <a:cubicBezTo>
                    <a:pt x="12274" y="7449"/>
                    <a:pt x="12320" y="7412"/>
                    <a:pt x="12320" y="7357"/>
                  </a:cubicBezTo>
                  <a:lnTo>
                    <a:pt x="12320" y="93"/>
                  </a:lnTo>
                  <a:cubicBezTo>
                    <a:pt x="12320" y="37"/>
                    <a:pt x="12274" y="0"/>
                    <a:pt x="12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7510150" y="2385250"/>
              <a:ext cx="67525" cy="103925"/>
            </a:xfrm>
            <a:custGeom>
              <a:avLst/>
              <a:gdLst/>
              <a:ahLst/>
              <a:cxnLst/>
              <a:rect l="l" t="t" r="r" b="b"/>
              <a:pathLst>
                <a:path w="2701" h="4157" extrusionOk="0">
                  <a:moveTo>
                    <a:pt x="19" y="0"/>
                  </a:moveTo>
                  <a:cubicBezTo>
                    <a:pt x="10" y="0"/>
                    <a:pt x="1" y="9"/>
                    <a:pt x="1" y="19"/>
                  </a:cubicBezTo>
                  <a:lnTo>
                    <a:pt x="1" y="4138"/>
                  </a:lnTo>
                  <a:cubicBezTo>
                    <a:pt x="1" y="4147"/>
                    <a:pt x="10" y="4156"/>
                    <a:pt x="19" y="4156"/>
                  </a:cubicBezTo>
                  <a:lnTo>
                    <a:pt x="2682" y="4156"/>
                  </a:lnTo>
                  <a:cubicBezTo>
                    <a:pt x="2691" y="4156"/>
                    <a:pt x="2700" y="4147"/>
                    <a:pt x="2700" y="4138"/>
                  </a:cubicBezTo>
                  <a:lnTo>
                    <a:pt x="2700" y="19"/>
                  </a:lnTo>
                  <a:cubicBezTo>
                    <a:pt x="2700" y="0"/>
                    <a:pt x="2691" y="0"/>
                    <a:pt x="2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7508775" y="2383625"/>
              <a:ext cx="70300" cy="107175"/>
            </a:xfrm>
            <a:custGeom>
              <a:avLst/>
              <a:gdLst/>
              <a:ahLst/>
              <a:cxnLst/>
              <a:rect l="l" t="t" r="r" b="b"/>
              <a:pathLst>
                <a:path w="2812" h="4287" extrusionOk="0">
                  <a:moveTo>
                    <a:pt x="2700" y="121"/>
                  </a:moveTo>
                  <a:lnTo>
                    <a:pt x="2700" y="4165"/>
                  </a:lnTo>
                  <a:lnTo>
                    <a:pt x="112" y="4165"/>
                  </a:lnTo>
                  <a:lnTo>
                    <a:pt x="112" y="121"/>
                  </a:lnTo>
                  <a:close/>
                  <a:moveTo>
                    <a:pt x="74" y="0"/>
                  </a:moveTo>
                  <a:cubicBezTo>
                    <a:pt x="37" y="0"/>
                    <a:pt x="0" y="37"/>
                    <a:pt x="0" y="84"/>
                  </a:cubicBezTo>
                  <a:lnTo>
                    <a:pt x="0" y="4203"/>
                  </a:lnTo>
                  <a:cubicBezTo>
                    <a:pt x="0" y="4249"/>
                    <a:pt x="37" y="4286"/>
                    <a:pt x="74" y="4286"/>
                  </a:cubicBezTo>
                  <a:lnTo>
                    <a:pt x="2737" y="4286"/>
                  </a:lnTo>
                  <a:cubicBezTo>
                    <a:pt x="2774" y="4286"/>
                    <a:pt x="2811" y="4249"/>
                    <a:pt x="2811" y="4203"/>
                  </a:cubicBezTo>
                  <a:lnTo>
                    <a:pt x="2811" y="84"/>
                  </a:lnTo>
                  <a:cubicBezTo>
                    <a:pt x="2811" y="37"/>
                    <a:pt x="2774" y="0"/>
                    <a:pt x="2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7511775" y="2387100"/>
              <a:ext cx="65200" cy="100900"/>
            </a:xfrm>
            <a:custGeom>
              <a:avLst/>
              <a:gdLst/>
              <a:ahLst/>
              <a:cxnLst/>
              <a:rect l="l" t="t" r="r" b="b"/>
              <a:pathLst>
                <a:path w="2608" h="4036" extrusionOk="0">
                  <a:moveTo>
                    <a:pt x="1" y="0"/>
                  </a:moveTo>
                  <a:lnTo>
                    <a:pt x="2608" y="40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7510150" y="2385700"/>
              <a:ext cx="68450" cy="103700"/>
            </a:xfrm>
            <a:custGeom>
              <a:avLst/>
              <a:gdLst/>
              <a:ahLst/>
              <a:cxnLst/>
              <a:rect l="l" t="t" r="r" b="b"/>
              <a:pathLst>
                <a:path w="2738" h="4148" extrusionOk="0">
                  <a:moveTo>
                    <a:pt x="70" y="0"/>
                  </a:moveTo>
                  <a:cubicBezTo>
                    <a:pt x="59" y="0"/>
                    <a:pt x="48" y="3"/>
                    <a:pt x="38" y="10"/>
                  </a:cubicBezTo>
                  <a:cubicBezTo>
                    <a:pt x="10" y="29"/>
                    <a:pt x="1" y="66"/>
                    <a:pt x="19" y="93"/>
                  </a:cubicBezTo>
                  <a:lnTo>
                    <a:pt x="2626" y="4120"/>
                  </a:lnTo>
                  <a:cubicBezTo>
                    <a:pt x="2635" y="4138"/>
                    <a:pt x="2654" y="4147"/>
                    <a:pt x="2673" y="4147"/>
                  </a:cubicBezTo>
                  <a:cubicBezTo>
                    <a:pt x="2682" y="4147"/>
                    <a:pt x="2691" y="4147"/>
                    <a:pt x="2700" y="4138"/>
                  </a:cubicBezTo>
                  <a:cubicBezTo>
                    <a:pt x="2728" y="4120"/>
                    <a:pt x="2738" y="4082"/>
                    <a:pt x="2719" y="4055"/>
                  </a:cubicBezTo>
                  <a:lnTo>
                    <a:pt x="121" y="29"/>
                  </a:lnTo>
                  <a:cubicBezTo>
                    <a:pt x="109" y="11"/>
                    <a:pt x="90" y="0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7510625" y="2386875"/>
              <a:ext cx="64950" cy="102300"/>
            </a:xfrm>
            <a:custGeom>
              <a:avLst/>
              <a:gdLst/>
              <a:ahLst/>
              <a:cxnLst/>
              <a:rect l="l" t="t" r="r" b="b"/>
              <a:pathLst>
                <a:path w="2598" h="4092" extrusionOk="0">
                  <a:moveTo>
                    <a:pt x="2598" y="0"/>
                  </a:moveTo>
                  <a:lnTo>
                    <a:pt x="0" y="40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7509000" y="2385325"/>
              <a:ext cx="68200" cy="105475"/>
            </a:xfrm>
            <a:custGeom>
              <a:avLst/>
              <a:gdLst/>
              <a:ahLst/>
              <a:cxnLst/>
              <a:rect l="l" t="t" r="r" b="b"/>
              <a:pathLst>
                <a:path w="2728" h="4219" extrusionOk="0">
                  <a:moveTo>
                    <a:pt x="2667" y="1"/>
                  </a:moveTo>
                  <a:cubicBezTo>
                    <a:pt x="2648" y="1"/>
                    <a:pt x="2628" y="7"/>
                    <a:pt x="2617" y="25"/>
                  </a:cubicBezTo>
                  <a:lnTo>
                    <a:pt x="19" y="4125"/>
                  </a:lnTo>
                  <a:cubicBezTo>
                    <a:pt x="0" y="4153"/>
                    <a:pt x="10" y="4190"/>
                    <a:pt x="38" y="4209"/>
                  </a:cubicBezTo>
                  <a:cubicBezTo>
                    <a:pt x="47" y="4209"/>
                    <a:pt x="56" y="4218"/>
                    <a:pt x="65" y="4218"/>
                  </a:cubicBezTo>
                  <a:cubicBezTo>
                    <a:pt x="84" y="4218"/>
                    <a:pt x="103" y="4209"/>
                    <a:pt x="121" y="4190"/>
                  </a:cubicBezTo>
                  <a:lnTo>
                    <a:pt x="2719" y="90"/>
                  </a:lnTo>
                  <a:cubicBezTo>
                    <a:pt x="2728" y="62"/>
                    <a:pt x="2728" y="25"/>
                    <a:pt x="2700" y="6"/>
                  </a:cubicBezTo>
                  <a:cubicBezTo>
                    <a:pt x="2690" y="3"/>
                    <a:pt x="2678" y="1"/>
                    <a:pt x="26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7340175" y="2391050"/>
              <a:ext cx="143350" cy="3025"/>
            </a:xfrm>
            <a:custGeom>
              <a:avLst/>
              <a:gdLst/>
              <a:ahLst/>
              <a:cxnLst/>
              <a:rect l="l" t="t" r="r" b="b"/>
              <a:pathLst>
                <a:path w="5734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5677" y="121"/>
                  </a:lnTo>
                  <a:cubicBezTo>
                    <a:pt x="5705" y="121"/>
                    <a:pt x="5733" y="93"/>
                    <a:pt x="5733" y="65"/>
                  </a:cubicBezTo>
                  <a:cubicBezTo>
                    <a:pt x="5733" y="28"/>
                    <a:pt x="5705" y="0"/>
                    <a:pt x="56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7340175" y="2412375"/>
              <a:ext cx="52200" cy="3050"/>
            </a:xfrm>
            <a:custGeom>
              <a:avLst/>
              <a:gdLst/>
              <a:ahLst/>
              <a:cxnLst/>
              <a:rect l="l" t="t" r="r" b="b"/>
              <a:pathLst>
                <a:path w="2088" h="12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32" y="121"/>
                  </a:lnTo>
                  <a:cubicBezTo>
                    <a:pt x="2069" y="121"/>
                    <a:pt x="2087" y="93"/>
                    <a:pt x="2087" y="56"/>
                  </a:cubicBezTo>
                  <a:cubicBezTo>
                    <a:pt x="2087" y="28"/>
                    <a:pt x="2069" y="1"/>
                    <a:pt x="20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7409750" y="2412375"/>
              <a:ext cx="62875" cy="3050"/>
            </a:xfrm>
            <a:custGeom>
              <a:avLst/>
              <a:gdLst/>
              <a:ahLst/>
              <a:cxnLst/>
              <a:rect l="l" t="t" r="r" b="b"/>
              <a:pathLst>
                <a:path w="2515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58" y="121"/>
                  </a:lnTo>
                  <a:cubicBezTo>
                    <a:pt x="2486" y="121"/>
                    <a:pt x="2514" y="93"/>
                    <a:pt x="2514" y="56"/>
                  </a:cubicBezTo>
                  <a:cubicBezTo>
                    <a:pt x="2514" y="28"/>
                    <a:pt x="2486" y="1"/>
                    <a:pt x="24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7340175" y="2477075"/>
              <a:ext cx="93025" cy="2825"/>
            </a:xfrm>
            <a:custGeom>
              <a:avLst/>
              <a:gdLst/>
              <a:ahLst/>
              <a:cxnLst/>
              <a:rect l="l" t="t" r="r" b="b"/>
              <a:pathLst>
                <a:path w="3721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655" y="112"/>
                  </a:lnTo>
                  <a:cubicBezTo>
                    <a:pt x="3692" y="112"/>
                    <a:pt x="3720" y="93"/>
                    <a:pt x="3720" y="56"/>
                  </a:cubicBezTo>
                  <a:cubicBezTo>
                    <a:pt x="3720" y="29"/>
                    <a:pt x="3692" y="1"/>
                    <a:pt x="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6"/>
            <p:cNvSpPr/>
            <p:nvPr/>
          </p:nvSpPr>
          <p:spPr>
            <a:xfrm>
              <a:off x="7340175" y="2434875"/>
              <a:ext cx="144500" cy="2800"/>
            </a:xfrm>
            <a:custGeom>
              <a:avLst/>
              <a:gdLst/>
              <a:ahLst/>
              <a:cxnLst/>
              <a:rect l="l" t="t" r="r" b="b"/>
              <a:pathLst>
                <a:path w="5780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5724" y="112"/>
                  </a:lnTo>
                  <a:cubicBezTo>
                    <a:pt x="5761" y="112"/>
                    <a:pt x="5779" y="84"/>
                    <a:pt x="5779" y="56"/>
                  </a:cubicBezTo>
                  <a:cubicBezTo>
                    <a:pt x="5779" y="19"/>
                    <a:pt x="5761" y="0"/>
                    <a:pt x="57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7340175" y="2456200"/>
              <a:ext cx="47800" cy="2825"/>
            </a:xfrm>
            <a:custGeom>
              <a:avLst/>
              <a:gdLst/>
              <a:ahLst/>
              <a:cxnLst/>
              <a:rect l="l" t="t" r="r" b="b"/>
              <a:pathLst>
                <a:path w="1912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855" y="112"/>
                  </a:lnTo>
                  <a:cubicBezTo>
                    <a:pt x="1883" y="112"/>
                    <a:pt x="1911" y="84"/>
                    <a:pt x="1911" y="56"/>
                  </a:cubicBezTo>
                  <a:cubicBezTo>
                    <a:pt x="1911" y="19"/>
                    <a:pt x="1883" y="1"/>
                    <a:pt x="1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7398850" y="2456200"/>
              <a:ext cx="84675" cy="2825"/>
            </a:xfrm>
            <a:custGeom>
              <a:avLst/>
              <a:gdLst/>
              <a:ahLst/>
              <a:cxnLst/>
              <a:rect l="l" t="t" r="r" b="b"/>
              <a:pathLst>
                <a:path w="3387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3330" y="112"/>
                  </a:lnTo>
                  <a:cubicBezTo>
                    <a:pt x="3358" y="112"/>
                    <a:pt x="3386" y="84"/>
                    <a:pt x="3386" y="56"/>
                  </a:cubicBezTo>
                  <a:cubicBezTo>
                    <a:pt x="3386" y="19"/>
                    <a:pt x="3358" y="1"/>
                    <a:pt x="3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6"/>
            <p:cNvSpPr/>
            <p:nvPr/>
          </p:nvSpPr>
          <p:spPr>
            <a:xfrm>
              <a:off x="7414375" y="2425125"/>
              <a:ext cx="500" cy="8850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353"/>
                  </a:moveTo>
                  <a:cubicBezTo>
                    <a:pt x="19" y="233"/>
                    <a:pt x="19" y="121"/>
                    <a:pt x="1" y="1"/>
                  </a:cubicBezTo>
                  <a:lnTo>
                    <a:pt x="1" y="1"/>
                  </a:lnTo>
                  <a:lnTo>
                    <a:pt x="1" y="1"/>
                  </a:lnTo>
                  <a:cubicBezTo>
                    <a:pt x="19" y="121"/>
                    <a:pt x="19" y="233"/>
                    <a:pt x="1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6"/>
            <p:cNvSpPr/>
            <p:nvPr/>
          </p:nvSpPr>
          <p:spPr>
            <a:xfrm>
              <a:off x="7106150" y="2233800"/>
              <a:ext cx="232650" cy="165625"/>
            </a:xfrm>
            <a:custGeom>
              <a:avLst/>
              <a:gdLst/>
              <a:ahLst/>
              <a:cxnLst/>
              <a:rect l="l" t="t" r="r" b="b"/>
              <a:pathLst>
                <a:path w="9306" h="6625" extrusionOk="0">
                  <a:moveTo>
                    <a:pt x="168" y="1"/>
                  </a:moveTo>
                  <a:cubicBezTo>
                    <a:pt x="75" y="1"/>
                    <a:pt x="1" y="75"/>
                    <a:pt x="1" y="168"/>
                  </a:cubicBezTo>
                  <a:lnTo>
                    <a:pt x="1" y="6457"/>
                  </a:lnTo>
                  <a:cubicBezTo>
                    <a:pt x="1" y="6550"/>
                    <a:pt x="75" y="6624"/>
                    <a:pt x="168" y="6624"/>
                  </a:cubicBezTo>
                  <a:lnTo>
                    <a:pt x="9129" y="6624"/>
                  </a:lnTo>
                  <a:cubicBezTo>
                    <a:pt x="9222" y="6624"/>
                    <a:pt x="9305" y="6550"/>
                    <a:pt x="9305" y="6457"/>
                  </a:cubicBezTo>
                  <a:lnTo>
                    <a:pt x="9305" y="168"/>
                  </a:lnTo>
                  <a:cubicBezTo>
                    <a:pt x="9305" y="75"/>
                    <a:pt x="9222" y="1"/>
                    <a:pt x="9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7104525" y="2232175"/>
              <a:ext cx="235675" cy="168850"/>
            </a:xfrm>
            <a:custGeom>
              <a:avLst/>
              <a:gdLst/>
              <a:ahLst/>
              <a:cxnLst/>
              <a:rect l="l" t="t" r="r" b="b"/>
              <a:pathLst>
                <a:path w="9427" h="6754" extrusionOk="0">
                  <a:moveTo>
                    <a:pt x="9194" y="121"/>
                  </a:moveTo>
                  <a:cubicBezTo>
                    <a:pt x="9259" y="121"/>
                    <a:pt x="9305" y="177"/>
                    <a:pt x="9305" y="233"/>
                  </a:cubicBezTo>
                  <a:lnTo>
                    <a:pt x="9305" y="6522"/>
                  </a:lnTo>
                  <a:cubicBezTo>
                    <a:pt x="9305" y="6587"/>
                    <a:pt x="9259" y="6633"/>
                    <a:pt x="9194" y="6633"/>
                  </a:cubicBezTo>
                  <a:lnTo>
                    <a:pt x="233" y="6633"/>
                  </a:lnTo>
                  <a:cubicBezTo>
                    <a:pt x="168" y="6633"/>
                    <a:pt x="122" y="6587"/>
                    <a:pt x="122" y="6522"/>
                  </a:cubicBezTo>
                  <a:lnTo>
                    <a:pt x="122" y="233"/>
                  </a:lnTo>
                  <a:cubicBezTo>
                    <a:pt x="122" y="177"/>
                    <a:pt x="177" y="121"/>
                    <a:pt x="233" y="121"/>
                  </a:cubicBezTo>
                  <a:close/>
                  <a:moveTo>
                    <a:pt x="233" y="1"/>
                  </a:moveTo>
                  <a:cubicBezTo>
                    <a:pt x="103" y="1"/>
                    <a:pt x="1" y="112"/>
                    <a:pt x="1" y="233"/>
                  </a:cubicBezTo>
                  <a:lnTo>
                    <a:pt x="1" y="6522"/>
                  </a:lnTo>
                  <a:cubicBezTo>
                    <a:pt x="1" y="6652"/>
                    <a:pt x="103" y="6754"/>
                    <a:pt x="233" y="6754"/>
                  </a:cubicBezTo>
                  <a:lnTo>
                    <a:pt x="9194" y="6754"/>
                  </a:lnTo>
                  <a:cubicBezTo>
                    <a:pt x="9324" y="6754"/>
                    <a:pt x="9426" y="6652"/>
                    <a:pt x="9426" y="6522"/>
                  </a:cubicBezTo>
                  <a:lnTo>
                    <a:pt x="9426" y="233"/>
                  </a:lnTo>
                  <a:cubicBezTo>
                    <a:pt x="9426" y="112"/>
                    <a:pt x="9324" y="1"/>
                    <a:pt x="9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6"/>
            <p:cNvSpPr/>
            <p:nvPr/>
          </p:nvSpPr>
          <p:spPr>
            <a:xfrm>
              <a:off x="7119150" y="2221275"/>
              <a:ext cx="232625" cy="27850"/>
            </a:xfrm>
            <a:custGeom>
              <a:avLst/>
              <a:gdLst/>
              <a:ahLst/>
              <a:cxnLst/>
              <a:rect l="l" t="t" r="r" b="b"/>
              <a:pathLst>
                <a:path w="9305" h="1114" extrusionOk="0">
                  <a:moveTo>
                    <a:pt x="204" y="1"/>
                  </a:moveTo>
                  <a:cubicBezTo>
                    <a:pt x="93" y="1"/>
                    <a:pt x="0" y="93"/>
                    <a:pt x="0" y="205"/>
                  </a:cubicBezTo>
                  <a:lnTo>
                    <a:pt x="0" y="1114"/>
                  </a:lnTo>
                  <a:lnTo>
                    <a:pt x="9305" y="1114"/>
                  </a:lnTo>
                  <a:lnTo>
                    <a:pt x="9305" y="260"/>
                  </a:lnTo>
                  <a:cubicBezTo>
                    <a:pt x="9305" y="112"/>
                    <a:pt x="9184" y="1"/>
                    <a:pt x="90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6"/>
            <p:cNvSpPr/>
            <p:nvPr/>
          </p:nvSpPr>
          <p:spPr>
            <a:xfrm>
              <a:off x="7117750" y="2219650"/>
              <a:ext cx="235425" cy="30875"/>
            </a:xfrm>
            <a:custGeom>
              <a:avLst/>
              <a:gdLst/>
              <a:ahLst/>
              <a:cxnLst/>
              <a:rect l="l" t="t" r="r" b="b"/>
              <a:pathLst>
                <a:path w="9417" h="1235" extrusionOk="0">
                  <a:moveTo>
                    <a:pt x="9092" y="121"/>
                  </a:moveTo>
                  <a:cubicBezTo>
                    <a:pt x="9203" y="121"/>
                    <a:pt x="9296" y="214"/>
                    <a:pt x="9296" y="325"/>
                  </a:cubicBezTo>
                  <a:lnTo>
                    <a:pt x="9296" y="1123"/>
                  </a:lnTo>
                  <a:lnTo>
                    <a:pt x="112" y="1123"/>
                  </a:lnTo>
                  <a:lnTo>
                    <a:pt x="112" y="270"/>
                  </a:lnTo>
                  <a:cubicBezTo>
                    <a:pt x="112" y="186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12" y="1"/>
                    <a:pt x="1" y="121"/>
                    <a:pt x="1" y="270"/>
                  </a:cubicBezTo>
                  <a:lnTo>
                    <a:pt x="1" y="1234"/>
                  </a:lnTo>
                  <a:lnTo>
                    <a:pt x="9417" y="1234"/>
                  </a:lnTo>
                  <a:lnTo>
                    <a:pt x="9417" y="325"/>
                  </a:lnTo>
                  <a:cubicBezTo>
                    <a:pt x="9417" y="149"/>
                    <a:pt x="9268" y="1"/>
                    <a:pt x="90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6"/>
            <p:cNvSpPr/>
            <p:nvPr/>
          </p:nvSpPr>
          <p:spPr>
            <a:xfrm>
              <a:off x="7143950" y="2229150"/>
              <a:ext cx="11400" cy="11400"/>
            </a:xfrm>
            <a:custGeom>
              <a:avLst/>
              <a:gdLst/>
              <a:ahLst/>
              <a:cxnLst/>
              <a:rect l="l" t="t" r="r" b="b"/>
              <a:pathLst>
                <a:path w="456" h="456" extrusionOk="0">
                  <a:moveTo>
                    <a:pt x="233" y="112"/>
                  </a:moveTo>
                  <a:cubicBezTo>
                    <a:pt x="289" y="112"/>
                    <a:pt x="344" y="168"/>
                    <a:pt x="344" y="224"/>
                  </a:cubicBezTo>
                  <a:cubicBezTo>
                    <a:pt x="344" y="289"/>
                    <a:pt x="289" y="344"/>
                    <a:pt x="233" y="344"/>
                  </a:cubicBezTo>
                  <a:cubicBezTo>
                    <a:pt x="168" y="344"/>
                    <a:pt x="112" y="289"/>
                    <a:pt x="112" y="224"/>
                  </a:cubicBezTo>
                  <a:cubicBezTo>
                    <a:pt x="11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53" y="456"/>
                    <a:pt x="456" y="354"/>
                    <a:pt x="456" y="233"/>
                  </a:cubicBezTo>
                  <a:cubicBezTo>
                    <a:pt x="456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6"/>
            <p:cNvSpPr/>
            <p:nvPr/>
          </p:nvSpPr>
          <p:spPr>
            <a:xfrm>
              <a:off x="7160650" y="2229150"/>
              <a:ext cx="11625" cy="11400"/>
            </a:xfrm>
            <a:custGeom>
              <a:avLst/>
              <a:gdLst/>
              <a:ahLst/>
              <a:cxnLst/>
              <a:rect l="l" t="t" r="r" b="b"/>
              <a:pathLst>
                <a:path w="465" h="456" extrusionOk="0">
                  <a:moveTo>
                    <a:pt x="233" y="112"/>
                  </a:moveTo>
                  <a:cubicBezTo>
                    <a:pt x="298" y="112"/>
                    <a:pt x="344" y="168"/>
                    <a:pt x="344" y="224"/>
                  </a:cubicBezTo>
                  <a:cubicBezTo>
                    <a:pt x="344" y="289"/>
                    <a:pt x="298" y="344"/>
                    <a:pt x="233" y="344"/>
                  </a:cubicBezTo>
                  <a:cubicBezTo>
                    <a:pt x="168" y="344"/>
                    <a:pt x="122" y="289"/>
                    <a:pt x="122" y="224"/>
                  </a:cubicBezTo>
                  <a:cubicBezTo>
                    <a:pt x="12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63" y="456"/>
                    <a:pt x="465" y="354"/>
                    <a:pt x="465" y="233"/>
                  </a:cubicBezTo>
                  <a:cubicBezTo>
                    <a:pt x="465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6"/>
            <p:cNvSpPr/>
            <p:nvPr/>
          </p:nvSpPr>
          <p:spPr>
            <a:xfrm>
              <a:off x="7127275" y="2229150"/>
              <a:ext cx="11600" cy="11400"/>
            </a:xfrm>
            <a:custGeom>
              <a:avLst/>
              <a:gdLst/>
              <a:ahLst/>
              <a:cxnLst/>
              <a:rect l="l" t="t" r="r" b="b"/>
              <a:pathLst>
                <a:path w="464" h="456" extrusionOk="0">
                  <a:moveTo>
                    <a:pt x="232" y="112"/>
                  </a:moveTo>
                  <a:cubicBezTo>
                    <a:pt x="297" y="112"/>
                    <a:pt x="343" y="168"/>
                    <a:pt x="343" y="224"/>
                  </a:cubicBezTo>
                  <a:cubicBezTo>
                    <a:pt x="343" y="289"/>
                    <a:pt x="297" y="344"/>
                    <a:pt x="232" y="344"/>
                  </a:cubicBezTo>
                  <a:cubicBezTo>
                    <a:pt x="167" y="344"/>
                    <a:pt x="121" y="289"/>
                    <a:pt x="121" y="224"/>
                  </a:cubicBezTo>
                  <a:cubicBezTo>
                    <a:pt x="121" y="168"/>
                    <a:pt x="167" y="112"/>
                    <a:pt x="232" y="112"/>
                  </a:cubicBezTo>
                  <a:close/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cubicBezTo>
                    <a:pt x="0" y="354"/>
                    <a:pt x="102" y="456"/>
                    <a:pt x="232" y="456"/>
                  </a:cubicBezTo>
                  <a:cubicBezTo>
                    <a:pt x="362" y="456"/>
                    <a:pt x="464" y="354"/>
                    <a:pt x="464" y="233"/>
                  </a:cubicBezTo>
                  <a:cubicBezTo>
                    <a:pt x="464" y="103"/>
                    <a:pt x="362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6"/>
            <p:cNvSpPr/>
            <p:nvPr/>
          </p:nvSpPr>
          <p:spPr>
            <a:xfrm>
              <a:off x="7118925" y="2249100"/>
              <a:ext cx="232625" cy="136625"/>
            </a:xfrm>
            <a:custGeom>
              <a:avLst/>
              <a:gdLst/>
              <a:ahLst/>
              <a:cxnLst/>
              <a:rect l="l" t="t" r="r" b="b"/>
              <a:pathLst>
                <a:path w="9305" h="5465" extrusionOk="0">
                  <a:moveTo>
                    <a:pt x="37" y="1"/>
                  </a:moveTo>
                  <a:cubicBezTo>
                    <a:pt x="19" y="1"/>
                    <a:pt x="0" y="19"/>
                    <a:pt x="0" y="29"/>
                  </a:cubicBezTo>
                  <a:lnTo>
                    <a:pt x="0" y="5437"/>
                  </a:lnTo>
                  <a:cubicBezTo>
                    <a:pt x="0" y="5455"/>
                    <a:pt x="19" y="5465"/>
                    <a:pt x="37" y="5465"/>
                  </a:cubicBezTo>
                  <a:lnTo>
                    <a:pt x="9277" y="5465"/>
                  </a:lnTo>
                  <a:cubicBezTo>
                    <a:pt x="9295" y="5465"/>
                    <a:pt x="9305" y="5455"/>
                    <a:pt x="9305" y="5437"/>
                  </a:cubicBezTo>
                  <a:lnTo>
                    <a:pt x="9305" y="29"/>
                  </a:lnTo>
                  <a:cubicBezTo>
                    <a:pt x="9305" y="19"/>
                    <a:pt x="9295" y="1"/>
                    <a:pt x="9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6"/>
            <p:cNvSpPr/>
            <p:nvPr/>
          </p:nvSpPr>
          <p:spPr>
            <a:xfrm>
              <a:off x="7117525" y="2247725"/>
              <a:ext cx="235650" cy="139625"/>
            </a:xfrm>
            <a:custGeom>
              <a:avLst/>
              <a:gdLst/>
              <a:ahLst/>
              <a:cxnLst/>
              <a:rect l="l" t="t" r="r" b="b"/>
              <a:pathLst>
                <a:path w="9426" h="5585" extrusionOk="0">
                  <a:moveTo>
                    <a:pt x="9305" y="111"/>
                  </a:moveTo>
                  <a:lnTo>
                    <a:pt x="9305" y="5464"/>
                  </a:lnTo>
                  <a:lnTo>
                    <a:pt x="121" y="5464"/>
                  </a:lnTo>
                  <a:lnTo>
                    <a:pt x="121" y="111"/>
                  </a:lnTo>
                  <a:close/>
                  <a:moveTo>
                    <a:pt x="93" y="0"/>
                  </a:moveTo>
                  <a:cubicBezTo>
                    <a:pt x="38" y="0"/>
                    <a:pt x="0" y="37"/>
                    <a:pt x="0" y="84"/>
                  </a:cubicBezTo>
                  <a:lnTo>
                    <a:pt x="0" y="5492"/>
                  </a:lnTo>
                  <a:cubicBezTo>
                    <a:pt x="0" y="5538"/>
                    <a:pt x="38" y="5585"/>
                    <a:pt x="93" y="5585"/>
                  </a:cubicBezTo>
                  <a:lnTo>
                    <a:pt x="9333" y="5585"/>
                  </a:lnTo>
                  <a:cubicBezTo>
                    <a:pt x="9379" y="5585"/>
                    <a:pt x="9426" y="5538"/>
                    <a:pt x="9426" y="5492"/>
                  </a:cubicBezTo>
                  <a:lnTo>
                    <a:pt x="9426" y="84"/>
                  </a:lnTo>
                  <a:cubicBezTo>
                    <a:pt x="9426" y="37"/>
                    <a:pt x="9379" y="0"/>
                    <a:pt x="9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6"/>
            <p:cNvSpPr/>
            <p:nvPr/>
          </p:nvSpPr>
          <p:spPr>
            <a:xfrm>
              <a:off x="7224200" y="2280875"/>
              <a:ext cx="98600" cy="2825"/>
            </a:xfrm>
            <a:custGeom>
              <a:avLst/>
              <a:gdLst/>
              <a:ahLst/>
              <a:cxnLst/>
              <a:rect l="l" t="t" r="r" b="b"/>
              <a:pathLst>
                <a:path w="3944" h="113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888" y="112"/>
                  </a:lnTo>
                  <a:cubicBezTo>
                    <a:pt x="3915" y="112"/>
                    <a:pt x="3943" y="84"/>
                    <a:pt x="3943" y="56"/>
                  </a:cubicBezTo>
                  <a:cubicBezTo>
                    <a:pt x="3943" y="19"/>
                    <a:pt x="3915" y="1"/>
                    <a:pt x="38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6"/>
            <p:cNvSpPr/>
            <p:nvPr/>
          </p:nvSpPr>
          <p:spPr>
            <a:xfrm>
              <a:off x="7224200" y="2296650"/>
              <a:ext cx="36450" cy="3050"/>
            </a:xfrm>
            <a:custGeom>
              <a:avLst/>
              <a:gdLst/>
              <a:ahLst/>
              <a:cxnLst/>
              <a:rect l="l" t="t" r="r" b="b"/>
              <a:pathLst>
                <a:path w="1458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01" y="121"/>
                  </a:lnTo>
                  <a:cubicBezTo>
                    <a:pt x="1429" y="121"/>
                    <a:pt x="1457" y="93"/>
                    <a:pt x="1457" y="56"/>
                  </a:cubicBezTo>
                  <a:cubicBezTo>
                    <a:pt x="1457" y="28"/>
                    <a:pt x="1429" y="0"/>
                    <a:pt x="1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6"/>
            <p:cNvSpPr/>
            <p:nvPr/>
          </p:nvSpPr>
          <p:spPr>
            <a:xfrm>
              <a:off x="7271525" y="2296650"/>
              <a:ext cx="43850" cy="3050"/>
            </a:xfrm>
            <a:custGeom>
              <a:avLst/>
              <a:gdLst/>
              <a:ahLst/>
              <a:cxnLst/>
              <a:rect l="l" t="t" r="r" b="b"/>
              <a:pathLst>
                <a:path w="1754" h="12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698" y="121"/>
                  </a:lnTo>
                  <a:cubicBezTo>
                    <a:pt x="1726" y="121"/>
                    <a:pt x="1753" y="93"/>
                    <a:pt x="1753" y="56"/>
                  </a:cubicBezTo>
                  <a:cubicBezTo>
                    <a:pt x="1753" y="28"/>
                    <a:pt x="1726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6"/>
            <p:cNvSpPr/>
            <p:nvPr/>
          </p:nvSpPr>
          <p:spPr>
            <a:xfrm>
              <a:off x="7224200" y="2344900"/>
              <a:ext cx="64275" cy="2800"/>
            </a:xfrm>
            <a:custGeom>
              <a:avLst/>
              <a:gdLst/>
              <a:ahLst/>
              <a:cxnLst/>
              <a:rect l="l" t="t" r="r" b="b"/>
              <a:pathLst>
                <a:path w="2571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2515" y="111"/>
                  </a:lnTo>
                  <a:cubicBezTo>
                    <a:pt x="2543" y="111"/>
                    <a:pt x="2570" y="84"/>
                    <a:pt x="2570" y="56"/>
                  </a:cubicBezTo>
                  <a:cubicBezTo>
                    <a:pt x="2570" y="19"/>
                    <a:pt x="2543" y="0"/>
                    <a:pt x="2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6"/>
            <p:cNvSpPr/>
            <p:nvPr/>
          </p:nvSpPr>
          <p:spPr>
            <a:xfrm>
              <a:off x="7224200" y="2313350"/>
              <a:ext cx="99525" cy="2800"/>
            </a:xfrm>
            <a:custGeom>
              <a:avLst/>
              <a:gdLst/>
              <a:ahLst/>
              <a:cxnLst/>
              <a:rect l="l" t="t" r="r" b="b"/>
              <a:pathLst>
                <a:path w="3981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3925" y="112"/>
                  </a:lnTo>
                  <a:cubicBezTo>
                    <a:pt x="3953" y="112"/>
                    <a:pt x="3980" y="93"/>
                    <a:pt x="3980" y="56"/>
                  </a:cubicBezTo>
                  <a:cubicBezTo>
                    <a:pt x="3980" y="28"/>
                    <a:pt x="3953" y="0"/>
                    <a:pt x="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6"/>
            <p:cNvSpPr/>
            <p:nvPr/>
          </p:nvSpPr>
          <p:spPr>
            <a:xfrm>
              <a:off x="7224200" y="2329125"/>
              <a:ext cx="33425" cy="3025"/>
            </a:xfrm>
            <a:custGeom>
              <a:avLst/>
              <a:gdLst/>
              <a:ahLst/>
              <a:cxnLst/>
              <a:rect l="l" t="t" r="r" b="b"/>
              <a:pathLst>
                <a:path w="133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81" y="121"/>
                  </a:lnTo>
                  <a:cubicBezTo>
                    <a:pt x="1309" y="121"/>
                    <a:pt x="1337" y="93"/>
                    <a:pt x="1337" y="65"/>
                  </a:cubicBezTo>
                  <a:cubicBezTo>
                    <a:pt x="1337" y="28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6"/>
            <p:cNvSpPr/>
            <p:nvPr/>
          </p:nvSpPr>
          <p:spPr>
            <a:xfrm>
              <a:off x="7264100" y="2329125"/>
              <a:ext cx="58700" cy="3025"/>
            </a:xfrm>
            <a:custGeom>
              <a:avLst/>
              <a:gdLst/>
              <a:ahLst/>
              <a:cxnLst/>
              <a:rect l="l" t="t" r="r" b="b"/>
              <a:pathLst>
                <a:path w="234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292" y="121"/>
                  </a:lnTo>
                  <a:cubicBezTo>
                    <a:pt x="2319" y="121"/>
                    <a:pt x="2347" y="93"/>
                    <a:pt x="2347" y="65"/>
                  </a:cubicBezTo>
                  <a:cubicBezTo>
                    <a:pt x="2347" y="28"/>
                    <a:pt x="2319" y="0"/>
                    <a:pt x="2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6"/>
            <p:cNvSpPr/>
            <p:nvPr/>
          </p:nvSpPr>
          <p:spPr>
            <a:xfrm>
              <a:off x="7136550" y="2273925"/>
              <a:ext cx="70525" cy="70525"/>
            </a:xfrm>
            <a:custGeom>
              <a:avLst/>
              <a:gdLst/>
              <a:ahLst/>
              <a:cxnLst/>
              <a:rect l="l" t="t" r="r" b="b"/>
              <a:pathLst>
                <a:path w="2821" h="2821" extrusionOk="0">
                  <a:moveTo>
                    <a:pt x="1410" y="0"/>
                  </a:moveTo>
                  <a:cubicBezTo>
                    <a:pt x="631" y="0"/>
                    <a:pt x="0" y="631"/>
                    <a:pt x="0" y="1410"/>
                  </a:cubicBezTo>
                  <a:cubicBezTo>
                    <a:pt x="0" y="2190"/>
                    <a:pt x="631" y="2820"/>
                    <a:pt x="1410" y="2820"/>
                  </a:cubicBezTo>
                  <a:cubicBezTo>
                    <a:pt x="2189" y="2820"/>
                    <a:pt x="2820" y="2190"/>
                    <a:pt x="2820" y="1410"/>
                  </a:cubicBezTo>
                  <a:lnTo>
                    <a:pt x="1410" y="1410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6"/>
            <p:cNvSpPr/>
            <p:nvPr/>
          </p:nvSpPr>
          <p:spPr>
            <a:xfrm>
              <a:off x="7135150" y="2272525"/>
              <a:ext cx="73300" cy="73550"/>
            </a:xfrm>
            <a:custGeom>
              <a:avLst/>
              <a:gdLst/>
              <a:ahLst/>
              <a:cxnLst/>
              <a:rect l="l" t="t" r="r" b="b"/>
              <a:pathLst>
                <a:path w="2932" h="2942" extrusionOk="0">
                  <a:moveTo>
                    <a:pt x="1411" y="121"/>
                  </a:moveTo>
                  <a:lnTo>
                    <a:pt x="1411" y="1466"/>
                  </a:lnTo>
                  <a:cubicBezTo>
                    <a:pt x="1411" y="1504"/>
                    <a:pt x="1438" y="1531"/>
                    <a:pt x="1466" y="1531"/>
                  </a:cubicBezTo>
                  <a:lnTo>
                    <a:pt x="2821" y="1531"/>
                  </a:lnTo>
                  <a:cubicBezTo>
                    <a:pt x="2783" y="2246"/>
                    <a:pt x="2190" y="2821"/>
                    <a:pt x="1466" y="2821"/>
                  </a:cubicBezTo>
                  <a:cubicBezTo>
                    <a:pt x="724" y="2821"/>
                    <a:pt x="112" y="2218"/>
                    <a:pt x="112" y="1466"/>
                  </a:cubicBezTo>
                  <a:cubicBezTo>
                    <a:pt x="112" y="743"/>
                    <a:pt x="687" y="149"/>
                    <a:pt x="1411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76"/>
                  </a:cubicBezTo>
                  <a:cubicBezTo>
                    <a:pt x="0" y="2283"/>
                    <a:pt x="659" y="2941"/>
                    <a:pt x="1466" y="2941"/>
                  </a:cubicBezTo>
                  <a:cubicBezTo>
                    <a:pt x="2273" y="2941"/>
                    <a:pt x="2932" y="2283"/>
                    <a:pt x="2932" y="1476"/>
                  </a:cubicBezTo>
                  <a:cubicBezTo>
                    <a:pt x="2932" y="1439"/>
                    <a:pt x="2913" y="1411"/>
                    <a:pt x="2876" y="1411"/>
                  </a:cubicBezTo>
                  <a:lnTo>
                    <a:pt x="1522" y="1411"/>
                  </a:lnTo>
                  <a:lnTo>
                    <a:pt x="1522" y="56"/>
                  </a:lnTo>
                  <a:cubicBezTo>
                    <a:pt x="1522" y="29"/>
                    <a:pt x="1503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6"/>
            <p:cNvSpPr/>
            <p:nvPr/>
          </p:nvSpPr>
          <p:spPr>
            <a:xfrm>
              <a:off x="7133525" y="2274375"/>
              <a:ext cx="70525" cy="70550"/>
            </a:xfrm>
            <a:custGeom>
              <a:avLst/>
              <a:gdLst/>
              <a:ahLst/>
              <a:cxnLst/>
              <a:rect l="l" t="t" r="r" b="b"/>
              <a:pathLst>
                <a:path w="2821" h="2822" extrusionOk="0">
                  <a:moveTo>
                    <a:pt x="1411" y="1"/>
                  </a:moveTo>
                  <a:cubicBezTo>
                    <a:pt x="631" y="1"/>
                    <a:pt x="1" y="632"/>
                    <a:pt x="1" y="1411"/>
                  </a:cubicBezTo>
                  <a:cubicBezTo>
                    <a:pt x="1" y="2190"/>
                    <a:pt x="631" y="2821"/>
                    <a:pt x="1411" y="2821"/>
                  </a:cubicBezTo>
                  <a:cubicBezTo>
                    <a:pt x="2190" y="2821"/>
                    <a:pt x="2821" y="2190"/>
                    <a:pt x="2821" y="1411"/>
                  </a:cubicBez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6"/>
            <p:cNvSpPr/>
            <p:nvPr/>
          </p:nvSpPr>
          <p:spPr>
            <a:xfrm>
              <a:off x="7132125" y="2273000"/>
              <a:ext cx="73325" cy="73525"/>
            </a:xfrm>
            <a:custGeom>
              <a:avLst/>
              <a:gdLst/>
              <a:ahLst/>
              <a:cxnLst/>
              <a:rect l="l" t="t" r="r" b="b"/>
              <a:pathLst>
                <a:path w="2933" h="2941" extrusionOk="0">
                  <a:moveTo>
                    <a:pt x="1411" y="121"/>
                  </a:moveTo>
                  <a:lnTo>
                    <a:pt x="1411" y="1531"/>
                  </a:lnTo>
                  <a:lnTo>
                    <a:pt x="2812" y="1531"/>
                  </a:lnTo>
                  <a:cubicBezTo>
                    <a:pt x="2784" y="2245"/>
                    <a:pt x="2190" y="2820"/>
                    <a:pt x="1467" y="2820"/>
                  </a:cubicBezTo>
                  <a:cubicBezTo>
                    <a:pt x="715" y="2820"/>
                    <a:pt x="112" y="2217"/>
                    <a:pt x="112" y="1466"/>
                  </a:cubicBezTo>
                  <a:cubicBezTo>
                    <a:pt x="112" y="742"/>
                    <a:pt x="687" y="149"/>
                    <a:pt x="1411" y="121"/>
                  </a:cubicBezTo>
                  <a:close/>
                  <a:moveTo>
                    <a:pt x="1467" y="0"/>
                  </a:moveTo>
                  <a:cubicBezTo>
                    <a:pt x="660" y="0"/>
                    <a:pt x="1" y="659"/>
                    <a:pt x="1" y="1466"/>
                  </a:cubicBezTo>
                  <a:cubicBezTo>
                    <a:pt x="1" y="2282"/>
                    <a:pt x="660" y="2941"/>
                    <a:pt x="1467" y="2941"/>
                  </a:cubicBezTo>
                  <a:cubicBezTo>
                    <a:pt x="2274" y="2941"/>
                    <a:pt x="2932" y="2282"/>
                    <a:pt x="2932" y="1466"/>
                  </a:cubicBezTo>
                  <a:lnTo>
                    <a:pt x="2932" y="1410"/>
                  </a:lnTo>
                  <a:lnTo>
                    <a:pt x="1522" y="1410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6"/>
            <p:cNvSpPr/>
            <p:nvPr/>
          </p:nvSpPr>
          <p:spPr>
            <a:xfrm>
              <a:off x="7288225" y="2174500"/>
              <a:ext cx="117825" cy="104850"/>
            </a:xfrm>
            <a:custGeom>
              <a:avLst/>
              <a:gdLst/>
              <a:ahLst/>
              <a:cxnLst/>
              <a:rect l="l" t="t" r="r" b="b"/>
              <a:pathLst>
                <a:path w="4713" h="4194" extrusionOk="0">
                  <a:moveTo>
                    <a:pt x="2354" y="0"/>
                  </a:moveTo>
                  <a:cubicBezTo>
                    <a:pt x="1744" y="0"/>
                    <a:pt x="1140" y="266"/>
                    <a:pt x="724" y="777"/>
                  </a:cubicBezTo>
                  <a:cubicBezTo>
                    <a:pt x="0" y="1677"/>
                    <a:pt x="130" y="2994"/>
                    <a:pt x="1030" y="3727"/>
                  </a:cubicBezTo>
                  <a:cubicBezTo>
                    <a:pt x="1420" y="4040"/>
                    <a:pt x="1888" y="4194"/>
                    <a:pt x="2352" y="4194"/>
                  </a:cubicBezTo>
                  <a:cubicBezTo>
                    <a:pt x="2961" y="4194"/>
                    <a:pt x="3564" y="3931"/>
                    <a:pt x="3980" y="3421"/>
                  </a:cubicBezTo>
                  <a:cubicBezTo>
                    <a:pt x="4713" y="2521"/>
                    <a:pt x="4573" y="1204"/>
                    <a:pt x="3674" y="471"/>
                  </a:cubicBezTo>
                  <a:cubicBezTo>
                    <a:pt x="3285" y="154"/>
                    <a:pt x="2818" y="0"/>
                    <a:pt x="2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6"/>
            <p:cNvSpPr/>
            <p:nvPr/>
          </p:nvSpPr>
          <p:spPr>
            <a:xfrm>
              <a:off x="7293325" y="2173275"/>
              <a:ext cx="107625" cy="107625"/>
            </a:xfrm>
            <a:custGeom>
              <a:avLst/>
              <a:gdLst/>
              <a:ahLst/>
              <a:cxnLst/>
              <a:rect l="l" t="t" r="r" b="b"/>
              <a:pathLst>
                <a:path w="4305" h="4305" extrusionOk="0">
                  <a:moveTo>
                    <a:pt x="2152" y="112"/>
                  </a:moveTo>
                  <a:cubicBezTo>
                    <a:pt x="3275" y="112"/>
                    <a:pt x="4193" y="1030"/>
                    <a:pt x="4193" y="2153"/>
                  </a:cubicBezTo>
                  <a:cubicBezTo>
                    <a:pt x="4193" y="3275"/>
                    <a:pt x="3275" y="4193"/>
                    <a:pt x="2152" y="4193"/>
                  </a:cubicBezTo>
                  <a:cubicBezTo>
                    <a:pt x="1030" y="4193"/>
                    <a:pt x="111" y="3275"/>
                    <a:pt x="111" y="2153"/>
                  </a:cubicBezTo>
                  <a:cubicBezTo>
                    <a:pt x="111" y="1030"/>
                    <a:pt x="1030" y="112"/>
                    <a:pt x="2152" y="112"/>
                  </a:cubicBezTo>
                  <a:close/>
                  <a:moveTo>
                    <a:pt x="2152" y="0"/>
                  </a:moveTo>
                  <a:cubicBezTo>
                    <a:pt x="965" y="0"/>
                    <a:pt x="0" y="965"/>
                    <a:pt x="0" y="2153"/>
                  </a:cubicBezTo>
                  <a:cubicBezTo>
                    <a:pt x="0" y="3340"/>
                    <a:pt x="965" y="4305"/>
                    <a:pt x="2152" y="4305"/>
                  </a:cubicBezTo>
                  <a:cubicBezTo>
                    <a:pt x="3340" y="4305"/>
                    <a:pt x="4305" y="3340"/>
                    <a:pt x="4305" y="2153"/>
                  </a:cubicBezTo>
                  <a:cubicBezTo>
                    <a:pt x="4305" y="965"/>
                    <a:pt x="3340" y="0"/>
                    <a:pt x="2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6"/>
            <p:cNvSpPr/>
            <p:nvPr/>
          </p:nvSpPr>
          <p:spPr>
            <a:xfrm>
              <a:off x="7296575" y="2169100"/>
              <a:ext cx="112725" cy="104825"/>
            </a:xfrm>
            <a:custGeom>
              <a:avLst/>
              <a:gdLst/>
              <a:ahLst/>
              <a:cxnLst/>
              <a:rect l="l" t="t" r="r" b="b"/>
              <a:pathLst>
                <a:path w="4509" h="4193" extrusionOk="0">
                  <a:moveTo>
                    <a:pt x="2260" y="1"/>
                  </a:moveTo>
                  <a:cubicBezTo>
                    <a:pt x="2148" y="1"/>
                    <a:pt x="2035" y="10"/>
                    <a:pt x="1920" y="28"/>
                  </a:cubicBezTo>
                  <a:cubicBezTo>
                    <a:pt x="779" y="214"/>
                    <a:pt x="0" y="1290"/>
                    <a:pt x="186" y="2431"/>
                  </a:cubicBezTo>
                  <a:cubicBezTo>
                    <a:pt x="353" y="3459"/>
                    <a:pt x="1242" y="4193"/>
                    <a:pt x="2251" y="4193"/>
                  </a:cubicBezTo>
                  <a:cubicBezTo>
                    <a:pt x="2362" y="4193"/>
                    <a:pt x="2475" y="4184"/>
                    <a:pt x="2588" y="4166"/>
                  </a:cubicBezTo>
                  <a:cubicBezTo>
                    <a:pt x="3739" y="3980"/>
                    <a:pt x="4509" y="2904"/>
                    <a:pt x="4323" y="1763"/>
                  </a:cubicBezTo>
                  <a:cubicBezTo>
                    <a:pt x="4156" y="728"/>
                    <a:pt x="3268" y="1"/>
                    <a:pt x="2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6"/>
            <p:cNvSpPr/>
            <p:nvPr/>
          </p:nvSpPr>
          <p:spPr>
            <a:xfrm>
              <a:off x="7299125" y="2167700"/>
              <a:ext cx="107850" cy="107650"/>
            </a:xfrm>
            <a:custGeom>
              <a:avLst/>
              <a:gdLst/>
              <a:ahLst/>
              <a:cxnLst/>
              <a:rect l="l" t="t" r="r" b="b"/>
              <a:pathLst>
                <a:path w="4314" h="4306" extrusionOk="0">
                  <a:moveTo>
                    <a:pt x="2162" y="121"/>
                  </a:moveTo>
                  <a:cubicBezTo>
                    <a:pt x="3284" y="121"/>
                    <a:pt x="4193" y="1030"/>
                    <a:pt x="4193" y="2153"/>
                  </a:cubicBezTo>
                  <a:cubicBezTo>
                    <a:pt x="4193" y="3275"/>
                    <a:pt x="3284" y="4194"/>
                    <a:pt x="2162" y="4194"/>
                  </a:cubicBezTo>
                  <a:cubicBezTo>
                    <a:pt x="1030" y="4194"/>
                    <a:pt x="121" y="3275"/>
                    <a:pt x="121" y="2153"/>
                  </a:cubicBezTo>
                  <a:cubicBezTo>
                    <a:pt x="121" y="1030"/>
                    <a:pt x="1030" y="121"/>
                    <a:pt x="2162" y="121"/>
                  </a:cubicBezTo>
                  <a:close/>
                  <a:moveTo>
                    <a:pt x="2162" y="1"/>
                  </a:moveTo>
                  <a:cubicBezTo>
                    <a:pt x="974" y="1"/>
                    <a:pt x="0" y="965"/>
                    <a:pt x="0" y="2153"/>
                  </a:cubicBezTo>
                  <a:cubicBezTo>
                    <a:pt x="0" y="3340"/>
                    <a:pt x="974" y="4305"/>
                    <a:pt x="2162" y="4305"/>
                  </a:cubicBezTo>
                  <a:cubicBezTo>
                    <a:pt x="3349" y="4305"/>
                    <a:pt x="4314" y="3340"/>
                    <a:pt x="4314" y="2153"/>
                  </a:cubicBezTo>
                  <a:cubicBezTo>
                    <a:pt x="4314" y="965"/>
                    <a:pt x="3349" y="1"/>
                    <a:pt x="2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6"/>
            <p:cNvSpPr/>
            <p:nvPr/>
          </p:nvSpPr>
          <p:spPr>
            <a:xfrm>
              <a:off x="7335750" y="2167700"/>
              <a:ext cx="34125" cy="107650"/>
            </a:xfrm>
            <a:custGeom>
              <a:avLst/>
              <a:gdLst/>
              <a:ahLst/>
              <a:cxnLst/>
              <a:rect l="l" t="t" r="r" b="b"/>
              <a:pathLst>
                <a:path w="1365" h="4306" extrusionOk="0">
                  <a:moveTo>
                    <a:pt x="678" y="121"/>
                  </a:moveTo>
                  <a:cubicBezTo>
                    <a:pt x="947" y="121"/>
                    <a:pt x="1244" y="956"/>
                    <a:pt x="1244" y="2153"/>
                  </a:cubicBezTo>
                  <a:cubicBezTo>
                    <a:pt x="1244" y="3359"/>
                    <a:pt x="947" y="4194"/>
                    <a:pt x="678" y="4194"/>
                  </a:cubicBezTo>
                  <a:cubicBezTo>
                    <a:pt x="409" y="4194"/>
                    <a:pt x="112" y="3359"/>
                    <a:pt x="112" y="2153"/>
                  </a:cubicBezTo>
                  <a:cubicBezTo>
                    <a:pt x="112" y="956"/>
                    <a:pt x="409" y="121"/>
                    <a:pt x="678" y="121"/>
                  </a:cubicBezTo>
                  <a:close/>
                  <a:moveTo>
                    <a:pt x="678" y="1"/>
                  </a:moveTo>
                  <a:cubicBezTo>
                    <a:pt x="233" y="1"/>
                    <a:pt x="1" y="1114"/>
                    <a:pt x="1" y="2153"/>
                  </a:cubicBezTo>
                  <a:cubicBezTo>
                    <a:pt x="1" y="3201"/>
                    <a:pt x="233" y="4305"/>
                    <a:pt x="678" y="4305"/>
                  </a:cubicBezTo>
                  <a:cubicBezTo>
                    <a:pt x="1123" y="4305"/>
                    <a:pt x="1364" y="3201"/>
                    <a:pt x="1364" y="2153"/>
                  </a:cubicBezTo>
                  <a:cubicBezTo>
                    <a:pt x="1364" y="1114"/>
                    <a:pt x="1123" y="1"/>
                    <a:pt x="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6"/>
            <p:cNvSpPr/>
            <p:nvPr/>
          </p:nvSpPr>
          <p:spPr>
            <a:xfrm>
              <a:off x="7303050" y="2203425"/>
              <a:ext cx="99050" cy="2800"/>
            </a:xfrm>
            <a:custGeom>
              <a:avLst/>
              <a:gdLst/>
              <a:ahLst/>
              <a:cxnLst/>
              <a:rect l="l" t="t" r="r" b="b"/>
              <a:pathLst>
                <a:path w="3962" h="112" extrusionOk="0">
                  <a:moveTo>
                    <a:pt x="1" y="0"/>
                  </a:moveTo>
                  <a:lnTo>
                    <a:pt x="1" y="112"/>
                  </a:lnTo>
                  <a:lnTo>
                    <a:pt x="3962" y="112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6"/>
            <p:cNvSpPr/>
            <p:nvPr/>
          </p:nvSpPr>
          <p:spPr>
            <a:xfrm>
              <a:off x="7303050" y="2238675"/>
              <a:ext cx="99050" cy="3025"/>
            </a:xfrm>
            <a:custGeom>
              <a:avLst/>
              <a:gdLst/>
              <a:ahLst/>
              <a:cxnLst/>
              <a:rect l="l" t="t" r="r" b="b"/>
              <a:pathLst>
                <a:path w="3962" h="121" extrusionOk="0">
                  <a:moveTo>
                    <a:pt x="1" y="0"/>
                  </a:moveTo>
                  <a:lnTo>
                    <a:pt x="1" y="121"/>
                  </a:lnTo>
                  <a:lnTo>
                    <a:pt x="3962" y="121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/>
          <p:cNvSpPr txBox="1">
            <a:spLocks noGrp="1"/>
          </p:cNvSpPr>
          <p:nvPr>
            <p:ph type="title"/>
          </p:nvPr>
        </p:nvSpPr>
        <p:spPr>
          <a:xfrm>
            <a:off x="4130550" y="2382869"/>
            <a:ext cx="4300200" cy="14692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Solicitud del cliente</a:t>
            </a:r>
          </a:p>
        </p:txBody>
      </p:sp>
      <p:sp>
        <p:nvSpPr>
          <p:cNvPr id="1290" name="Google Shape;1290;p28"/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291" name="Google Shape;1291;p28"/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/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/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/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/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/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/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/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/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/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/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/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/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/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/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/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/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/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/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/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/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/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/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/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/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/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/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/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/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/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/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/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/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/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/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/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/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/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/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/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/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/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/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/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/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/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/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/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/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/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/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/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/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/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/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/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/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/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/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/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/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/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/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/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/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/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/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/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/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/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/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/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/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/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/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/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/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/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/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/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/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/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/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7"/>
          <p:cNvSpPr txBox="1">
            <a:spLocks noGrp="1"/>
          </p:cNvSpPr>
          <p:nvPr>
            <p:ph type="subTitle" idx="1"/>
          </p:nvPr>
        </p:nvSpPr>
        <p:spPr>
          <a:xfrm>
            <a:off x="713225" y="1900863"/>
            <a:ext cx="4121089" cy="19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400" dirty="0"/>
              <a:t>El Grupo Empresarial ProActiva S.A.S. necesita un sistema básico para registrar la asistencia y la hora de llegada de sus empleados, con el objetivo de llevar control sobre la puntualidad y calcular el cumplimiento laboral semanal. </a:t>
            </a:r>
            <a:endParaRPr lang="en-US" sz="1400" dirty="0"/>
          </a:p>
        </p:txBody>
      </p:sp>
      <p:sp>
        <p:nvSpPr>
          <p:cNvPr id="1213" name="Google Shape;1213;p27"/>
          <p:cNvSpPr txBox="1">
            <a:spLocks noGrp="1"/>
          </p:cNvSpPr>
          <p:nvPr>
            <p:ph type="title"/>
          </p:nvPr>
        </p:nvSpPr>
        <p:spPr>
          <a:xfrm>
            <a:off x="713225" y="722671"/>
            <a:ext cx="4306500" cy="11783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Descripción del requerimiento</a:t>
            </a:r>
            <a:endParaRPr dirty="0"/>
          </a:p>
        </p:txBody>
      </p:sp>
      <p:pic>
        <p:nvPicPr>
          <p:cNvPr id="1214" name="Google Shape;1214;p2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151" r="27146"/>
          <a:stretch/>
        </p:blipFill>
        <p:spPr>
          <a:xfrm>
            <a:off x="5019725" y="965076"/>
            <a:ext cx="2203377" cy="3213350"/>
          </a:xfrm>
          <a:prstGeom prst="rect">
            <a:avLst/>
          </a:prstGeom>
        </p:spPr>
      </p:pic>
      <p:grpSp>
        <p:nvGrpSpPr>
          <p:cNvPr id="1215" name="Google Shape;1215;p27"/>
          <p:cNvGrpSpPr/>
          <p:nvPr/>
        </p:nvGrpSpPr>
        <p:grpSpPr>
          <a:xfrm>
            <a:off x="6964178" y="2817557"/>
            <a:ext cx="1466650" cy="1625713"/>
            <a:chOff x="6964178" y="2817557"/>
            <a:chExt cx="1466650" cy="1625713"/>
          </a:xfrm>
        </p:grpSpPr>
        <p:sp>
          <p:nvSpPr>
            <p:cNvPr id="1216" name="Google Shape;1216;p27"/>
            <p:cNvSpPr/>
            <p:nvPr/>
          </p:nvSpPr>
          <p:spPr>
            <a:xfrm>
              <a:off x="8050212" y="2817557"/>
              <a:ext cx="149334" cy="149334"/>
            </a:xfrm>
            <a:custGeom>
              <a:avLst/>
              <a:gdLst/>
              <a:ahLst/>
              <a:cxnLst/>
              <a:rect l="l" t="t" r="r" b="b"/>
              <a:pathLst>
                <a:path w="1875" h="1875" extrusionOk="0">
                  <a:moveTo>
                    <a:pt x="938" y="177"/>
                  </a:moveTo>
                  <a:lnTo>
                    <a:pt x="1198" y="650"/>
                  </a:lnTo>
                  <a:cubicBezTo>
                    <a:pt x="1207" y="659"/>
                    <a:pt x="1216" y="668"/>
                    <a:pt x="1225" y="678"/>
                  </a:cubicBezTo>
                  <a:lnTo>
                    <a:pt x="1699" y="937"/>
                  </a:lnTo>
                  <a:lnTo>
                    <a:pt x="1225" y="1197"/>
                  </a:lnTo>
                  <a:cubicBezTo>
                    <a:pt x="1216" y="1197"/>
                    <a:pt x="1207" y="1206"/>
                    <a:pt x="1198" y="1216"/>
                  </a:cubicBezTo>
                  <a:lnTo>
                    <a:pt x="938" y="1689"/>
                  </a:lnTo>
                  <a:lnTo>
                    <a:pt x="678" y="1216"/>
                  </a:lnTo>
                  <a:cubicBezTo>
                    <a:pt x="678" y="1206"/>
                    <a:pt x="669" y="1197"/>
                    <a:pt x="660" y="1197"/>
                  </a:cubicBezTo>
                  <a:lnTo>
                    <a:pt x="186" y="928"/>
                  </a:lnTo>
                  <a:lnTo>
                    <a:pt x="660" y="678"/>
                  </a:lnTo>
                  <a:cubicBezTo>
                    <a:pt x="669" y="668"/>
                    <a:pt x="678" y="659"/>
                    <a:pt x="678" y="650"/>
                  </a:cubicBezTo>
                  <a:lnTo>
                    <a:pt x="938" y="177"/>
                  </a:lnTo>
                  <a:close/>
                  <a:moveTo>
                    <a:pt x="938" y="0"/>
                  </a:moveTo>
                  <a:cubicBezTo>
                    <a:pt x="919" y="0"/>
                    <a:pt x="901" y="10"/>
                    <a:pt x="891" y="28"/>
                  </a:cubicBezTo>
                  <a:lnTo>
                    <a:pt x="585" y="585"/>
                  </a:lnTo>
                  <a:lnTo>
                    <a:pt x="29" y="882"/>
                  </a:lnTo>
                  <a:cubicBezTo>
                    <a:pt x="10" y="891"/>
                    <a:pt x="1" y="910"/>
                    <a:pt x="1" y="928"/>
                  </a:cubicBezTo>
                  <a:cubicBezTo>
                    <a:pt x="1" y="956"/>
                    <a:pt x="10" y="974"/>
                    <a:pt x="29" y="984"/>
                  </a:cubicBezTo>
                  <a:lnTo>
                    <a:pt x="585" y="1290"/>
                  </a:lnTo>
                  <a:lnTo>
                    <a:pt x="882" y="1837"/>
                  </a:lnTo>
                  <a:cubicBezTo>
                    <a:pt x="901" y="1856"/>
                    <a:pt x="919" y="1874"/>
                    <a:pt x="938" y="1874"/>
                  </a:cubicBezTo>
                  <a:cubicBezTo>
                    <a:pt x="956" y="1874"/>
                    <a:pt x="975" y="1856"/>
                    <a:pt x="984" y="1837"/>
                  </a:cubicBezTo>
                  <a:lnTo>
                    <a:pt x="1290" y="1290"/>
                  </a:lnTo>
                  <a:lnTo>
                    <a:pt x="1847" y="984"/>
                  </a:lnTo>
                  <a:cubicBezTo>
                    <a:pt x="1866" y="974"/>
                    <a:pt x="1875" y="956"/>
                    <a:pt x="1875" y="937"/>
                  </a:cubicBezTo>
                  <a:cubicBezTo>
                    <a:pt x="1875" y="919"/>
                    <a:pt x="1866" y="900"/>
                    <a:pt x="1847" y="882"/>
                  </a:cubicBezTo>
                  <a:lnTo>
                    <a:pt x="1290" y="585"/>
                  </a:lnTo>
                  <a:lnTo>
                    <a:pt x="994" y="28"/>
                  </a:lnTo>
                  <a:cubicBezTo>
                    <a:pt x="984" y="10"/>
                    <a:pt x="966" y="0"/>
                    <a:pt x="9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7"/>
            <p:cNvSpPr/>
            <p:nvPr/>
          </p:nvSpPr>
          <p:spPr>
            <a:xfrm>
              <a:off x="8311760" y="3539546"/>
              <a:ext cx="9000" cy="60689"/>
            </a:xfrm>
            <a:custGeom>
              <a:avLst/>
              <a:gdLst/>
              <a:ahLst/>
              <a:cxnLst/>
              <a:rect l="l" t="t" r="r" b="b"/>
              <a:pathLst>
                <a:path w="113" h="762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lnTo>
                    <a:pt x="1" y="706"/>
                  </a:lnTo>
                  <a:cubicBezTo>
                    <a:pt x="1" y="734"/>
                    <a:pt x="20" y="761"/>
                    <a:pt x="57" y="761"/>
                  </a:cubicBezTo>
                  <a:cubicBezTo>
                    <a:pt x="84" y="761"/>
                    <a:pt x="112" y="734"/>
                    <a:pt x="112" y="706"/>
                  </a:cubicBezTo>
                  <a:lnTo>
                    <a:pt x="112" y="56"/>
                  </a:lnTo>
                  <a:cubicBezTo>
                    <a:pt x="112" y="29"/>
                    <a:pt x="84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7"/>
            <p:cNvSpPr/>
            <p:nvPr/>
          </p:nvSpPr>
          <p:spPr>
            <a:xfrm>
              <a:off x="8311760" y="3671118"/>
              <a:ext cx="9000" cy="59893"/>
            </a:xfrm>
            <a:custGeom>
              <a:avLst/>
              <a:gdLst/>
              <a:ahLst/>
              <a:cxnLst/>
              <a:rect l="l" t="t" r="r" b="b"/>
              <a:pathLst>
                <a:path w="113" h="75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0" y="751"/>
                    <a:pt x="57" y="751"/>
                  </a:cubicBezTo>
                  <a:cubicBezTo>
                    <a:pt x="84" y="751"/>
                    <a:pt x="112" y="733"/>
                    <a:pt x="112" y="696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7"/>
            <p:cNvSpPr/>
            <p:nvPr/>
          </p:nvSpPr>
          <p:spPr>
            <a:xfrm>
              <a:off x="8351662" y="3631217"/>
              <a:ext cx="60689" cy="8920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697" y="111"/>
                  </a:lnTo>
                  <a:cubicBezTo>
                    <a:pt x="734" y="111"/>
                    <a:pt x="762" y="84"/>
                    <a:pt x="762" y="56"/>
                  </a:cubicBezTo>
                  <a:cubicBezTo>
                    <a:pt x="762" y="19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7"/>
            <p:cNvSpPr/>
            <p:nvPr/>
          </p:nvSpPr>
          <p:spPr>
            <a:xfrm>
              <a:off x="8220169" y="3631217"/>
              <a:ext cx="60689" cy="8920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1"/>
                    <a:pt x="66" y="111"/>
                  </a:cubicBezTo>
                  <a:lnTo>
                    <a:pt x="706" y="111"/>
                  </a:lnTo>
                  <a:cubicBezTo>
                    <a:pt x="734" y="111"/>
                    <a:pt x="761" y="84"/>
                    <a:pt x="761" y="56"/>
                  </a:cubicBezTo>
                  <a:cubicBezTo>
                    <a:pt x="761" y="19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7"/>
            <p:cNvSpPr/>
            <p:nvPr/>
          </p:nvSpPr>
          <p:spPr>
            <a:xfrm>
              <a:off x="8251948" y="3663711"/>
              <a:ext cx="36318" cy="36238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7"/>
            <p:cNvSpPr/>
            <p:nvPr/>
          </p:nvSpPr>
          <p:spPr>
            <a:xfrm>
              <a:off x="8246771" y="3659092"/>
              <a:ext cx="46672" cy="45318"/>
            </a:xfrm>
            <a:custGeom>
              <a:avLst/>
              <a:gdLst/>
              <a:ahLst/>
              <a:cxnLst/>
              <a:rect l="l" t="t" r="r" b="b"/>
              <a:pathLst>
                <a:path w="586" h="569" extrusionOk="0">
                  <a:moveTo>
                    <a:pt x="519" y="0"/>
                  </a:moveTo>
                  <a:cubicBezTo>
                    <a:pt x="504" y="0"/>
                    <a:pt x="488" y="7"/>
                    <a:pt x="474" y="21"/>
                  </a:cubicBezTo>
                  <a:lnTo>
                    <a:pt x="19" y="476"/>
                  </a:lnTo>
                  <a:cubicBezTo>
                    <a:pt x="1" y="494"/>
                    <a:pt x="1" y="531"/>
                    <a:pt x="19" y="550"/>
                  </a:cubicBezTo>
                  <a:cubicBezTo>
                    <a:pt x="38" y="568"/>
                    <a:pt x="47" y="568"/>
                    <a:pt x="66" y="568"/>
                  </a:cubicBezTo>
                  <a:cubicBezTo>
                    <a:pt x="75" y="568"/>
                    <a:pt x="93" y="568"/>
                    <a:pt x="103" y="550"/>
                  </a:cubicBezTo>
                  <a:lnTo>
                    <a:pt x="557" y="105"/>
                  </a:lnTo>
                  <a:cubicBezTo>
                    <a:pt x="585" y="77"/>
                    <a:pt x="585" y="40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7"/>
            <p:cNvSpPr/>
            <p:nvPr/>
          </p:nvSpPr>
          <p:spPr>
            <a:xfrm>
              <a:off x="8344335" y="3571324"/>
              <a:ext cx="36238" cy="35521"/>
            </a:xfrm>
            <a:custGeom>
              <a:avLst/>
              <a:gdLst/>
              <a:ahLst/>
              <a:cxnLst/>
              <a:rect l="l" t="t" r="r" b="b"/>
              <a:pathLst>
                <a:path w="455" h="446" extrusionOk="0">
                  <a:moveTo>
                    <a:pt x="0" y="44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7"/>
            <p:cNvSpPr/>
            <p:nvPr/>
          </p:nvSpPr>
          <p:spPr>
            <a:xfrm>
              <a:off x="8339158" y="3566545"/>
              <a:ext cx="46592" cy="45477"/>
            </a:xfrm>
            <a:custGeom>
              <a:avLst/>
              <a:gdLst/>
              <a:ahLst/>
              <a:cxnLst/>
              <a:rect l="l" t="t" r="r" b="b"/>
              <a:pathLst>
                <a:path w="585" h="571" extrusionOk="0">
                  <a:moveTo>
                    <a:pt x="521" y="0"/>
                  </a:moveTo>
                  <a:cubicBezTo>
                    <a:pt x="506" y="0"/>
                    <a:pt x="492" y="5"/>
                    <a:pt x="483" y="14"/>
                  </a:cubicBezTo>
                  <a:lnTo>
                    <a:pt x="28" y="469"/>
                  </a:lnTo>
                  <a:cubicBezTo>
                    <a:pt x="0" y="487"/>
                    <a:pt x="0" y="525"/>
                    <a:pt x="28" y="552"/>
                  </a:cubicBezTo>
                  <a:cubicBezTo>
                    <a:pt x="37" y="562"/>
                    <a:pt x="56" y="571"/>
                    <a:pt x="65" y="571"/>
                  </a:cubicBezTo>
                  <a:cubicBezTo>
                    <a:pt x="84" y="571"/>
                    <a:pt x="93" y="562"/>
                    <a:pt x="112" y="552"/>
                  </a:cubicBezTo>
                  <a:lnTo>
                    <a:pt x="566" y="98"/>
                  </a:lnTo>
                  <a:cubicBezTo>
                    <a:pt x="585" y="70"/>
                    <a:pt x="585" y="42"/>
                    <a:pt x="566" y="14"/>
                  </a:cubicBezTo>
                  <a:cubicBezTo>
                    <a:pt x="552" y="5"/>
                    <a:pt x="536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7"/>
            <p:cNvSpPr/>
            <p:nvPr/>
          </p:nvSpPr>
          <p:spPr>
            <a:xfrm>
              <a:off x="8251948" y="3571324"/>
              <a:ext cx="36318" cy="35521"/>
            </a:xfrm>
            <a:custGeom>
              <a:avLst/>
              <a:gdLst/>
              <a:ahLst/>
              <a:cxnLst/>
              <a:rect l="l" t="t" r="r" b="b"/>
              <a:pathLst>
                <a:path w="456" h="446" extrusionOk="0">
                  <a:moveTo>
                    <a:pt x="1" y="1"/>
                  </a:moveTo>
                  <a:lnTo>
                    <a:pt x="455" y="44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7"/>
            <p:cNvSpPr/>
            <p:nvPr/>
          </p:nvSpPr>
          <p:spPr>
            <a:xfrm>
              <a:off x="8246771" y="3566545"/>
              <a:ext cx="46672" cy="45477"/>
            </a:xfrm>
            <a:custGeom>
              <a:avLst/>
              <a:gdLst/>
              <a:ahLst/>
              <a:cxnLst/>
              <a:rect l="l" t="t" r="r" b="b"/>
              <a:pathLst>
                <a:path w="586" h="571" extrusionOk="0">
                  <a:moveTo>
                    <a:pt x="64" y="0"/>
                  </a:moveTo>
                  <a:cubicBezTo>
                    <a:pt x="49" y="0"/>
                    <a:pt x="33" y="5"/>
                    <a:pt x="19" y="14"/>
                  </a:cubicBezTo>
                  <a:cubicBezTo>
                    <a:pt x="1" y="42"/>
                    <a:pt x="1" y="70"/>
                    <a:pt x="19" y="98"/>
                  </a:cubicBezTo>
                  <a:lnTo>
                    <a:pt x="474" y="552"/>
                  </a:lnTo>
                  <a:cubicBezTo>
                    <a:pt x="483" y="562"/>
                    <a:pt x="502" y="571"/>
                    <a:pt x="520" y="571"/>
                  </a:cubicBezTo>
                  <a:cubicBezTo>
                    <a:pt x="529" y="571"/>
                    <a:pt x="548" y="562"/>
                    <a:pt x="557" y="552"/>
                  </a:cubicBezTo>
                  <a:cubicBezTo>
                    <a:pt x="585" y="525"/>
                    <a:pt x="585" y="487"/>
                    <a:pt x="557" y="469"/>
                  </a:cubicBezTo>
                  <a:lnTo>
                    <a:pt x="103" y="14"/>
                  </a:lnTo>
                  <a:cubicBezTo>
                    <a:pt x="93" y="5"/>
                    <a:pt x="7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7"/>
            <p:cNvSpPr/>
            <p:nvPr/>
          </p:nvSpPr>
          <p:spPr>
            <a:xfrm>
              <a:off x="8344335" y="3663711"/>
              <a:ext cx="36238" cy="36238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7"/>
            <p:cNvSpPr/>
            <p:nvPr/>
          </p:nvSpPr>
          <p:spPr>
            <a:xfrm>
              <a:off x="8339158" y="3659092"/>
              <a:ext cx="46592" cy="45318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66" y="0"/>
                  </a:moveTo>
                  <a:cubicBezTo>
                    <a:pt x="51" y="0"/>
                    <a:pt x="37" y="7"/>
                    <a:pt x="28" y="21"/>
                  </a:cubicBezTo>
                  <a:cubicBezTo>
                    <a:pt x="0" y="40"/>
                    <a:pt x="0" y="77"/>
                    <a:pt x="28" y="105"/>
                  </a:cubicBezTo>
                  <a:lnTo>
                    <a:pt x="483" y="550"/>
                  </a:lnTo>
                  <a:cubicBezTo>
                    <a:pt x="492" y="568"/>
                    <a:pt x="510" y="568"/>
                    <a:pt x="520" y="568"/>
                  </a:cubicBezTo>
                  <a:cubicBezTo>
                    <a:pt x="538" y="568"/>
                    <a:pt x="548" y="568"/>
                    <a:pt x="566" y="550"/>
                  </a:cubicBezTo>
                  <a:cubicBezTo>
                    <a:pt x="585" y="531"/>
                    <a:pt x="585" y="494"/>
                    <a:pt x="566" y="476"/>
                  </a:cubicBezTo>
                  <a:lnTo>
                    <a:pt x="112" y="21"/>
                  </a:lnTo>
                  <a:cubicBezTo>
                    <a:pt x="98" y="7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7"/>
            <p:cNvSpPr/>
            <p:nvPr/>
          </p:nvSpPr>
          <p:spPr>
            <a:xfrm>
              <a:off x="8376830" y="3208544"/>
              <a:ext cx="53999" cy="54795"/>
            </a:xfrm>
            <a:custGeom>
              <a:avLst/>
              <a:gdLst/>
              <a:ahLst/>
              <a:cxnLst/>
              <a:rect l="l" t="t" r="r" b="b"/>
              <a:pathLst>
                <a:path w="678" h="688" extrusionOk="0">
                  <a:moveTo>
                    <a:pt x="334" y="121"/>
                  </a:moveTo>
                  <a:cubicBezTo>
                    <a:pt x="464" y="121"/>
                    <a:pt x="566" y="223"/>
                    <a:pt x="566" y="344"/>
                  </a:cubicBezTo>
                  <a:cubicBezTo>
                    <a:pt x="566" y="474"/>
                    <a:pt x="464" y="567"/>
                    <a:pt x="334" y="567"/>
                  </a:cubicBezTo>
                  <a:cubicBezTo>
                    <a:pt x="214" y="567"/>
                    <a:pt x="112" y="474"/>
                    <a:pt x="112" y="344"/>
                  </a:cubicBezTo>
                  <a:cubicBezTo>
                    <a:pt x="112" y="223"/>
                    <a:pt x="214" y="121"/>
                    <a:pt x="334" y="121"/>
                  </a:cubicBezTo>
                  <a:close/>
                  <a:moveTo>
                    <a:pt x="334" y="1"/>
                  </a:moveTo>
                  <a:cubicBezTo>
                    <a:pt x="149" y="1"/>
                    <a:pt x="0" y="159"/>
                    <a:pt x="0" y="344"/>
                  </a:cubicBezTo>
                  <a:cubicBezTo>
                    <a:pt x="0" y="530"/>
                    <a:pt x="149" y="687"/>
                    <a:pt x="334" y="687"/>
                  </a:cubicBezTo>
                  <a:cubicBezTo>
                    <a:pt x="529" y="687"/>
                    <a:pt x="678" y="530"/>
                    <a:pt x="678" y="344"/>
                  </a:cubicBezTo>
                  <a:cubicBezTo>
                    <a:pt x="678" y="159"/>
                    <a:pt x="529" y="1"/>
                    <a:pt x="3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7"/>
            <p:cNvSpPr/>
            <p:nvPr/>
          </p:nvSpPr>
          <p:spPr>
            <a:xfrm>
              <a:off x="7681743" y="3168650"/>
              <a:ext cx="135237" cy="164865"/>
            </a:xfrm>
            <a:custGeom>
              <a:avLst/>
              <a:gdLst/>
              <a:ahLst/>
              <a:cxnLst/>
              <a:rect l="l" t="t" r="r" b="b"/>
              <a:pathLst>
                <a:path w="1698" h="2070" extrusionOk="0">
                  <a:moveTo>
                    <a:pt x="1642" y="1"/>
                  </a:moveTo>
                  <a:cubicBezTo>
                    <a:pt x="659" y="168"/>
                    <a:pt x="0" y="1095"/>
                    <a:pt x="167" y="2069"/>
                  </a:cubicBezTo>
                  <a:lnTo>
                    <a:pt x="167" y="2069"/>
                  </a:lnTo>
                  <a:lnTo>
                    <a:pt x="510" y="2014"/>
                  </a:lnTo>
                  <a:cubicBezTo>
                    <a:pt x="501" y="1930"/>
                    <a:pt x="492" y="1847"/>
                    <a:pt x="492" y="1772"/>
                  </a:cubicBezTo>
                  <a:cubicBezTo>
                    <a:pt x="492" y="1049"/>
                    <a:pt x="1011" y="455"/>
                    <a:pt x="1698" y="335"/>
                  </a:cubicBezTo>
                  <a:lnTo>
                    <a:pt x="16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7"/>
            <p:cNvSpPr/>
            <p:nvPr/>
          </p:nvSpPr>
          <p:spPr>
            <a:xfrm>
              <a:off x="7684690" y="3164031"/>
              <a:ext cx="136750" cy="173865"/>
            </a:xfrm>
            <a:custGeom>
              <a:avLst/>
              <a:gdLst/>
              <a:ahLst/>
              <a:cxnLst/>
              <a:rect l="l" t="t" r="r" b="b"/>
              <a:pathLst>
                <a:path w="1717" h="2183" extrusionOk="0">
                  <a:moveTo>
                    <a:pt x="1559" y="114"/>
                  </a:moveTo>
                  <a:lnTo>
                    <a:pt x="1596" y="346"/>
                  </a:lnTo>
                  <a:cubicBezTo>
                    <a:pt x="900" y="495"/>
                    <a:pt x="399" y="1107"/>
                    <a:pt x="399" y="1830"/>
                  </a:cubicBezTo>
                  <a:cubicBezTo>
                    <a:pt x="399" y="1886"/>
                    <a:pt x="409" y="1951"/>
                    <a:pt x="418" y="2025"/>
                  </a:cubicBezTo>
                  <a:lnTo>
                    <a:pt x="177" y="2062"/>
                  </a:lnTo>
                  <a:cubicBezTo>
                    <a:pt x="112" y="1626"/>
                    <a:pt x="223" y="1181"/>
                    <a:pt x="483" y="819"/>
                  </a:cubicBezTo>
                  <a:cubicBezTo>
                    <a:pt x="742" y="448"/>
                    <a:pt x="1123" y="207"/>
                    <a:pt x="1559" y="114"/>
                  </a:cubicBezTo>
                  <a:close/>
                  <a:moveTo>
                    <a:pt x="1610" y="1"/>
                  </a:moveTo>
                  <a:cubicBezTo>
                    <a:pt x="1605" y="1"/>
                    <a:pt x="1601" y="1"/>
                    <a:pt x="1596" y="3"/>
                  </a:cubicBezTo>
                  <a:cubicBezTo>
                    <a:pt x="1104" y="86"/>
                    <a:pt x="678" y="355"/>
                    <a:pt x="390" y="754"/>
                  </a:cubicBezTo>
                  <a:cubicBezTo>
                    <a:pt x="112" y="1163"/>
                    <a:pt x="0" y="1645"/>
                    <a:pt x="75" y="2137"/>
                  </a:cubicBezTo>
                  <a:cubicBezTo>
                    <a:pt x="84" y="2164"/>
                    <a:pt x="102" y="2183"/>
                    <a:pt x="130" y="2183"/>
                  </a:cubicBezTo>
                  <a:cubicBezTo>
                    <a:pt x="130" y="2183"/>
                    <a:pt x="139" y="2183"/>
                    <a:pt x="139" y="2174"/>
                  </a:cubicBezTo>
                  <a:lnTo>
                    <a:pt x="483" y="2118"/>
                  </a:lnTo>
                  <a:cubicBezTo>
                    <a:pt x="511" y="2109"/>
                    <a:pt x="529" y="2090"/>
                    <a:pt x="529" y="2053"/>
                  </a:cubicBezTo>
                  <a:cubicBezTo>
                    <a:pt x="511" y="1970"/>
                    <a:pt x="511" y="1895"/>
                    <a:pt x="511" y="1821"/>
                  </a:cubicBezTo>
                  <a:cubicBezTo>
                    <a:pt x="511" y="1144"/>
                    <a:pt x="993" y="560"/>
                    <a:pt x="1670" y="439"/>
                  </a:cubicBezTo>
                  <a:cubicBezTo>
                    <a:pt x="1698" y="439"/>
                    <a:pt x="1717" y="411"/>
                    <a:pt x="1707" y="383"/>
                  </a:cubicBezTo>
                  <a:lnTo>
                    <a:pt x="1652" y="49"/>
                  </a:lnTo>
                  <a:cubicBezTo>
                    <a:pt x="1652" y="19"/>
                    <a:pt x="1632" y="1"/>
                    <a:pt x="1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7"/>
            <p:cNvSpPr/>
            <p:nvPr/>
          </p:nvSpPr>
          <p:spPr>
            <a:xfrm>
              <a:off x="7695044" y="3328974"/>
              <a:ext cx="164786" cy="123290"/>
            </a:xfrm>
            <a:custGeom>
              <a:avLst/>
              <a:gdLst/>
              <a:ahLst/>
              <a:cxnLst/>
              <a:rect l="l" t="t" r="r" b="b"/>
              <a:pathLst>
                <a:path w="2069" h="1548" extrusionOk="0">
                  <a:moveTo>
                    <a:pt x="343" y="1"/>
                  </a:moveTo>
                  <a:lnTo>
                    <a:pt x="0" y="56"/>
                  </a:lnTo>
                  <a:cubicBezTo>
                    <a:pt x="150" y="929"/>
                    <a:pt x="909" y="1548"/>
                    <a:pt x="1766" y="1548"/>
                  </a:cubicBezTo>
                  <a:cubicBezTo>
                    <a:pt x="1866" y="1548"/>
                    <a:pt x="1967" y="1539"/>
                    <a:pt x="2069" y="1522"/>
                  </a:cubicBezTo>
                  <a:lnTo>
                    <a:pt x="2013" y="1197"/>
                  </a:lnTo>
                  <a:cubicBezTo>
                    <a:pt x="1939" y="1207"/>
                    <a:pt x="1865" y="1216"/>
                    <a:pt x="1781" y="1216"/>
                  </a:cubicBezTo>
                  <a:cubicBezTo>
                    <a:pt x="1058" y="1216"/>
                    <a:pt x="464" y="687"/>
                    <a:pt x="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7"/>
            <p:cNvSpPr/>
            <p:nvPr/>
          </p:nvSpPr>
          <p:spPr>
            <a:xfrm>
              <a:off x="7690583" y="3324594"/>
              <a:ext cx="173706" cy="132290"/>
            </a:xfrm>
            <a:custGeom>
              <a:avLst/>
              <a:gdLst/>
              <a:ahLst/>
              <a:cxnLst/>
              <a:rect l="l" t="t" r="r" b="b"/>
              <a:pathLst>
                <a:path w="2181" h="1661" extrusionOk="0">
                  <a:moveTo>
                    <a:pt x="362" y="111"/>
                  </a:moveTo>
                  <a:cubicBezTo>
                    <a:pt x="501" y="816"/>
                    <a:pt x="1114" y="1327"/>
                    <a:pt x="1837" y="1327"/>
                  </a:cubicBezTo>
                  <a:cubicBezTo>
                    <a:pt x="1902" y="1327"/>
                    <a:pt x="1958" y="1317"/>
                    <a:pt x="2032" y="1308"/>
                  </a:cubicBezTo>
                  <a:lnTo>
                    <a:pt x="2069" y="1540"/>
                  </a:lnTo>
                  <a:cubicBezTo>
                    <a:pt x="1991" y="1550"/>
                    <a:pt x="1912" y="1555"/>
                    <a:pt x="1835" y="1555"/>
                  </a:cubicBezTo>
                  <a:cubicBezTo>
                    <a:pt x="1472" y="1555"/>
                    <a:pt x="1122" y="1448"/>
                    <a:pt x="817" y="1234"/>
                  </a:cubicBezTo>
                  <a:cubicBezTo>
                    <a:pt x="455" y="974"/>
                    <a:pt x="205" y="594"/>
                    <a:pt x="121" y="158"/>
                  </a:cubicBezTo>
                  <a:lnTo>
                    <a:pt x="362" y="111"/>
                  </a:lnTo>
                  <a:close/>
                  <a:moveTo>
                    <a:pt x="390" y="0"/>
                  </a:moveTo>
                  <a:lnTo>
                    <a:pt x="47" y="56"/>
                  </a:lnTo>
                  <a:cubicBezTo>
                    <a:pt x="38" y="65"/>
                    <a:pt x="19" y="65"/>
                    <a:pt x="10" y="84"/>
                  </a:cubicBezTo>
                  <a:cubicBezTo>
                    <a:pt x="10" y="93"/>
                    <a:pt x="1" y="102"/>
                    <a:pt x="1" y="121"/>
                  </a:cubicBezTo>
                  <a:cubicBezTo>
                    <a:pt x="84" y="603"/>
                    <a:pt x="353" y="1030"/>
                    <a:pt x="761" y="1317"/>
                  </a:cubicBezTo>
                  <a:cubicBezTo>
                    <a:pt x="1077" y="1540"/>
                    <a:pt x="1438" y="1661"/>
                    <a:pt x="1828" y="1661"/>
                  </a:cubicBezTo>
                  <a:cubicBezTo>
                    <a:pt x="1930" y="1661"/>
                    <a:pt x="2032" y="1651"/>
                    <a:pt x="2134" y="1633"/>
                  </a:cubicBezTo>
                  <a:cubicBezTo>
                    <a:pt x="2162" y="1633"/>
                    <a:pt x="2181" y="1605"/>
                    <a:pt x="2181" y="1577"/>
                  </a:cubicBezTo>
                  <a:lnTo>
                    <a:pt x="2125" y="1243"/>
                  </a:lnTo>
                  <a:cubicBezTo>
                    <a:pt x="2116" y="1215"/>
                    <a:pt x="2088" y="1197"/>
                    <a:pt x="2060" y="1197"/>
                  </a:cubicBezTo>
                  <a:cubicBezTo>
                    <a:pt x="1986" y="1215"/>
                    <a:pt x="1912" y="1215"/>
                    <a:pt x="1837" y="1215"/>
                  </a:cubicBezTo>
                  <a:cubicBezTo>
                    <a:pt x="1151" y="1215"/>
                    <a:pt x="566" y="724"/>
                    <a:pt x="455" y="46"/>
                  </a:cubicBezTo>
                  <a:cubicBezTo>
                    <a:pt x="455" y="28"/>
                    <a:pt x="446" y="19"/>
                    <a:pt x="437" y="9"/>
                  </a:cubicBezTo>
                  <a:cubicBezTo>
                    <a:pt x="418" y="0"/>
                    <a:pt x="409" y="0"/>
                    <a:pt x="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7"/>
            <p:cNvSpPr/>
            <p:nvPr/>
          </p:nvSpPr>
          <p:spPr>
            <a:xfrm>
              <a:off x="7812519" y="3166580"/>
              <a:ext cx="167016" cy="283695"/>
            </a:xfrm>
            <a:custGeom>
              <a:avLst/>
              <a:gdLst/>
              <a:ahLst/>
              <a:cxnLst/>
              <a:rect l="l" t="t" r="r" b="b"/>
              <a:pathLst>
                <a:path w="2097" h="3562" extrusionOk="0">
                  <a:moveTo>
                    <a:pt x="303" y="1"/>
                  </a:moveTo>
                  <a:cubicBezTo>
                    <a:pt x="203" y="1"/>
                    <a:pt x="102" y="9"/>
                    <a:pt x="0" y="27"/>
                  </a:cubicBezTo>
                  <a:lnTo>
                    <a:pt x="56" y="361"/>
                  </a:lnTo>
                  <a:cubicBezTo>
                    <a:pt x="139" y="342"/>
                    <a:pt x="223" y="333"/>
                    <a:pt x="306" y="333"/>
                  </a:cubicBezTo>
                  <a:cubicBezTo>
                    <a:pt x="1113" y="333"/>
                    <a:pt x="1772" y="991"/>
                    <a:pt x="1772" y="1798"/>
                  </a:cubicBezTo>
                  <a:cubicBezTo>
                    <a:pt x="1772" y="2522"/>
                    <a:pt x="1234" y="3125"/>
                    <a:pt x="538" y="3236"/>
                  </a:cubicBezTo>
                  <a:lnTo>
                    <a:pt x="594" y="3561"/>
                  </a:lnTo>
                  <a:cubicBezTo>
                    <a:pt x="1327" y="3440"/>
                    <a:pt x="1883" y="2884"/>
                    <a:pt x="2041" y="2207"/>
                  </a:cubicBezTo>
                  <a:cubicBezTo>
                    <a:pt x="2069" y="2095"/>
                    <a:pt x="2087" y="1975"/>
                    <a:pt x="2087" y="1854"/>
                  </a:cubicBezTo>
                  <a:cubicBezTo>
                    <a:pt x="2097" y="1743"/>
                    <a:pt x="2087" y="1613"/>
                    <a:pt x="2069" y="1492"/>
                  </a:cubicBezTo>
                  <a:cubicBezTo>
                    <a:pt x="1919" y="620"/>
                    <a:pt x="1160" y="1"/>
                    <a:pt x="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7"/>
            <p:cNvSpPr/>
            <p:nvPr/>
          </p:nvSpPr>
          <p:spPr>
            <a:xfrm>
              <a:off x="7807342" y="3162199"/>
              <a:ext cx="176653" cy="293173"/>
            </a:xfrm>
            <a:custGeom>
              <a:avLst/>
              <a:gdLst/>
              <a:ahLst/>
              <a:cxnLst/>
              <a:rect l="l" t="t" r="r" b="b"/>
              <a:pathLst>
                <a:path w="2218" h="3681" extrusionOk="0">
                  <a:moveTo>
                    <a:pt x="360" y="102"/>
                  </a:moveTo>
                  <a:cubicBezTo>
                    <a:pt x="1194" y="102"/>
                    <a:pt x="1934" y="709"/>
                    <a:pt x="2078" y="1557"/>
                  </a:cubicBezTo>
                  <a:cubicBezTo>
                    <a:pt x="2097" y="1677"/>
                    <a:pt x="2106" y="1789"/>
                    <a:pt x="2106" y="1909"/>
                  </a:cubicBezTo>
                  <a:cubicBezTo>
                    <a:pt x="2097" y="2020"/>
                    <a:pt x="2088" y="2141"/>
                    <a:pt x="2060" y="2252"/>
                  </a:cubicBezTo>
                  <a:cubicBezTo>
                    <a:pt x="1902" y="2920"/>
                    <a:pt x="1373" y="3421"/>
                    <a:pt x="705" y="3560"/>
                  </a:cubicBezTo>
                  <a:lnTo>
                    <a:pt x="668" y="3328"/>
                  </a:lnTo>
                  <a:cubicBezTo>
                    <a:pt x="1373" y="3189"/>
                    <a:pt x="1883" y="2577"/>
                    <a:pt x="1893" y="1853"/>
                  </a:cubicBezTo>
                  <a:cubicBezTo>
                    <a:pt x="1893" y="1019"/>
                    <a:pt x="1206" y="332"/>
                    <a:pt x="371" y="332"/>
                  </a:cubicBezTo>
                  <a:cubicBezTo>
                    <a:pt x="306" y="332"/>
                    <a:pt x="232" y="341"/>
                    <a:pt x="158" y="351"/>
                  </a:cubicBezTo>
                  <a:lnTo>
                    <a:pt x="121" y="119"/>
                  </a:lnTo>
                  <a:cubicBezTo>
                    <a:pt x="201" y="107"/>
                    <a:pt x="281" y="102"/>
                    <a:pt x="360" y="102"/>
                  </a:cubicBezTo>
                  <a:close/>
                  <a:moveTo>
                    <a:pt x="361" y="1"/>
                  </a:moveTo>
                  <a:cubicBezTo>
                    <a:pt x="260" y="1"/>
                    <a:pt x="158" y="9"/>
                    <a:pt x="56" y="26"/>
                  </a:cubicBezTo>
                  <a:lnTo>
                    <a:pt x="0" y="35"/>
                  </a:lnTo>
                  <a:lnTo>
                    <a:pt x="74" y="471"/>
                  </a:lnTo>
                  <a:lnTo>
                    <a:pt x="130" y="462"/>
                  </a:lnTo>
                  <a:cubicBezTo>
                    <a:pt x="214" y="453"/>
                    <a:pt x="297" y="443"/>
                    <a:pt x="371" y="443"/>
                  </a:cubicBezTo>
                  <a:cubicBezTo>
                    <a:pt x="1151" y="443"/>
                    <a:pt x="1781" y="1074"/>
                    <a:pt x="1781" y="1853"/>
                  </a:cubicBezTo>
                  <a:cubicBezTo>
                    <a:pt x="1781" y="2549"/>
                    <a:pt x="1280" y="3134"/>
                    <a:pt x="594" y="3236"/>
                  </a:cubicBezTo>
                  <a:lnTo>
                    <a:pt x="548" y="3245"/>
                  </a:lnTo>
                  <a:lnTo>
                    <a:pt x="622" y="3681"/>
                  </a:lnTo>
                  <a:lnTo>
                    <a:pt x="668" y="3672"/>
                  </a:lnTo>
                  <a:cubicBezTo>
                    <a:pt x="1401" y="3551"/>
                    <a:pt x="1985" y="3004"/>
                    <a:pt x="2162" y="2280"/>
                  </a:cubicBezTo>
                  <a:cubicBezTo>
                    <a:pt x="2190" y="2160"/>
                    <a:pt x="2208" y="2039"/>
                    <a:pt x="2208" y="1918"/>
                  </a:cubicBezTo>
                  <a:cubicBezTo>
                    <a:pt x="2217" y="1789"/>
                    <a:pt x="2208" y="1668"/>
                    <a:pt x="2180" y="1538"/>
                  </a:cubicBezTo>
                  <a:cubicBezTo>
                    <a:pt x="2030" y="638"/>
                    <a:pt x="1245" y="1"/>
                    <a:pt x="3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7"/>
            <p:cNvSpPr/>
            <p:nvPr/>
          </p:nvSpPr>
          <p:spPr>
            <a:xfrm>
              <a:off x="7540613" y="3210065"/>
              <a:ext cx="103538" cy="455888"/>
            </a:xfrm>
            <a:custGeom>
              <a:avLst/>
              <a:gdLst/>
              <a:ahLst/>
              <a:cxnLst/>
              <a:rect l="l" t="t" r="r" b="b"/>
              <a:pathLst>
                <a:path w="1300" h="5724" extrusionOk="0">
                  <a:moveTo>
                    <a:pt x="0" y="0"/>
                  </a:moveTo>
                  <a:lnTo>
                    <a:pt x="0" y="5724"/>
                  </a:lnTo>
                  <a:lnTo>
                    <a:pt x="1299" y="5724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7"/>
            <p:cNvSpPr/>
            <p:nvPr/>
          </p:nvSpPr>
          <p:spPr>
            <a:xfrm>
              <a:off x="7536153" y="3205605"/>
              <a:ext cx="112379" cy="464808"/>
            </a:xfrm>
            <a:custGeom>
              <a:avLst/>
              <a:gdLst/>
              <a:ahLst/>
              <a:cxnLst/>
              <a:rect l="l" t="t" r="r" b="b"/>
              <a:pathLst>
                <a:path w="1411" h="5836" extrusionOk="0">
                  <a:moveTo>
                    <a:pt x="1299" y="103"/>
                  </a:moveTo>
                  <a:lnTo>
                    <a:pt x="1299" y="5733"/>
                  </a:lnTo>
                  <a:lnTo>
                    <a:pt x="112" y="5733"/>
                  </a:lnTo>
                  <a:lnTo>
                    <a:pt x="112" y="103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5780"/>
                  </a:lnTo>
                  <a:cubicBezTo>
                    <a:pt x="1" y="5817"/>
                    <a:pt x="29" y="5835"/>
                    <a:pt x="56" y="5835"/>
                  </a:cubicBezTo>
                  <a:lnTo>
                    <a:pt x="1355" y="5835"/>
                  </a:lnTo>
                  <a:cubicBezTo>
                    <a:pt x="1383" y="5835"/>
                    <a:pt x="1411" y="5817"/>
                    <a:pt x="1411" y="5780"/>
                  </a:cubicBezTo>
                  <a:lnTo>
                    <a:pt x="1411" y="56"/>
                  </a:lnTo>
                  <a:cubicBezTo>
                    <a:pt x="1411" y="28"/>
                    <a:pt x="1383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7"/>
            <p:cNvSpPr/>
            <p:nvPr/>
          </p:nvSpPr>
          <p:spPr>
            <a:xfrm>
              <a:off x="7688353" y="3377000"/>
              <a:ext cx="102822" cy="288952"/>
            </a:xfrm>
            <a:custGeom>
              <a:avLst/>
              <a:gdLst/>
              <a:ahLst/>
              <a:cxnLst/>
              <a:rect l="l" t="t" r="r" b="b"/>
              <a:pathLst>
                <a:path w="1291" h="3628" extrusionOk="0">
                  <a:moveTo>
                    <a:pt x="1" y="1"/>
                  </a:moveTo>
                  <a:lnTo>
                    <a:pt x="1" y="3628"/>
                  </a:lnTo>
                  <a:lnTo>
                    <a:pt x="1290" y="362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7"/>
            <p:cNvSpPr/>
            <p:nvPr/>
          </p:nvSpPr>
          <p:spPr>
            <a:xfrm>
              <a:off x="7683973" y="3372540"/>
              <a:ext cx="111583" cy="297872"/>
            </a:xfrm>
            <a:custGeom>
              <a:avLst/>
              <a:gdLst/>
              <a:ahLst/>
              <a:cxnLst/>
              <a:rect l="l" t="t" r="r" b="b"/>
              <a:pathLst>
                <a:path w="1401" h="3740" extrusionOk="0">
                  <a:moveTo>
                    <a:pt x="1299" y="103"/>
                  </a:moveTo>
                  <a:lnTo>
                    <a:pt x="1299" y="3637"/>
                  </a:lnTo>
                  <a:lnTo>
                    <a:pt x="111" y="3637"/>
                  </a:lnTo>
                  <a:lnTo>
                    <a:pt x="111" y="103"/>
                  </a:lnTo>
                  <a:close/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lnTo>
                    <a:pt x="0" y="3684"/>
                  </a:lnTo>
                  <a:cubicBezTo>
                    <a:pt x="0" y="3721"/>
                    <a:pt x="28" y="3739"/>
                    <a:pt x="56" y="3739"/>
                  </a:cubicBezTo>
                  <a:lnTo>
                    <a:pt x="1345" y="3739"/>
                  </a:lnTo>
                  <a:cubicBezTo>
                    <a:pt x="1373" y="3739"/>
                    <a:pt x="1401" y="3721"/>
                    <a:pt x="1401" y="3684"/>
                  </a:cubicBezTo>
                  <a:lnTo>
                    <a:pt x="1401" y="57"/>
                  </a:lnTo>
                  <a:cubicBezTo>
                    <a:pt x="1401" y="29"/>
                    <a:pt x="1373" y="1"/>
                    <a:pt x="1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7"/>
            <p:cNvSpPr/>
            <p:nvPr/>
          </p:nvSpPr>
          <p:spPr>
            <a:xfrm>
              <a:off x="7833943" y="3502599"/>
              <a:ext cx="103459" cy="163352"/>
            </a:xfrm>
            <a:custGeom>
              <a:avLst/>
              <a:gdLst/>
              <a:ahLst/>
              <a:cxnLst/>
              <a:rect l="l" t="t" r="r" b="b"/>
              <a:pathLst>
                <a:path w="1299" h="2051" extrusionOk="0">
                  <a:moveTo>
                    <a:pt x="0" y="1"/>
                  </a:moveTo>
                  <a:lnTo>
                    <a:pt x="0" y="2051"/>
                  </a:lnTo>
                  <a:lnTo>
                    <a:pt x="1299" y="205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7"/>
            <p:cNvSpPr/>
            <p:nvPr/>
          </p:nvSpPr>
          <p:spPr>
            <a:xfrm>
              <a:off x="7829483" y="3498935"/>
              <a:ext cx="111662" cy="171476"/>
            </a:xfrm>
            <a:custGeom>
              <a:avLst/>
              <a:gdLst/>
              <a:ahLst/>
              <a:cxnLst/>
              <a:rect l="l" t="t" r="r" b="b"/>
              <a:pathLst>
                <a:path w="1402" h="2153" extrusionOk="0">
                  <a:moveTo>
                    <a:pt x="1299" y="102"/>
                  </a:moveTo>
                  <a:lnTo>
                    <a:pt x="1299" y="2050"/>
                  </a:lnTo>
                  <a:lnTo>
                    <a:pt x="112" y="2050"/>
                  </a:lnTo>
                  <a:lnTo>
                    <a:pt x="112" y="102"/>
                  </a:lnTo>
                  <a:close/>
                  <a:moveTo>
                    <a:pt x="56" y="0"/>
                  </a:moveTo>
                  <a:cubicBezTo>
                    <a:pt x="28" y="0"/>
                    <a:pt x="1" y="19"/>
                    <a:pt x="1" y="47"/>
                  </a:cubicBezTo>
                  <a:lnTo>
                    <a:pt x="1" y="2097"/>
                  </a:lnTo>
                  <a:cubicBezTo>
                    <a:pt x="1" y="2134"/>
                    <a:pt x="28" y="2152"/>
                    <a:pt x="56" y="2152"/>
                  </a:cubicBezTo>
                  <a:lnTo>
                    <a:pt x="1355" y="2152"/>
                  </a:lnTo>
                  <a:cubicBezTo>
                    <a:pt x="1383" y="2152"/>
                    <a:pt x="1401" y="2134"/>
                    <a:pt x="1401" y="2097"/>
                  </a:cubicBezTo>
                  <a:lnTo>
                    <a:pt x="1401" y="47"/>
                  </a:lnTo>
                  <a:cubicBezTo>
                    <a:pt x="1401" y="19"/>
                    <a:pt x="1383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7"/>
            <p:cNvSpPr/>
            <p:nvPr/>
          </p:nvSpPr>
          <p:spPr>
            <a:xfrm>
              <a:off x="7531773" y="3210065"/>
              <a:ext cx="102742" cy="445534"/>
            </a:xfrm>
            <a:custGeom>
              <a:avLst/>
              <a:gdLst/>
              <a:ahLst/>
              <a:cxnLst/>
              <a:rect l="l" t="t" r="r" b="b"/>
              <a:pathLst>
                <a:path w="1290" h="5594" extrusionOk="0">
                  <a:moveTo>
                    <a:pt x="0" y="0"/>
                  </a:moveTo>
                  <a:lnTo>
                    <a:pt x="0" y="5594"/>
                  </a:lnTo>
                  <a:lnTo>
                    <a:pt x="1290" y="5594"/>
                  </a:lnTo>
                  <a:lnTo>
                    <a:pt x="12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7"/>
            <p:cNvSpPr/>
            <p:nvPr/>
          </p:nvSpPr>
          <p:spPr>
            <a:xfrm>
              <a:off x="7527313" y="3205605"/>
              <a:ext cx="111662" cy="454454"/>
            </a:xfrm>
            <a:custGeom>
              <a:avLst/>
              <a:gdLst/>
              <a:ahLst/>
              <a:cxnLst/>
              <a:rect l="l" t="t" r="r" b="b"/>
              <a:pathLst>
                <a:path w="1402" h="5706" extrusionOk="0">
                  <a:moveTo>
                    <a:pt x="1299" y="103"/>
                  </a:moveTo>
                  <a:lnTo>
                    <a:pt x="1299" y="5604"/>
                  </a:lnTo>
                  <a:lnTo>
                    <a:pt x="102" y="5604"/>
                  </a:lnTo>
                  <a:lnTo>
                    <a:pt x="102" y="103"/>
                  </a:lnTo>
                  <a:close/>
                  <a:moveTo>
                    <a:pt x="0" y="0"/>
                  </a:moveTo>
                  <a:lnTo>
                    <a:pt x="0" y="5706"/>
                  </a:lnTo>
                  <a:lnTo>
                    <a:pt x="1401" y="5706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7"/>
            <p:cNvSpPr/>
            <p:nvPr/>
          </p:nvSpPr>
          <p:spPr>
            <a:xfrm>
              <a:off x="7678796" y="3377000"/>
              <a:ext cx="102742" cy="278598"/>
            </a:xfrm>
            <a:custGeom>
              <a:avLst/>
              <a:gdLst/>
              <a:ahLst/>
              <a:cxnLst/>
              <a:rect l="l" t="t" r="r" b="b"/>
              <a:pathLst>
                <a:path w="1290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1290" y="349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7"/>
            <p:cNvSpPr/>
            <p:nvPr/>
          </p:nvSpPr>
          <p:spPr>
            <a:xfrm>
              <a:off x="7674336" y="3372540"/>
              <a:ext cx="111662" cy="287518"/>
            </a:xfrm>
            <a:custGeom>
              <a:avLst/>
              <a:gdLst/>
              <a:ahLst/>
              <a:cxnLst/>
              <a:rect l="l" t="t" r="r" b="b"/>
              <a:pathLst>
                <a:path w="1402" h="3610" extrusionOk="0">
                  <a:moveTo>
                    <a:pt x="1299" y="103"/>
                  </a:moveTo>
                  <a:lnTo>
                    <a:pt x="1299" y="3508"/>
                  </a:lnTo>
                  <a:lnTo>
                    <a:pt x="112" y="3508"/>
                  </a:lnTo>
                  <a:lnTo>
                    <a:pt x="112" y="103"/>
                  </a:lnTo>
                  <a:close/>
                  <a:moveTo>
                    <a:pt x="0" y="1"/>
                  </a:moveTo>
                  <a:lnTo>
                    <a:pt x="0" y="3610"/>
                  </a:lnTo>
                  <a:lnTo>
                    <a:pt x="1401" y="3610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7"/>
            <p:cNvSpPr/>
            <p:nvPr/>
          </p:nvSpPr>
          <p:spPr>
            <a:xfrm>
              <a:off x="7824306" y="3502599"/>
              <a:ext cx="103538" cy="152998"/>
            </a:xfrm>
            <a:custGeom>
              <a:avLst/>
              <a:gdLst/>
              <a:ahLst/>
              <a:cxnLst/>
              <a:rect l="l" t="t" r="r" b="b"/>
              <a:pathLst>
                <a:path w="1300" h="1921" extrusionOk="0">
                  <a:moveTo>
                    <a:pt x="1" y="1"/>
                  </a:moveTo>
                  <a:lnTo>
                    <a:pt x="1" y="1921"/>
                  </a:lnTo>
                  <a:lnTo>
                    <a:pt x="1299" y="192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7"/>
            <p:cNvSpPr/>
            <p:nvPr/>
          </p:nvSpPr>
          <p:spPr>
            <a:xfrm>
              <a:off x="7820643" y="3498935"/>
              <a:ext cx="111662" cy="161122"/>
            </a:xfrm>
            <a:custGeom>
              <a:avLst/>
              <a:gdLst/>
              <a:ahLst/>
              <a:cxnLst/>
              <a:rect l="l" t="t" r="r" b="b"/>
              <a:pathLst>
                <a:path w="1402" h="2023" extrusionOk="0">
                  <a:moveTo>
                    <a:pt x="1290" y="102"/>
                  </a:moveTo>
                  <a:lnTo>
                    <a:pt x="1290" y="1921"/>
                  </a:lnTo>
                  <a:lnTo>
                    <a:pt x="102" y="1921"/>
                  </a:lnTo>
                  <a:lnTo>
                    <a:pt x="102" y="102"/>
                  </a:lnTo>
                  <a:close/>
                  <a:moveTo>
                    <a:pt x="0" y="0"/>
                  </a:moveTo>
                  <a:lnTo>
                    <a:pt x="0" y="2023"/>
                  </a:lnTo>
                  <a:lnTo>
                    <a:pt x="1401" y="2023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7"/>
            <p:cNvSpPr/>
            <p:nvPr/>
          </p:nvSpPr>
          <p:spPr>
            <a:xfrm>
              <a:off x="7531773" y="3210065"/>
              <a:ext cx="102742" cy="445534"/>
            </a:xfrm>
            <a:custGeom>
              <a:avLst/>
              <a:gdLst/>
              <a:ahLst/>
              <a:cxnLst/>
              <a:rect l="l" t="t" r="r" b="b"/>
              <a:pathLst>
                <a:path w="1290" h="5594" extrusionOk="0">
                  <a:moveTo>
                    <a:pt x="0" y="0"/>
                  </a:moveTo>
                  <a:lnTo>
                    <a:pt x="0" y="5594"/>
                  </a:lnTo>
                  <a:lnTo>
                    <a:pt x="1290" y="5594"/>
                  </a:lnTo>
                  <a:lnTo>
                    <a:pt x="12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7"/>
            <p:cNvSpPr/>
            <p:nvPr/>
          </p:nvSpPr>
          <p:spPr>
            <a:xfrm>
              <a:off x="7527313" y="3205605"/>
              <a:ext cx="111662" cy="454454"/>
            </a:xfrm>
            <a:custGeom>
              <a:avLst/>
              <a:gdLst/>
              <a:ahLst/>
              <a:cxnLst/>
              <a:rect l="l" t="t" r="r" b="b"/>
              <a:pathLst>
                <a:path w="1402" h="5706" extrusionOk="0">
                  <a:moveTo>
                    <a:pt x="1299" y="103"/>
                  </a:moveTo>
                  <a:lnTo>
                    <a:pt x="1299" y="5604"/>
                  </a:lnTo>
                  <a:lnTo>
                    <a:pt x="102" y="5604"/>
                  </a:lnTo>
                  <a:lnTo>
                    <a:pt x="102" y="103"/>
                  </a:lnTo>
                  <a:close/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5650"/>
                  </a:lnTo>
                  <a:cubicBezTo>
                    <a:pt x="0" y="5687"/>
                    <a:pt x="19" y="5706"/>
                    <a:pt x="56" y="5706"/>
                  </a:cubicBezTo>
                  <a:lnTo>
                    <a:pt x="1346" y="5706"/>
                  </a:lnTo>
                  <a:cubicBezTo>
                    <a:pt x="1373" y="5706"/>
                    <a:pt x="1401" y="5687"/>
                    <a:pt x="1401" y="5650"/>
                  </a:cubicBezTo>
                  <a:lnTo>
                    <a:pt x="1401" y="56"/>
                  </a:lnTo>
                  <a:cubicBezTo>
                    <a:pt x="1401" y="28"/>
                    <a:pt x="1373" y="0"/>
                    <a:pt x="1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7"/>
            <p:cNvSpPr/>
            <p:nvPr/>
          </p:nvSpPr>
          <p:spPr>
            <a:xfrm>
              <a:off x="7369219" y="3129465"/>
              <a:ext cx="103459" cy="536489"/>
            </a:xfrm>
            <a:custGeom>
              <a:avLst/>
              <a:gdLst/>
              <a:ahLst/>
              <a:cxnLst/>
              <a:rect l="l" t="t" r="r" b="b"/>
              <a:pathLst>
                <a:path w="1299" h="6736" extrusionOk="0">
                  <a:moveTo>
                    <a:pt x="0" y="1"/>
                  </a:moveTo>
                  <a:lnTo>
                    <a:pt x="0" y="6736"/>
                  </a:lnTo>
                  <a:lnTo>
                    <a:pt x="1299" y="6736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7"/>
            <p:cNvSpPr/>
            <p:nvPr/>
          </p:nvSpPr>
          <p:spPr>
            <a:xfrm>
              <a:off x="7365475" y="3125802"/>
              <a:ext cx="110229" cy="543896"/>
            </a:xfrm>
            <a:custGeom>
              <a:avLst/>
              <a:gdLst/>
              <a:ahLst/>
              <a:cxnLst/>
              <a:rect l="l" t="t" r="r" b="b"/>
              <a:pathLst>
                <a:path w="1384" h="6829" extrusionOk="0">
                  <a:moveTo>
                    <a:pt x="1300" y="84"/>
                  </a:moveTo>
                  <a:lnTo>
                    <a:pt x="1300" y="6745"/>
                  </a:lnTo>
                  <a:lnTo>
                    <a:pt x="84" y="6745"/>
                  </a:lnTo>
                  <a:lnTo>
                    <a:pt x="84" y="84"/>
                  </a:lnTo>
                  <a:close/>
                  <a:moveTo>
                    <a:pt x="38" y="1"/>
                  </a:moveTo>
                  <a:cubicBezTo>
                    <a:pt x="19" y="1"/>
                    <a:pt x="1" y="19"/>
                    <a:pt x="1" y="47"/>
                  </a:cubicBezTo>
                  <a:lnTo>
                    <a:pt x="1" y="6782"/>
                  </a:lnTo>
                  <a:cubicBezTo>
                    <a:pt x="1" y="6810"/>
                    <a:pt x="19" y="6828"/>
                    <a:pt x="38" y="6828"/>
                  </a:cubicBezTo>
                  <a:lnTo>
                    <a:pt x="1346" y="6828"/>
                  </a:lnTo>
                  <a:cubicBezTo>
                    <a:pt x="1364" y="6828"/>
                    <a:pt x="1383" y="6810"/>
                    <a:pt x="1383" y="6782"/>
                  </a:cubicBezTo>
                  <a:lnTo>
                    <a:pt x="1383" y="47"/>
                  </a:lnTo>
                  <a:cubicBezTo>
                    <a:pt x="1383" y="19"/>
                    <a:pt x="1364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7"/>
            <p:cNvSpPr/>
            <p:nvPr/>
          </p:nvSpPr>
          <p:spPr>
            <a:xfrm>
              <a:off x="7359582" y="3130979"/>
              <a:ext cx="103538" cy="524622"/>
            </a:xfrm>
            <a:custGeom>
              <a:avLst/>
              <a:gdLst/>
              <a:ahLst/>
              <a:cxnLst/>
              <a:rect l="l" t="t" r="r" b="b"/>
              <a:pathLst>
                <a:path w="1300" h="6587" extrusionOk="0">
                  <a:moveTo>
                    <a:pt x="1" y="1"/>
                  </a:moveTo>
                  <a:lnTo>
                    <a:pt x="1" y="6587"/>
                  </a:lnTo>
                  <a:lnTo>
                    <a:pt x="1299" y="6587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7"/>
            <p:cNvSpPr/>
            <p:nvPr/>
          </p:nvSpPr>
          <p:spPr>
            <a:xfrm>
              <a:off x="7355122" y="3126519"/>
              <a:ext cx="111662" cy="533542"/>
            </a:xfrm>
            <a:custGeom>
              <a:avLst/>
              <a:gdLst/>
              <a:ahLst/>
              <a:cxnLst/>
              <a:rect l="l" t="t" r="r" b="b"/>
              <a:pathLst>
                <a:path w="1402" h="6699" extrusionOk="0">
                  <a:moveTo>
                    <a:pt x="1300" y="103"/>
                  </a:moveTo>
                  <a:lnTo>
                    <a:pt x="1300" y="6597"/>
                  </a:lnTo>
                  <a:lnTo>
                    <a:pt x="112" y="6597"/>
                  </a:lnTo>
                  <a:lnTo>
                    <a:pt x="112" y="103"/>
                  </a:lnTo>
                  <a:close/>
                  <a:moveTo>
                    <a:pt x="1" y="1"/>
                  </a:moveTo>
                  <a:lnTo>
                    <a:pt x="1" y="6699"/>
                  </a:lnTo>
                  <a:lnTo>
                    <a:pt x="1402" y="6699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7"/>
            <p:cNvSpPr/>
            <p:nvPr/>
          </p:nvSpPr>
          <p:spPr>
            <a:xfrm>
              <a:off x="7678796" y="3377000"/>
              <a:ext cx="102742" cy="278598"/>
            </a:xfrm>
            <a:custGeom>
              <a:avLst/>
              <a:gdLst/>
              <a:ahLst/>
              <a:cxnLst/>
              <a:rect l="l" t="t" r="r" b="b"/>
              <a:pathLst>
                <a:path w="1290" h="3498" extrusionOk="0">
                  <a:moveTo>
                    <a:pt x="0" y="1"/>
                  </a:moveTo>
                  <a:lnTo>
                    <a:pt x="0" y="3498"/>
                  </a:lnTo>
                  <a:lnTo>
                    <a:pt x="1290" y="3498"/>
                  </a:lnTo>
                  <a:lnTo>
                    <a:pt x="12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7"/>
            <p:cNvSpPr/>
            <p:nvPr/>
          </p:nvSpPr>
          <p:spPr>
            <a:xfrm>
              <a:off x="7674336" y="3372540"/>
              <a:ext cx="111662" cy="287518"/>
            </a:xfrm>
            <a:custGeom>
              <a:avLst/>
              <a:gdLst/>
              <a:ahLst/>
              <a:cxnLst/>
              <a:rect l="l" t="t" r="r" b="b"/>
              <a:pathLst>
                <a:path w="1402" h="3610" extrusionOk="0">
                  <a:moveTo>
                    <a:pt x="1299" y="103"/>
                  </a:moveTo>
                  <a:lnTo>
                    <a:pt x="1299" y="3508"/>
                  </a:lnTo>
                  <a:lnTo>
                    <a:pt x="112" y="3508"/>
                  </a:lnTo>
                  <a:lnTo>
                    <a:pt x="112" y="103"/>
                  </a:lnTo>
                  <a:close/>
                  <a:moveTo>
                    <a:pt x="0" y="1"/>
                  </a:moveTo>
                  <a:lnTo>
                    <a:pt x="0" y="3610"/>
                  </a:lnTo>
                  <a:lnTo>
                    <a:pt x="1401" y="3610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7"/>
            <p:cNvSpPr/>
            <p:nvPr/>
          </p:nvSpPr>
          <p:spPr>
            <a:xfrm>
              <a:off x="7824306" y="3502599"/>
              <a:ext cx="103538" cy="152998"/>
            </a:xfrm>
            <a:custGeom>
              <a:avLst/>
              <a:gdLst/>
              <a:ahLst/>
              <a:cxnLst/>
              <a:rect l="l" t="t" r="r" b="b"/>
              <a:pathLst>
                <a:path w="1300" h="1921" extrusionOk="0">
                  <a:moveTo>
                    <a:pt x="1" y="1"/>
                  </a:moveTo>
                  <a:lnTo>
                    <a:pt x="1" y="1921"/>
                  </a:lnTo>
                  <a:lnTo>
                    <a:pt x="1299" y="1921"/>
                  </a:lnTo>
                  <a:lnTo>
                    <a:pt x="12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7"/>
            <p:cNvSpPr/>
            <p:nvPr/>
          </p:nvSpPr>
          <p:spPr>
            <a:xfrm>
              <a:off x="7820643" y="3498935"/>
              <a:ext cx="111662" cy="161122"/>
            </a:xfrm>
            <a:custGeom>
              <a:avLst/>
              <a:gdLst/>
              <a:ahLst/>
              <a:cxnLst/>
              <a:rect l="l" t="t" r="r" b="b"/>
              <a:pathLst>
                <a:path w="1402" h="2023" extrusionOk="0">
                  <a:moveTo>
                    <a:pt x="1290" y="102"/>
                  </a:moveTo>
                  <a:lnTo>
                    <a:pt x="1290" y="1921"/>
                  </a:lnTo>
                  <a:lnTo>
                    <a:pt x="102" y="1921"/>
                  </a:lnTo>
                  <a:lnTo>
                    <a:pt x="102" y="102"/>
                  </a:lnTo>
                  <a:close/>
                  <a:moveTo>
                    <a:pt x="0" y="0"/>
                  </a:moveTo>
                  <a:lnTo>
                    <a:pt x="0" y="2023"/>
                  </a:lnTo>
                  <a:lnTo>
                    <a:pt x="1401" y="2023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7"/>
            <p:cNvSpPr/>
            <p:nvPr/>
          </p:nvSpPr>
          <p:spPr>
            <a:xfrm>
              <a:off x="7980967" y="3600163"/>
              <a:ext cx="103538" cy="66583"/>
            </a:xfrm>
            <a:custGeom>
              <a:avLst/>
              <a:gdLst/>
              <a:ahLst/>
              <a:cxnLst/>
              <a:rect l="l" t="t" r="r" b="b"/>
              <a:pathLst>
                <a:path w="1300" h="836" extrusionOk="0">
                  <a:moveTo>
                    <a:pt x="0" y="0"/>
                  </a:moveTo>
                  <a:lnTo>
                    <a:pt x="0" y="835"/>
                  </a:lnTo>
                  <a:lnTo>
                    <a:pt x="1299" y="835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7"/>
            <p:cNvSpPr/>
            <p:nvPr/>
          </p:nvSpPr>
          <p:spPr>
            <a:xfrm>
              <a:off x="7976507" y="3595703"/>
              <a:ext cx="111662" cy="75424"/>
            </a:xfrm>
            <a:custGeom>
              <a:avLst/>
              <a:gdLst/>
              <a:ahLst/>
              <a:cxnLst/>
              <a:rect l="l" t="t" r="r" b="b"/>
              <a:pathLst>
                <a:path w="1402" h="947" extrusionOk="0">
                  <a:moveTo>
                    <a:pt x="1299" y="103"/>
                  </a:moveTo>
                  <a:lnTo>
                    <a:pt x="1299" y="845"/>
                  </a:lnTo>
                  <a:lnTo>
                    <a:pt x="112" y="845"/>
                  </a:lnTo>
                  <a:lnTo>
                    <a:pt x="112" y="103"/>
                  </a:lnTo>
                  <a:close/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lnTo>
                    <a:pt x="1" y="891"/>
                  </a:lnTo>
                  <a:cubicBezTo>
                    <a:pt x="1" y="919"/>
                    <a:pt x="28" y="947"/>
                    <a:pt x="56" y="947"/>
                  </a:cubicBezTo>
                  <a:lnTo>
                    <a:pt x="1346" y="947"/>
                  </a:lnTo>
                  <a:cubicBezTo>
                    <a:pt x="1374" y="947"/>
                    <a:pt x="1401" y="919"/>
                    <a:pt x="1401" y="891"/>
                  </a:cubicBezTo>
                  <a:lnTo>
                    <a:pt x="1401" y="56"/>
                  </a:lnTo>
                  <a:cubicBezTo>
                    <a:pt x="1401" y="28"/>
                    <a:pt x="1374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7"/>
            <p:cNvSpPr/>
            <p:nvPr/>
          </p:nvSpPr>
          <p:spPr>
            <a:xfrm>
              <a:off x="7971330" y="3600163"/>
              <a:ext cx="103538" cy="62123"/>
            </a:xfrm>
            <a:custGeom>
              <a:avLst/>
              <a:gdLst/>
              <a:ahLst/>
              <a:cxnLst/>
              <a:rect l="l" t="t" r="r" b="b"/>
              <a:pathLst>
                <a:path w="1300" h="780" extrusionOk="0">
                  <a:moveTo>
                    <a:pt x="1" y="0"/>
                  </a:moveTo>
                  <a:lnTo>
                    <a:pt x="1" y="779"/>
                  </a:lnTo>
                  <a:lnTo>
                    <a:pt x="1299" y="779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7"/>
            <p:cNvSpPr/>
            <p:nvPr/>
          </p:nvSpPr>
          <p:spPr>
            <a:xfrm>
              <a:off x="7966949" y="3595703"/>
              <a:ext cx="111583" cy="71043"/>
            </a:xfrm>
            <a:custGeom>
              <a:avLst/>
              <a:gdLst/>
              <a:ahLst/>
              <a:cxnLst/>
              <a:rect l="l" t="t" r="r" b="b"/>
              <a:pathLst>
                <a:path w="1401" h="892" extrusionOk="0">
                  <a:moveTo>
                    <a:pt x="1299" y="103"/>
                  </a:moveTo>
                  <a:lnTo>
                    <a:pt x="1299" y="780"/>
                  </a:lnTo>
                  <a:lnTo>
                    <a:pt x="111" y="780"/>
                  </a:lnTo>
                  <a:lnTo>
                    <a:pt x="111" y="103"/>
                  </a:lnTo>
                  <a:close/>
                  <a:moveTo>
                    <a:pt x="0" y="1"/>
                  </a:moveTo>
                  <a:lnTo>
                    <a:pt x="0" y="891"/>
                  </a:lnTo>
                  <a:lnTo>
                    <a:pt x="1401" y="891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7"/>
            <p:cNvSpPr/>
            <p:nvPr/>
          </p:nvSpPr>
          <p:spPr>
            <a:xfrm>
              <a:off x="7971330" y="3600163"/>
              <a:ext cx="103538" cy="62123"/>
            </a:xfrm>
            <a:custGeom>
              <a:avLst/>
              <a:gdLst/>
              <a:ahLst/>
              <a:cxnLst/>
              <a:rect l="l" t="t" r="r" b="b"/>
              <a:pathLst>
                <a:path w="1300" h="780" extrusionOk="0">
                  <a:moveTo>
                    <a:pt x="1" y="0"/>
                  </a:moveTo>
                  <a:lnTo>
                    <a:pt x="1" y="779"/>
                  </a:lnTo>
                  <a:lnTo>
                    <a:pt x="1299" y="779"/>
                  </a:lnTo>
                  <a:lnTo>
                    <a:pt x="12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7"/>
            <p:cNvSpPr/>
            <p:nvPr/>
          </p:nvSpPr>
          <p:spPr>
            <a:xfrm>
              <a:off x="7966949" y="3595703"/>
              <a:ext cx="111583" cy="71043"/>
            </a:xfrm>
            <a:custGeom>
              <a:avLst/>
              <a:gdLst/>
              <a:ahLst/>
              <a:cxnLst/>
              <a:rect l="l" t="t" r="r" b="b"/>
              <a:pathLst>
                <a:path w="1401" h="892" extrusionOk="0">
                  <a:moveTo>
                    <a:pt x="1299" y="103"/>
                  </a:moveTo>
                  <a:lnTo>
                    <a:pt x="1299" y="780"/>
                  </a:lnTo>
                  <a:lnTo>
                    <a:pt x="111" y="780"/>
                  </a:lnTo>
                  <a:lnTo>
                    <a:pt x="111" y="103"/>
                  </a:lnTo>
                  <a:close/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835"/>
                  </a:lnTo>
                  <a:cubicBezTo>
                    <a:pt x="0" y="863"/>
                    <a:pt x="28" y="891"/>
                    <a:pt x="56" y="891"/>
                  </a:cubicBezTo>
                  <a:lnTo>
                    <a:pt x="1354" y="891"/>
                  </a:lnTo>
                  <a:cubicBezTo>
                    <a:pt x="1382" y="891"/>
                    <a:pt x="1401" y="863"/>
                    <a:pt x="1401" y="835"/>
                  </a:cubicBezTo>
                  <a:lnTo>
                    <a:pt x="1401" y="56"/>
                  </a:lnTo>
                  <a:cubicBezTo>
                    <a:pt x="1401" y="28"/>
                    <a:pt x="1382" y="1"/>
                    <a:pt x="1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7"/>
            <p:cNvSpPr/>
            <p:nvPr/>
          </p:nvSpPr>
          <p:spPr>
            <a:xfrm>
              <a:off x="7003284" y="3902326"/>
              <a:ext cx="295640" cy="127192"/>
            </a:xfrm>
            <a:custGeom>
              <a:avLst/>
              <a:gdLst/>
              <a:ahLst/>
              <a:cxnLst/>
              <a:rect l="l" t="t" r="r" b="b"/>
              <a:pathLst>
                <a:path w="3712" h="1597" extrusionOk="0">
                  <a:moveTo>
                    <a:pt x="3712" y="1596"/>
                  </a:moveTo>
                  <a:lnTo>
                    <a:pt x="1" y="1"/>
                  </a:lnTo>
                </a:path>
              </a:pathLst>
            </a:custGeom>
            <a:solidFill>
              <a:srgbClr val="E16F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7"/>
            <p:cNvSpPr/>
            <p:nvPr/>
          </p:nvSpPr>
          <p:spPr>
            <a:xfrm>
              <a:off x="6998107" y="3897627"/>
              <a:ext cx="305994" cy="136271"/>
            </a:xfrm>
            <a:custGeom>
              <a:avLst/>
              <a:gdLst/>
              <a:ahLst/>
              <a:cxnLst/>
              <a:rect l="l" t="t" r="r" b="b"/>
              <a:pathLst>
                <a:path w="3842" h="1711" extrusionOk="0">
                  <a:moveTo>
                    <a:pt x="62" y="0"/>
                  </a:moveTo>
                  <a:cubicBezTo>
                    <a:pt x="40" y="0"/>
                    <a:pt x="17" y="11"/>
                    <a:pt x="10" y="32"/>
                  </a:cubicBezTo>
                  <a:cubicBezTo>
                    <a:pt x="1" y="60"/>
                    <a:pt x="10" y="97"/>
                    <a:pt x="38" y="106"/>
                  </a:cubicBezTo>
                  <a:lnTo>
                    <a:pt x="3749" y="1702"/>
                  </a:lnTo>
                  <a:cubicBezTo>
                    <a:pt x="3758" y="1711"/>
                    <a:pt x="3767" y="1711"/>
                    <a:pt x="3777" y="1711"/>
                  </a:cubicBezTo>
                  <a:cubicBezTo>
                    <a:pt x="3795" y="1711"/>
                    <a:pt x="3814" y="1702"/>
                    <a:pt x="3823" y="1674"/>
                  </a:cubicBezTo>
                  <a:cubicBezTo>
                    <a:pt x="3842" y="1646"/>
                    <a:pt x="3823" y="1609"/>
                    <a:pt x="3795" y="1600"/>
                  </a:cubicBezTo>
                  <a:lnTo>
                    <a:pt x="84" y="4"/>
                  </a:lnTo>
                  <a:cubicBezTo>
                    <a:pt x="78" y="2"/>
                    <a:pt x="70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7"/>
            <p:cNvSpPr/>
            <p:nvPr/>
          </p:nvSpPr>
          <p:spPr>
            <a:xfrm>
              <a:off x="6969355" y="3873495"/>
              <a:ext cx="48105" cy="48105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445" y="1"/>
                  </a:moveTo>
                  <a:lnTo>
                    <a:pt x="0" y="168"/>
                  </a:lnTo>
                  <a:lnTo>
                    <a:pt x="158" y="604"/>
                  </a:lnTo>
                  <a:lnTo>
                    <a:pt x="603" y="446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7"/>
            <p:cNvSpPr/>
            <p:nvPr/>
          </p:nvSpPr>
          <p:spPr>
            <a:xfrm>
              <a:off x="6964178" y="3868477"/>
              <a:ext cx="58459" cy="57583"/>
            </a:xfrm>
            <a:custGeom>
              <a:avLst/>
              <a:gdLst/>
              <a:ahLst/>
              <a:cxnLst/>
              <a:rect l="l" t="t" r="r" b="b"/>
              <a:pathLst>
                <a:path w="734" h="723" extrusionOk="0">
                  <a:moveTo>
                    <a:pt x="473" y="129"/>
                  </a:moveTo>
                  <a:lnTo>
                    <a:pt x="594" y="472"/>
                  </a:lnTo>
                  <a:lnTo>
                    <a:pt x="260" y="593"/>
                  </a:lnTo>
                  <a:lnTo>
                    <a:pt x="139" y="259"/>
                  </a:lnTo>
                  <a:lnTo>
                    <a:pt x="473" y="129"/>
                  </a:lnTo>
                  <a:close/>
                  <a:moveTo>
                    <a:pt x="517" y="1"/>
                  </a:moveTo>
                  <a:cubicBezTo>
                    <a:pt x="508" y="1"/>
                    <a:pt x="500" y="3"/>
                    <a:pt x="492" y="8"/>
                  </a:cubicBezTo>
                  <a:lnTo>
                    <a:pt x="47" y="166"/>
                  </a:lnTo>
                  <a:cubicBezTo>
                    <a:pt x="28" y="175"/>
                    <a:pt x="19" y="184"/>
                    <a:pt x="10" y="194"/>
                  </a:cubicBezTo>
                  <a:cubicBezTo>
                    <a:pt x="10" y="212"/>
                    <a:pt x="0" y="222"/>
                    <a:pt x="10" y="240"/>
                  </a:cubicBezTo>
                  <a:lnTo>
                    <a:pt x="167" y="685"/>
                  </a:lnTo>
                  <a:cubicBezTo>
                    <a:pt x="177" y="704"/>
                    <a:pt x="204" y="722"/>
                    <a:pt x="223" y="722"/>
                  </a:cubicBezTo>
                  <a:lnTo>
                    <a:pt x="241" y="722"/>
                  </a:lnTo>
                  <a:lnTo>
                    <a:pt x="687" y="555"/>
                  </a:lnTo>
                  <a:cubicBezTo>
                    <a:pt x="724" y="546"/>
                    <a:pt x="733" y="509"/>
                    <a:pt x="724" y="481"/>
                  </a:cubicBezTo>
                  <a:lnTo>
                    <a:pt x="566" y="36"/>
                  </a:lnTo>
                  <a:cubicBezTo>
                    <a:pt x="559" y="16"/>
                    <a:pt x="538" y="1"/>
                    <a:pt x="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7"/>
            <p:cNvSpPr/>
            <p:nvPr/>
          </p:nvSpPr>
          <p:spPr>
            <a:xfrm>
              <a:off x="7282596" y="3887114"/>
              <a:ext cx="591120" cy="551935"/>
            </a:xfrm>
            <a:custGeom>
              <a:avLst/>
              <a:gdLst/>
              <a:ahLst/>
              <a:cxnLst/>
              <a:rect l="l" t="t" r="r" b="b"/>
              <a:pathLst>
                <a:path w="7422" h="6930" extrusionOk="0">
                  <a:moveTo>
                    <a:pt x="3722" y="1"/>
                  </a:moveTo>
                  <a:cubicBezTo>
                    <a:pt x="3544" y="1"/>
                    <a:pt x="3364" y="15"/>
                    <a:pt x="3182" y="43"/>
                  </a:cubicBezTo>
                  <a:cubicBezTo>
                    <a:pt x="1299" y="331"/>
                    <a:pt x="1" y="2093"/>
                    <a:pt x="288" y="3986"/>
                  </a:cubicBezTo>
                  <a:cubicBezTo>
                    <a:pt x="549" y="5702"/>
                    <a:pt x="2030" y="6929"/>
                    <a:pt x="3714" y="6929"/>
                  </a:cubicBezTo>
                  <a:cubicBezTo>
                    <a:pt x="3888" y="6929"/>
                    <a:pt x="4063" y="6916"/>
                    <a:pt x="4240" y="6889"/>
                  </a:cubicBezTo>
                  <a:cubicBezTo>
                    <a:pt x="6123" y="6593"/>
                    <a:pt x="7422" y="4830"/>
                    <a:pt x="7134" y="2938"/>
                  </a:cubicBezTo>
                  <a:cubicBezTo>
                    <a:pt x="6874" y="1227"/>
                    <a:pt x="5401" y="1"/>
                    <a:pt x="3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7"/>
            <p:cNvSpPr/>
            <p:nvPr/>
          </p:nvSpPr>
          <p:spPr>
            <a:xfrm>
              <a:off x="7277420" y="3882176"/>
              <a:ext cx="589687" cy="561094"/>
            </a:xfrm>
            <a:custGeom>
              <a:avLst/>
              <a:gdLst/>
              <a:ahLst/>
              <a:cxnLst/>
              <a:rect l="l" t="t" r="r" b="b"/>
              <a:pathLst>
                <a:path w="7404" h="7045" extrusionOk="0">
                  <a:moveTo>
                    <a:pt x="3776" y="114"/>
                  </a:moveTo>
                  <a:cubicBezTo>
                    <a:pt x="5427" y="114"/>
                    <a:pt x="6884" y="1330"/>
                    <a:pt x="7144" y="3009"/>
                  </a:cubicBezTo>
                  <a:cubicBezTo>
                    <a:pt x="7283" y="3909"/>
                    <a:pt x="7060" y="4808"/>
                    <a:pt x="6522" y="5541"/>
                  </a:cubicBezTo>
                  <a:cubicBezTo>
                    <a:pt x="5984" y="6274"/>
                    <a:pt x="5196" y="6757"/>
                    <a:pt x="4296" y="6886"/>
                  </a:cubicBezTo>
                  <a:cubicBezTo>
                    <a:pt x="4119" y="6914"/>
                    <a:pt x="3952" y="6933"/>
                    <a:pt x="3776" y="6933"/>
                  </a:cubicBezTo>
                  <a:cubicBezTo>
                    <a:pt x="2125" y="6933"/>
                    <a:pt x="669" y="5718"/>
                    <a:pt x="409" y="4038"/>
                  </a:cubicBezTo>
                  <a:cubicBezTo>
                    <a:pt x="130" y="2183"/>
                    <a:pt x="1401" y="439"/>
                    <a:pt x="3266" y="161"/>
                  </a:cubicBezTo>
                  <a:cubicBezTo>
                    <a:pt x="3433" y="133"/>
                    <a:pt x="3609" y="114"/>
                    <a:pt x="3776" y="114"/>
                  </a:cubicBezTo>
                  <a:close/>
                  <a:moveTo>
                    <a:pt x="3765" y="1"/>
                  </a:moveTo>
                  <a:cubicBezTo>
                    <a:pt x="3591" y="1"/>
                    <a:pt x="3415" y="14"/>
                    <a:pt x="3238" y="40"/>
                  </a:cubicBezTo>
                  <a:cubicBezTo>
                    <a:pt x="1327" y="337"/>
                    <a:pt x="1" y="2137"/>
                    <a:pt x="297" y="4057"/>
                  </a:cubicBezTo>
                  <a:cubicBezTo>
                    <a:pt x="566" y="5801"/>
                    <a:pt x="2069" y="7044"/>
                    <a:pt x="3776" y="7044"/>
                  </a:cubicBezTo>
                  <a:cubicBezTo>
                    <a:pt x="3952" y="7044"/>
                    <a:pt x="4129" y="7035"/>
                    <a:pt x="4314" y="7007"/>
                  </a:cubicBezTo>
                  <a:cubicBezTo>
                    <a:pt x="5242" y="6868"/>
                    <a:pt x="6058" y="6367"/>
                    <a:pt x="6615" y="5606"/>
                  </a:cubicBezTo>
                  <a:cubicBezTo>
                    <a:pt x="7171" y="4855"/>
                    <a:pt x="7403" y="3918"/>
                    <a:pt x="7255" y="2990"/>
                  </a:cubicBezTo>
                  <a:cubicBezTo>
                    <a:pt x="6985" y="1247"/>
                    <a:pt x="5478" y="1"/>
                    <a:pt x="3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7"/>
            <p:cNvSpPr/>
            <p:nvPr/>
          </p:nvSpPr>
          <p:spPr>
            <a:xfrm>
              <a:off x="7236801" y="3869592"/>
              <a:ext cx="627358" cy="551776"/>
            </a:xfrm>
            <a:custGeom>
              <a:avLst/>
              <a:gdLst/>
              <a:ahLst/>
              <a:cxnLst/>
              <a:rect l="l" t="t" r="r" b="b"/>
              <a:pathLst>
                <a:path w="7877" h="6928" extrusionOk="0">
                  <a:moveTo>
                    <a:pt x="3939" y="1"/>
                  </a:moveTo>
                  <a:cubicBezTo>
                    <a:pt x="2845" y="1"/>
                    <a:pt x="1768" y="518"/>
                    <a:pt x="1095" y="1488"/>
                  </a:cubicBezTo>
                  <a:cubicBezTo>
                    <a:pt x="0" y="3055"/>
                    <a:pt x="390" y="5208"/>
                    <a:pt x="1958" y="6302"/>
                  </a:cubicBezTo>
                  <a:cubicBezTo>
                    <a:pt x="2562" y="6724"/>
                    <a:pt x="3255" y="6927"/>
                    <a:pt x="3941" y="6927"/>
                  </a:cubicBezTo>
                  <a:cubicBezTo>
                    <a:pt x="5034" y="6927"/>
                    <a:pt x="6109" y="6412"/>
                    <a:pt x="6782" y="5449"/>
                  </a:cubicBezTo>
                  <a:cubicBezTo>
                    <a:pt x="7876" y="3881"/>
                    <a:pt x="7487" y="1720"/>
                    <a:pt x="5919" y="625"/>
                  </a:cubicBezTo>
                  <a:cubicBezTo>
                    <a:pt x="5315" y="203"/>
                    <a:pt x="4624" y="1"/>
                    <a:pt x="39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7"/>
            <p:cNvSpPr/>
            <p:nvPr/>
          </p:nvSpPr>
          <p:spPr>
            <a:xfrm>
              <a:off x="7250102" y="3865769"/>
              <a:ext cx="588890" cy="561254"/>
            </a:xfrm>
            <a:custGeom>
              <a:avLst/>
              <a:gdLst/>
              <a:ahLst/>
              <a:cxnLst/>
              <a:rect l="l" t="t" r="r" b="b"/>
              <a:pathLst>
                <a:path w="7394" h="7047" extrusionOk="0">
                  <a:moveTo>
                    <a:pt x="3778" y="113"/>
                  </a:moveTo>
                  <a:cubicBezTo>
                    <a:pt x="5427" y="113"/>
                    <a:pt x="6874" y="1322"/>
                    <a:pt x="7134" y="3001"/>
                  </a:cubicBezTo>
                  <a:cubicBezTo>
                    <a:pt x="7273" y="3901"/>
                    <a:pt x="7051" y="4801"/>
                    <a:pt x="6513" y="5534"/>
                  </a:cubicBezTo>
                  <a:cubicBezTo>
                    <a:pt x="5975" y="6267"/>
                    <a:pt x="5186" y="6749"/>
                    <a:pt x="4286" y="6888"/>
                  </a:cubicBezTo>
                  <a:cubicBezTo>
                    <a:pt x="4111" y="6916"/>
                    <a:pt x="3936" y="6929"/>
                    <a:pt x="3764" y="6929"/>
                  </a:cubicBezTo>
                  <a:cubicBezTo>
                    <a:pt x="2114" y="6929"/>
                    <a:pt x="661" y="5720"/>
                    <a:pt x="409" y="4040"/>
                  </a:cubicBezTo>
                  <a:cubicBezTo>
                    <a:pt x="121" y="2185"/>
                    <a:pt x="1401" y="441"/>
                    <a:pt x="3256" y="153"/>
                  </a:cubicBezTo>
                  <a:cubicBezTo>
                    <a:pt x="3432" y="126"/>
                    <a:pt x="3606" y="113"/>
                    <a:pt x="3778" y="113"/>
                  </a:cubicBezTo>
                  <a:close/>
                  <a:moveTo>
                    <a:pt x="3777" y="1"/>
                  </a:moveTo>
                  <a:cubicBezTo>
                    <a:pt x="3599" y="1"/>
                    <a:pt x="3419" y="14"/>
                    <a:pt x="3238" y="42"/>
                  </a:cubicBezTo>
                  <a:cubicBezTo>
                    <a:pt x="1318" y="339"/>
                    <a:pt x="0" y="2139"/>
                    <a:pt x="288" y="4059"/>
                  </a:cubicBezTo>
                  <a:cubicBezTo>
                    <a:pt x="557" y="5794"/>
                    <a:pt x="2060" y="7046"/>
                    <a:pt x="3767" y="7046"/>
                  </a:cubicBezTo>
                  <a:cubicBezTo>
                    <a:pt x="3943" y="7046"/>
                    <a:pt x="4128" y="7027"/>
                    <a:pt x="4305" y="7000"/>
                  </a:cubicBezTo>
                  <a:cubicBezTo>
                    <a:pt x="5232" y="6861"/>
                    <a:pt x="6049" y="6360"/>
                    <a:pt x="6605" y="5608"/>
                  </a:cubicBezTo>
                  <a:cubicBezTo>
                    <a:pt x="7171" y="4847"/>
                    <a:pt x="7394" y="3920"/>
                    <a:pt x="7255" y="2983"/>
                  </a:cubicBezTo>
                  <a:cubicBezTo>
                    <a:pt x="6986" y="1252"/>
                    <a:pt x="5484" y="1"/>
                    <a:pt x="3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7"/>
            <p:cNvSpPr/>
            <p:nvPr/>
          </p:nvSpPr>
          <p:spPr>
            <a:xfrm>
              <a:off x="7643863" y="3925423"/>
              <a:ext cx="134599" cy="135077"/>
            </a:xfrm>
            <a:custGeom>
              <a:avLst/>
              <a:gdLst/>
              <a:ahLst/>
              <a:cxnLst/>
              <a:rect l="l" t="t" r="r" b="b"/>
              <a:pathLst>
                <a:path w="1690" h="1696" extrusionOk="0">
                  <a:moveTo>
                    <a:pt x="105" y="0"/>
                  </a:moveTo>
                  <a:cubicBezTo>
                    <a:pt x="71" y="0"/>
                    <a:pt x="42" y="19"/>
                    <a:pt x="29" y="54"/>
                  </a:cubicBezTo>
                  <a:cubicBezTo>
                    <a:pt x="1" y="100"/>
                    <a:pt x="19" y="147"/>
                    <a:pt x="66" y="165"/>
                  </a:cubicBezTo>
                  <a:cubicBezTo>
                    <a:pt x="715" y="471"/>
                    <a:pt x="1225" y="991"/>
                    <a:pt x="1513" y="1649"/>
                  </a:cubicBezTo>
                  <a:cubicBezTo>
                    <a:pt x="1531" y="1677"/>
                    <a:pt x="1559" y="1696"/>
                    <a:pt x="1596" y="1696"/>
                  </a:cubicBezTo>
                  <a:cubicBezTo>
                    <a:pt x="1606" y="1696"/>
                    <a:pt x="1615" y="1696"/>
                    <a:pt x="1624" y="1687"/>
                  </a:cubicBezTo>
                  <a:cubicBezTo>
                    <a:pt x="1671" y="1668"/>
                    <a:pt x="1689" y="1622"/>
                    <a:pt x="1671" y="1575"/>
                  </a:cubicBezTo>
                  <a:cubicBezTo>
                    <a:pt x="1365" y="879"/>
                    <a:pt x="826" y="332"/>
                    <a:pt x="140" y="7"/>
                  </a:cubicBezTo>
                  <a:cubicBezTo>
                    <a:pt x="128" y="3"/>
                    <a:pt x="116" y="0"/>
                    <a:pt x="1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7"/>
            <p:cNvSpPr/>
            <p:nvPr/>
          </p:nvSpPr>
          <p:spPr>
            <a:xfrm>
              <a:off x="7895061" y="4209673"/>
              <a:ext cx="304480" cy="38548"/>
            </a:xfrm>
            <a:custGeom>
              <a:avLst/>
              <a:gdLst/>
              <a:ahLst/>
              <a:cxnLst/>
              <a:rect l="l" t="t" r="r" b="b"/>
              <a:pathLst>
                <a:path w="3823" h="484" extrusionOk="0">
                  <a:moveTo>
                    <a:pt x="1" y="1"/>
                  </a:moveTo>
                  <a:lnTo>
                    <a:pt x="1" y="483"/>
                  </a:lnTo>
                  <a:lnTo>
                    <a:pt x="3823" y="483"/>
                  </a:lnTo>
                  <a:lnTo>
                    <a:pt x="38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7"/>
            <p:cNvSpPr/>
            <p:nvPr/>
          </p:nvSpPr>
          <p:spPr>
            <a:xfrm>
              <a:off x="7890681" y="4205293"/>
              <a:ext cx="314038" cy="48105"/>
            </a:xfrm>
            <a:custGeom>
              <a:avLst/>
              <a:gdLst/>
              <a:ahLst/>
              <a:cxnLst/>
              <a:rect l="l" t="t" r="r" b="b"/>
              <a:pathLst>
                <a:path w="3943" h="604" extrusionOk="0">
                  <a:moveTo>
                    <a:pt x="3822" y="111"/>
                  </a:moveTo>
                  <a:lnTo>
                    <a:pt x="3822" y="482"/>
                  </a:lnTo>
                  <a:lnTo>
                    <a:pt x="121" y="482"/>
                  </a:ln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47"/>
                  </a:lnTo>
                  <a:cubicBezTo>
                    <a:pt x="0" y="557"/>
                    <a:pt x="10" y="575"/>
                    <a:pt x="19" y="584"/>
                  </a:cubicBezTo>
                  <a:cubicBezTo>
                    <a:pt x="28" y="594"/>
                    <a:pt x="47" y="603"/>
                    <a:pt x="56" y="603"/>
                  </a:cubicBezTo>
                  <a:lnTo>
                    <a:pt x="3878" y="603"/>
                  </a:lnTo>
                  <a:cubicBezTo>
                    <a:pt x="3915" y="603"/>
                    <a:pt x="3943" y="575"/>
                    <a:pt x="3943" y="547"/>
                  </a:cubicBezTo>
                  <a:lnTo>
                    <a:pt x="3943" y="56"/>
                  </a:lnTo>
                  <a:cubicBezTo>
                    <a:pt x="3943" y="37"/>
                    <a:pt x="3934" y="19"/>
                    <a:pt x="3924" y="9"/>
                  </a:cubicBezTo>
                  <a:cubicBezTo>
                    <a:pt x="3915" y="0"/>
                    <a:pt x="389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7"/>
            <p:cNvSpPr/>
            <p:nvPr/>
          </p:nvSpPr>
          <p:spPr>
            <a:xfrm>
              <a:off x="7895061" y="4136560"/>
              <a:ext cx="175218" cy="25884"/>
            </a:xfrm>
            <a:custGeom>
              <a:avLst/>
              <a:gdLst/>
              <a:ahLst/>
              <a:cxnLst/>
              <a:rect l="l" t="t" r="r" b="b"/>
              <a:pathLst>
                <a:path w="2200" h="325" extrusionOk="0">
                  <a:moveTo>
                    <a:pt x="1" y="0"/>
                  </a:moveTo>
                  <a:lnTo>
                    <a:pt x="1" y="325"/>
                  </a:lnTo>
                  <a:lnTo>
                    <a:pt x="2199" y="325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7"/>
            <p:cNvSpPr/>
            <p:nvPr/>
          </p:nvSpPr>
          <p:spPr>
            <a:xfrm>
              <a:off x="7890681" y="4132100"/>
              <a:ext cx="184058" cy="34805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21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21"/>
                  </a:lnTo>
                  <a:close/>
                  <a:moveTo>
                    <a:pt x="56" y="1"/>
                  </a:moveTo>
                  <a:cubicBezTo>
                    <a:pt x="47" y="1"/>
                    <a:pt x="28" y="10"/>
                    <a:pt x="19" y="19"/>
                  </a:cubicBezTo>
                  <a:cubicBezTo>
                    <a:pt x="10" y="28"/>
                    <a:pt x="0" y="47"/>
                    <a:pt x="0" y="56"/>
                  </a:cubicBezTo>
                  <a:lnTo>
                    <a:pt x="0" y="381"/>
                  </a:lnTo>
                  <a:cubicBezTo>
                    <a:pt x="0" y="409"/>
                    <a:pt x="28" y="437"/>
                    <a:pt x="56" y="437"/>
                  </a:cubicBezTo>
                  <a:lnTo>
                    <a:pt x="2254" y="437"/>
                  </a:lnTo>
                  <a:cubicBezTo>
                    <a:pt x="2273" y="437"/>
                    <a:pt x="2282" y="427"/>
                    <a:pt x="2292" y="418"/>
                  </a:cubicBezTo>
                  <a:cubicBezTo>
                    <a:pt x="2310" y="409"/>
                    <a:pt x="2310" y="390"/>
                    <a:pt x="2310" y="381"/>
                  </a:cubicBezTo>
                  <a:lnTo>
                    <a:pt x="2310" y="56"/>
                  </a:lnTo>
                  <a:cubicBezTo>
                    <a:pt x="2310" y="28"/>
                    <a:pt x="2282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7"/>
            <p:cNvSpPr/>
            <p:nvPr/>
          </p:nvSpPr>
          <p:spPr>
            <a:xfrm>
              <a:off x="7895061" y="4064163"/>
              <a:ext cx="175218" cy="25168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7"/>
            <p:cNvSpPr/>
            <p:nvPr/>
          </p:nvSpPr>
          <p:spPr>
            <a:xfrm>
              <a:off x="7890681" y="4059703"/>
              <a:ext cx="184058" cy="34805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12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47" y="1"/>
                    <a:pt x="28" y="10"/>
                    <a:pt x="19" y="19"/>
                  </a:cubicBezTo>
                  <a:cubicBezTo>
                    <a:pt x="10" y="28"/>
                    <a:pt x="0" y="38"/>
                    <a:pt x="0" y="56"/>
                  </a:cubicBezTo>
                  <a:lnTo>
                    <a:pt x="0" y="372"/>
                  </a:lnTo>
                  <a:cubicBezTo>
                    <a:pt x="0" y="409"/>
                    <a:pt x="28" y="437"/>
                    <a:pt x="56" y="437"/>
                  </a:cubicBezTo>
                  <a:lnTo>
                    <a:pt x="2254" y="437"/>
                  </a:lnTo>
                  <a:cubicBezTo>
                    <a:pt x="2273" y="437"/>
                    <a:pt x="2282" y="427"/>
                    <a:pt x="2292" y="418"/>
                  </a:cubicBezTo>
                  <a:cubicBezTo>
                    <a:pt x="2310" y="409"/>
                    <a:pt x="2310" y="390"/>
                    <a:pt x="2310" y="372"/>
                  </a:cubicBezTo>
                  <a:lnTo>
                    <a:pt x="2310" y="56"/>
                  </a:lnTo>
                  <a:cubicBezTo>
                    <a:pt x="2310" y="28"/>
                    <a:pt x="2282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7"/>
            <p:cNvSpPr/>
            <p:nvPr/>
          </p:nvSpPr>
          <p:spPr>
            <a:xfrm>
              <a:off x="7475415" y="3969546"/>
              <a:ext cx="156023" cy="115325"/>
            </a:xfrm>
            <a:custGeom>
              <a:avLst/>
              <a:gdLst/>
              <a:ahLst/>
              <a:cxnLst/>
              <a:rect l="l" t="t" r="r" b="b"/>
              <a:pathLst>
                <a:path w="1959" h="1448" extrusionOk="0">
                  <a:moveTo>
                    <a:pt x="975" y="1"/>
                  </a:moveTo>
                  <a:cubicBezTo>
                    <a:pt x="437" y="1"/>
                    <a:pt x="1" y="437"/>
                    <a:pt x="1" y="975"/>
                  </a:cubicBezTo>
                  <a:lnTo>
                    <a:pt x="1" y="1448"/>
                  </a:lnTo>
                  <a:lnTo>
                    <a:pt x="353" y="1448"/>
                  </a:lnTo>
                  <a:lnTo>
                    <a:pt x="353" y="975"/>
                  </a:lnTo>
                  <a:cubicBezTo>
                    <a:pt x="353" y="632"/>
                    <a:pt x="641" y="353"/>
                    <a:pt x="984" y="353"/>
                  </a:cubicBezTo>
                  <a:cubicBezTo>
                    <a:pt x="1327" y="353"/>
                    <a:pt x="1606" y="632"/>
                    <a:pt x="1606" y="975"/>
                  </a:cubicBezTo>
                  <a:lnTo>
                    <a:pt x="1606" y="1448"/>
                  </a:lnTo>
                  <a:lnTo>
                    <a:pt x="1958" y="1448"/>
                  </a:lnTo>
                  <a:lnTo>
                    <a:pt x="1958" y="975"/>
                  </a:lnTo>
                  <a:cubicBezTo>
                    <a:pt x="1958" y="437"/>
                    <a:pt x="1513" y="1"/>
                    <a:pt x="9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7"/>
            <p:cNvSpPr/>
            <p:nvPr/>
          </p:nvSpPr>
          <p:spPr>
            <a:xfrm>
              <a:off x="7471035" y="3964369"/>
              <a:ext cx="164784" cy="125679"/>
            </a:xfrm>
            <a:custGeom>
              <a:avLst/>
              <a:gdLst/>
              <a:ahLst/>
              <a:cxnLst/>
              <a:rect l="l" t="t" r="r" b="b"/>
              <a:pathLst>
                <a:path w="2069" h="1578" extrusionOk="0">
                  <a:moveTo>
                    <a:pt x="1039" y="121"/>
                  </a:moveTo>
                  <a:cubicBezTo>
                    <a:pt x="1540" y="121"/>
                    <a:pt x="1948" y="530"/>
                    <a:pt x="1948" y="1040"/>
                  </a:cubicBezTo>
                  <a:lnTo>
                    <a:pt x="1948" y="1457"/>
                  </a:lnTo>
                  <a:lnTo>
                    <a:pt x="1716" y="1457"/>
                  </a:lnTo>
                  <a:lnTo>
                    <a:pt x="1716" y="1040"/>
                  </a:lnTo>
                  <a:cubicBezTo>
                    <a:pt x="1716" y="660"/>
                    <a:pt x="1410" y="353"/>
                    <a:pt x="1030" y="353"/>
                  </a:cubicBezTo>
                  <a:cubicBezTo>
                    <a:pt x="659" y="353"/>
                    <a:pt x="353" y="660"/>
                    <a:pt x="353" y="1040"/>
                  </a:cubicBezTo>
                  <a:lnTo>
                    <a:pt x="353" y="1457"/>
                  </a:lnTo>
                  <a:lnTo>
                    <a:pt x="121" y="1457"/>
                  </a:lnTo>
                  <a:lnTo>
                    <a:pt x="121" y="1040"/>
                  </a:lnTo>
                  <a:cubicBezTo>
                    <a:pt x="121" y="530"/>
                    <a:pt x="529" y="121"/>
                    <a:pt x="1039" y="121"/>
                  </a:cubicBezTo>
                  <a:close/>
                  <a:moveTo>
                    <a:pt x="1039" y="1"/>
                  </a:moveTo>
                  <a:cubicBezTo>
                    <a:pt x="464" y="1"/>
                    <a:pt x="0" y="465"/>
                    <a:pt x="0" y="1040"/>
                  </a:cubicBezTo>
                  <a:lnTo>
                    <a:pt x="0" y="1513"/>
                  </a:lnTo>
                  <a:cubicBezTo>
                    <a:pt x="0" y="1550"/>
                    <a:pt x="28" y="1578"/>
                    <a:pt x="65" y="1578"/>
                  </a:cubicBezTo>
                  <a:lnTo>
                    <a:pt x="418" y="1578"/>
                  </a:lnTo>
                  <a:cubicBezTo>
                    <a:pt x="445" y="1578"/>
                    <a:pt x="473" y="1550"/>
                    <a:pt x="473" y="1513"/>
                  </a:cubicBezTo>
                  <a:lnTo>
                    <a:pt x="473" y="1040"/>
                  </a:lnTo>
                  <a:cubicBezTo>
                    <a:pt x="473" y="724"/>
                    <a:pt x="724" y="474"/>
                    <a:pt x="1039" y="474"/>
                  </a:cubicBezTo>
                  <a:cubicBezTo>
                    <a:pt x="1345" y="474"/>
                    <a:pt x="1605" y="724"/>
                    <a:pt x="1605" y="1040"/>
                  </a:cubicBezTo>
                  <a:lnTo>
                    <a:pt x="1605" y="1513"/>
                  </a:lnTo>
                  <a:cubicBezTo>
                    <a:pt x="1605" y="1550"/>
                    <a:pt x="1624" y="1578"/>
                    <a:pt x="1661" y="1578"/>
                  </a:cubicBezTo>
                  <a:lnTo>
                    <a:pt x="2013" y="1578"/>
                  </a:lnTo>
                  <a:cubicBezTo>
                    <a:pt x="2041" y="1578"/>
                    <a:pt x="2069" y="1550"/>
                    <a:pt x="2069" y="1513"/>
                  </a:cubicBezTo>
                  <a:lnTo>
                    <a:pt x="2069" y="1040"/>
                  </a:lnTo>
                  <a:cubicBezTo>
                    <a:pt x="2069" y="465"/>
                    <a:pt x="1605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7"/>
            <p:cNvSpPr/>
            <p:nvPr/>
          </p:nvSpPr>
          <p:spPr>
            <a:xfrm>
              <a:off x="7437744" y="4085587"/>
              <a:ext cx="231367" cy="192899"/>
            </a:xfrm>
            <a:custGeom>
              <a:avLst/>
              <a:gdLst/>
              <a:ahLst/>
              <a:cxnLst/>
              <a:rect l="l" t="t" r="r" b="b"/>
              <a:pathLst>
                <a:path w="2905" h="2422" extrusionOk="0">
                  <a:moveTo>
                    <a:pt x="84" y="0"/>
                  </a:moveTo>
                  <a:cubicBezTo>
                    <a:pt x="38" y="0"/>
                    <a:pt x="10" y="37"/>
                    <a:pt x="10" y="74"/>
                  </a:cubicBezTo>
                  <a:lnTo>
                    <a:pt x="10" y="2347"/>
                  </a:lnTo>
                  <a:cubicBezTo>
                    <a:pt x="1" y="2384"/>
                    <a:pt x="38" y="2421"/>
                    <a:pt x="84" y="2421"/>
                  </a:cubicBezTo>
                  <a:lnTo>
                    <a:pt x="2821" y="2421"/>
                  </a:lnTo>
                  <a:cubicBezTo>
                    <a:pt x="2867" y="2421"/>
                    <a:pt x="2904" y="2384"/>
                    <a:pt x="2904" y="2347"/>
                  </a:cubicBezTo>
                  <a:lnTo>
                    <a:pt x="2904" y="74"/>
                  </a:lnTo>
                  <a:cubicBezTo>
                    <a:pt x="2904" y="37"/>
                    <a:pt x="2867" y="0"/>
                    <a:pt x="28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7"/>
            <p:cNvSpPr/>
            <p:nvPr/>
          </p:nvSpPr>
          <p:spPr>
            <a:xfrm>
              <a:off x="7433283" y="4080411"/>
              <a:ext cx="240207" cy="202536"/>
            </a:xfrm>
            <a:custGeom>
              <a:avLst/>
              <a:gdLst/>
              <a:ahLst/>
              <a:cxnLst/>
              <a:rect l="l" t="t" r="r" b="b"/>
              <a:pathLst>
                <a:path w="3016" h="2543" extrusionOk="0">
                  <a:moveTo>
                    <a:pt x="2877" y="121"/>
                  </a:moveTo>
                  <a:cubicBezTo>
                    <a:pt x="2895" y="121"/>
                    <a:pt x="2905" y="130"/>
                    <a:pt x="2905" y="139"/>
                  </a:cubicBezTo>
                  <a:lnTo>
                    <a:pt x="2905" y="2412"/>
                  </a:lnTo>
                  <a:cubicBezTo>
                    <a:pt x="2905" y="2421"/>
                    <a:pt x="2886" y="2431"/>
                    <a:pt x="2877" y="2431"/>
                  </a:cubicBezTo>
                  <a:lnTo>
                    <a:pt x="140" y="2431"/>
                  </a:lnTo>
                  <a:cubicBezTo>
                    <a:pt x="131" y="2431"/>
                    <a:pt x="122" y="2421"/>
                    <a:pt x="122" y="2412"/>
                  </a:cubicBezTo>
                  <a:lnTo>
                    <a:pt x="122" y="139"/>
                  </a:lnTo>
                  <a:cubicBezTo>
                    <a:pt x="122" y="130"/>
                    <a:pt x="131" y="121"/>
                    <a:pt x="140" y="12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2412"/>
                  </a:lnTo>
                  <a:cubicBezTo>
                    <a:pt x="1" y="2486"/>
                    <a:pt x="66" y="2542"/>
                    <a:pt x="140" y="2542"/>
                  </a:cubicBezTo>
                  <a:lnTo>
                    <a:pt x="2877" y="2542"/>
                  </a:lnTo>
                  <a:cubicBezTo>
                    <a:pt x="2951" y="2542"/>
                    <a:pt x="3016" y="2486"/>
                    <a:pt x="3016" y="2412"/>
                  </a:cubicBezTo>
                  <a:lnTo>
                    <a:pt x="3016" y="139"/>
                  </a:lnTo>
                  <a:cubicBezTo>
                    <a:pt x="3016" y="65"/>
                    <a:pt x="2951" y="0"/>
                    <a:pt x="2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7"/>
            <p:cNvSpPr/>
            <p:nvPr/>
          </p:nvSpPr>
          <p:spPr>
            <a:xfrm>
              <a:off x="7532361" y="4141737"/>
              <a:ext cx="42132" cy="80600"/>
            </a:xfrm>
            <a:custGeom>
              <a:avLst/>
              <a:gdLst/>
              <a:ahLst/>
              <a:cxnLst/>
              <a:rect l="l" t="t" r="r" b="b"/>
              <a:pathLst>
                <a:path w="529" h="1012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371"/>
                    <a:pt x="56" y="464"/>
                    <a:pt x="148" y="510"/>
                  </a:cubicBezTo>
                  <a:lnTo>
                    <a:pt x="37" y="900"/>
                  </a:lnTo>
                  <a:cubicBezTo>
                    <a:pt x="28" y="956"/>
                    <a:pt x="65" y="1011"/>
                    <a:pt x="121" y="1011"/>
                  </a:cubicBezTo>
                  <a:lnTo>
                    <a:pt x="427" y="1011"/>
                  </a:lnTo>
                  <a:cubicBezTo>
                    <a:pt x="482" y="1011"/>
                    <a:pt x="520" y="956"/>
                    <a:pt x="510" y="900"/>
                  </a:cubicBezTo>
                  <a:lnTo>
                    <a:pt x="390" y="501"/>
                  </a:lnTo>
                  <a:cubicBezTo>
                    <a:pt x="473" y="455"/>
                    <a:pt x="529" y="371"/>
                    <a:pt x="529" y="269"/>
                  </a:cubicBezTo>
                  <a:cubicBezTo>
                    <a:pt x="529" y="121"/>
                    <a:pt x="417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7"/>
            <p:cNvSpPr/>
            <p:nvPr/>
          </p:nvSpPr>
          <p:spPr>
            <a:xfrm>
              <a:off x="7527901" y="4137277"/>
              <a:ext cx="51769" cy="89520"/>
            </a:xfrm>
            <a:custGeom>
              <a:avLst/>
              <a:gdLst/>
              <a:ahLst/>
              <a:cxnLst/>
              <a:rect l="l" t="t" r="r" b="b"/>
              <a:pathLst>
                <a:path w="650" h="1124" extrusionOk="0">
                  <a:moveTo>
                    <a:pt x="325" y="121"/>
                  </a:moveTo>
                  <a:cubicBezTo>
                    <a:pt x="436" y="121"/>
                    <a:pt x="529" y="214"/>
                    <a:pt x="529" y="325"/>
                  </a:cubicBezTo>
                  <a:cubicBezTo>
                    <a:pt x="529" y="399"/>
                    <a:pt x="492" y="474"/>
                    <a:pt x="418" y="511"/>
                  </a:cubicBezTo>
                  <a:cubicBezTo>
                    <a:pt x="399" y="520"/>
                    <a:pt x="390" y="548"/>
                    <a:pt x="390" y="576"/>
                  </a:cubicBezTo>
                  <a:lnTo>
                    <a:pt x="511" y="975"/>
                  </a:lnTo>
                  <a:cubicBezTo>
                    <a:pt x="511" y="984"/>
                    <a:pt x="501" y="993"/>
                    <a:pt x="501" y="993"/>
                  </a:cubicBezTo>
                  <a:cubicBezTo>
                    <a:pt x="501" y="1002"/>
                    <a:pt x="492" y="1002"/>
                    <a:pt x="483" y="1002"/>
                  </a:cubicBezTo>
                  <a:lnTo>
                    <a:pt x="177" y="1002"/>
                  </a:lnTo>
                  <a:cubicBezTo>
                    <a:pt x="158" y="1002"/>
                    <a:pt x="158" y="1002"/>
                    <a:pt x="158" y="993"/>
                  </a:cubicBezTo>
                  <a:cubicBezTo>
                    <a:pt x="149" y="993"/>
                    <a:pt x="149" y="984"/>
                    <a:pt x="149" y="975"/>
                  </a:cubicBezTo>
                  <a:lnTo>
                    <a:pt x="260" y="576"/>
                  </a:lnTo>
                  <a:cubicBezTo>
                    <a:pt x="269" y="548"/>
                    <a:pt x="260" y="520"/>
                    <a:pt x="232" y="511"/>
                  </a:cubicBezTo>
                  <a:cubicBezTo>
                    <a:pt x="158" y="474"/>
                    <a:pt x="112" y="409"/>
                    <a:pt x="112" y="325"/>
                  </a:cubicBezTo>
                  <a:cubicBezTo>
                    <a:pt x="112" y="214"/>
                    <a:pt x="204" y="121"/>
                    <a:pt x="325" y="121"/>
                  </a:cubicBezTo>
                  <a:close/>
                  <a:moveTo>
                    <a:pt x="325" y="1"/>
                  </a:moveTo>
                  <a:cubicBezTo>
                    <a:pt x="140" y="1"/>
                    <a:pt x="0" y="149"/>
                    <a:pt x="0" y="325"/>
                  </a:cubicBezTo>
                  <a:cubicBezTo>
                    <a:pt x="0" y="427"/>
                    <a:pt x="47" y="529"/>
                    <a:pt x="140" y="594"/>
                  </a:cubicBezTo>
                  <a:lnTo>
                    <a:pt x="37" y="947"/>
                  </a:lnTo>
                  <a:cubicBezTo>
                    <a:pt x="28" y="984"/>
                    <a:pt x="28" y="1030"/>
                    <a:pt x="56" y="1067"/>
                  </a:cubicBezTo>
                  <a:cubicBezTo>
                    <a:pt x="84" y="1105"/>
                    <a:pt x="130" y="1123"/>
                    <a:pt x="167" y="1123"/>
                  </a:cubicBezTo>
                  <a:lnTo>
                    <a:pt x="483" y="1123"/>
                  </a:lnTo>
                  <a:cubicBezTo>
                    <a:pt x="529" y="1123"/>
                    <a:pt x="566" y="1105"/>
                    <a:pt x="594" y="1067"/>
                  </a:cubicBezTo>
                  <a:cubicBezTo>
                    <a:pt x="622" y="1030"/>
                    <a:pt x="631" y="984"/>
                    <a:pt x="613" y="947"/>
                  </a:cubicBezTo>
                  <a:lnTo>
                    <a:pt x="520" y="585"/>
                  </a:lnTo>
                  <a:cubicBezTo>
                    <a:pt x="594" y="520"/>
                    <a:pt x="650" y="427"/>
                    <a:pt x="650" y="325"/>
                  </a:cubicBezTo>
                  <a:cubicBezTo>
                    <a:pt x="650" y="140"/>
                    <a:pt x="501" y="1"/>
                    <a:pt x="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31"/>
          <p:cNvSpPr txBox="1">
            <a:spLocks noGrp="1"/>
          </p:cNvSpPr>
          <p:nvPr>
            <p:ph type="subTitle" idx="6"/>
          </p:nvPr>
        </p:nvSpPr>
        <p:spPr>
          <a:xfrm>
            <a:off x="2332872" y="2811782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Menú interactivo </a:t>
            </a:r>
            <a:endParaRPr dirty="0"/>
          </a:p>
        </p:txBody>
      </p:sp>
      <p:sp>
        <p:nvSpPr>
          <p:cNvPr id="1614" name="Google Shape;1614;p31"/>
          <p:cNvSpPr txBox="1">
            <a:spLocks noGrp="1"/>
          </p:cNvSpPr>
          <p:nvPr>
            <p:ph type="title"/>
          </p:nvPr>
        </p:nvSpPr>
        <p:spPr>
          <a:xfrm>
            <a:off x="716550" y="489764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Requerimientos técnicos del sistema</a:t>
            </a:r>
            <a:endParaRPr dirty="0"/>
          </a:p>
        </p:txBody>
      </p:sp>
      <p:sp>
        <p:nvSpPr>
          <p:cNvPr id="1615" name="Google Shape;1615;p31"/>
          <p:cNvSpPr txBox="1">
            <a:spLocks noGrp="1"/>
          </p:cNvSpPr>
          <p:nvPr>
            <p:ph type="subTitle" idx="1"/>
          </p:nvPr>
        </p:nvSpPr>
        <p:spPr>
          <a:xfrm>
            <a:off x="2335107" y="1482914"/>
            <a:ext cx="2848200" cy="12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Registrar los datos de los empleados en una lista de tuplas que incluye su nombre, número de documento y cargo.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Registro de asistencia con el día de la semana y la hora de llegada </a:t>
            </a:r>
            <a:endParaRPr dirty="0"/>
          </a:p>
        </p:txBody>
      </p:sp>
      <p:sp>
        <p:nvSpPr>
          <p:cNvPr id="1616" name="Google Shape;1616;p31"/>
          <p:cNvSpPr txBox="1">
            <a:spLocks noGrp="1"/>
          </p:cNvSpPr>
          <p:nvPr>
            <p:ph type="subTitle" idx="2"/>
          </p:nvPr>
        </p:nvSpPr>
        <p:spPr>
          <a:xfrm>
            <a:off x="5582700" y="1482914"/>
            <a:ext cx="3138262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i="1" dirty="0"/>
              <a:t>Hora de entrada oficial: 8:00 a.m.</a:t>
            </a:r>
            <a:endParaRPr lang="es-E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ES" dirty="0"/>
              <a:t>Si llega antes o a las 8:00: "Puntual"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ES" dirty="0"/>
              <a:t>Si llega después de las 8:00: "Tarde"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ES" dirty="0"/>
              <a:t>Si no registra: "Ausente"</a:t>
            </a:r>
          </a:p>
        </p:txBody>
      </p:sp>
      <p:sp>
        <p:nvSpPr>
          <p:cNvPr id="1617" name="Google Shape;1617;p31"/>
          <p:cNvSpPr txBox="1">
            <a:spLocks noGrp="1"/>
          </p:cNvSpPr>
          <p:nvPr>
            <p:ph type="subTitle" idx="3"/>
          </p:nvPr>
        </p:nvSpPr>
        <p:spPr>
          <a:xfrm>
            <a:off x="2360233" y="3047761"/>
            <a:ext cx="2906549" cy="1291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CO" dirty="0"/>
              <a:t>Registrar asistencia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CO" dirty="0"/>
              <a:t>Ver historial de asistencias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CO" dirty="0"/>
              <a:t>Calcular porcentaje de puntualidad por empleado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CO" dirty="0"/>
              <a:t>Generar informe semanal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s-CO" dirty="0"/>
              <a:t>Salir</a:t>
            </a:r>
            <a:endParaRPr dirty="0"/>
          </a:p>
        </p:txBody>
      </p:sp>
      <p:sp>
        <p:nvSpPr>
          <p:cNvPr id="1618" name="Google Shape;1618;p31"/>
          <p:cNvSpPr txBox="1">
            <a:spLocks noGrp="1"/>
          </p:cNvSpPr>
          <p:nvPr>
            <p:ph type="subTitle" idx="4"/>
          </p:nvPr>
        </p:nvSpPr>
        <p:spPr>
          <a:xfrm>
            <a:off x="5582700" y="3047761"/>
            <a:ext cx="2848200" cy="10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Puntualidad (%) = (días puntuales / días registrados) × 100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Total cumplimiento (%) = (días asistidos / 5 días) × 100</a:t>
            </a:r>
          </a:p>
        </p:txBody>
      </p:sp>
      <p:sp>
        <p:nvSpPr>
          <p:cNvPr id="1619" name="Google Shape;1619;p31"/>
          <p:cNvSpPr txBox="1">
            <a:spLocks noGrp="1"/>
          </p:cNvSpPr>
          <p:nvPr>
            <p:ph type="subTitle" idx="5"/>
          </p:nvPr>
        </p:nvSpPr>
        <p:spPr>
          <a:xfrm>
            <a:off x="2321753" y="1216566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Datos de empleados</a:t>
            </a:r>
          </a:p>
        </p:txBody>
      </p:sp>
      <p:sp>
        <p:nvSpPr>
          <p:cNvPr id="1620" name="Google Shape;1620;p31"/>
          <p:cNvSpPr txBox="1">
            <a:spLocks noGrp="1"/>
          </p:cNvSpPr>
          <p:nvPr>
            <p:ph type="subTitle" idx="7"/>
          </p:nvPr>
        </p:nvSpPr>
        <p:spPr>
          <a:xfrm>
            <a:off x="5582700" y="1227959"/>
            <a:ext cx="28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Reglas de asistencia</a:t>
            </a:r>
            <a:endParaRPr dirty="0"/>
          </a:p>
        </p:txBody>
      </p:sp>
      <p:sp>
        <p:nvSpPr>
          <p:cNvPr id="1621" name="Google Shape;1621;p31"/>
          <p:cNvSpPr txBox="1">
            <a:spLocks noGrp="1"/>
          </p:cNvSpPr>
          <p:nvPr>
            <p:ph type="subTitle" idx="8"/>
          </p:nvPr>
        </p:nvSpPr>
        <p:spPr>
          <a:xfrm>
            <a:off x="5584528" y="2827541"/>
            <a:ext cx="3204656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Fórmulas matemáticas </a:t>
            </a:r>
          </a:p>
        </p:txBody>
      </p:sp>
      <p:grpSp>
        <p:nvGrpSpPr>
          <p:cNvPr id="1622" name="Google Shape;1622;p31"/>
          <p:cNvGrpSpPr/>
          <p:nvPr/>
        </p:nvGrpSpPr>
        <p:grpSpPr>
          <a:xfrm>
            <a:off x="855410" y="1817615"/>
            <a:ext cx="1225000" cy="576722"/>
            <a:chOff x="835132" y="1750471"/>
            <a:chExt cx="1225000" cy="576722"/>
          </a:xfrm>
        </p:grpSpPr>
        <p:sp>
          <p:nvSpPr>
            <p:cNvPr id="1623" name="Google Shape;1623;p31"/>
            <p:cNvSpPr/>
            <p:nvPr/>
          </p:nvSpPr>
          <p:spPr>
            <a:xfrm>
              <a:off x="840244" y="1926561"/>
              <a:ext cx="300669" cy="37987"/>
            </a:xfrm>
            <a:custGeom>
              <a:avLst/>
              <a:gdLst/>
              <a:ahLst/>
              <a:cxnLst/>
              <a:rect l="l" t="t" r="r" b="b"/>
              <a:pathLst>
                <a:path w="3823" h="483" extrusionOk="0">
                  <a:moveTo>
                    <a:pt x="0" y="0"/>
                  </a:moveTo>
                  <a:lnTo>
                    <a:pt x="0" y="483"/>
                  </a:lnTo>
                  <a:lnTo>
                    <a:pt x="3822" y="483"/>
                  </a:lnTo>
                  <a:lnTo>
                    <a:pt x="3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1"/>
            <p:cNvSpPr/>
            <p:nvPr/>
          </p:nvSpPr>
          <p:spPr>
            <a:xfrm>
              <a:off x="835132" y="1921449"/>
              <a:ext cx="310107" cy="48211"/>
            </a:xfrm>
            <a:custGeom>
              <a:avLst/>
              <a:gdLst/>
              <a:ahLst/>
              <a:cxnLst/>
              <a:rect l="l" t="t" r="r" b="b"/>
              <a:pathLst>
                <a:path w="3943" h="613" extrusionOk="0">
                  <a:moveTo>
                    <a:pt x="3822" y="121"/>
                  </a:moveTo>
                  <a:lnTo>
                    <a:pt x="3822" y="492"/>
                  </a:lnTo>
                  <a:lnTo>
                    <a:pt x="121" y="492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48"/>
                  </a:lnTo>
                  <a:cubicBezTo>
                    <a:pt x="0" y="566"/>
                    <a:pt x="9" y="585"/>
                    <a:pt x="19" y="594"/>
                  </a:cubicBezTo>
                  <a:cubicBezTo>
                    <a:pt x="28" y="603"/>
                    <a:pt x="47" y="613"/>
                    <a:pt x="65" y="613"/>
                  </a:cubicBezTo>
                  <a:lnTo>
                    <a:pt x="3887" y="613"/>
                  </a:lnTo>
                  <a:cubicBezTo>
                    <a:pt x="3896" y="613"/>
                    <a:pt x="3915" y="603"/>
                    <a:pt x="3924" y="594"/>
                  </a:cubicBezTo>
                  <a:cubicBezTo>
                    <a:pt x="3933" y="585"/>
                    <a:pt x="3943" y="566"/>
                    <a:pt x="3943" y="548"/>
                  </a:cubicBezTo>
                  <a:lnTo>
                    <a:pt x="3943" y="65"/>
                  </a:lnTo>
                  <a:cubicBezTo>
                    <a:pt x="3943" y="28"/>
                    <a:pt x="3915" y="0"/>
                    <a:pt x="38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1"/>
            <p:cNvSpPr/>
            <p:nvPr/>
          </p:nvSpPr>
          <p:spPr>
            <a:xfrm>
              <a:off x="967887" y="2011892"/>
              <a:ext cx="172238" cy="24931"/>
            </a:xfrm>
            <a:custGeom>
              <a:avLst/>
              <a:gdLst/>
              <a:ahLst/>
              <a:cxnLst/>
              <a:rect l="l" t="t" r="r" b="b"/>
              <a:pathLst>
                <a:path w="2190" h="317" extrusionOk="0">
                  <a:moveTo>
                    <a:pt x="1" y="1"/>
                  </a:moveTo>
                  <a:lnTo>
                    <a:pt x="1" y="316"/>
                  </a:lnTo>
                  <a:lnTo>
                    <a:pt x="2190" y="316"/>
                  </a:lnTo>
                  <a:lnTo>
                    <a:pt x="219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1"/>
            <p:cNvSpPr/>
            <p:nvPr/>
          </p:nvSpPr>
          <p:spPr>
            <a:xfrm>
              <a:off x="963483" y="2006780"/>
              <a:ext cx="181754" cy="34369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0" y="121"/>
                  </a:moveTo>
                  <a:lnTo>
                    <a:pt x="2190" y="325"/>
                  </a:lnTo>
                  <a:lnTo>
                    <a:pt x="112" y="325"/>
                  </a:lnTo>
                  <a:lnTo>
                    <a:pt x="112" y="121"/>
                  </a:lnTo>
                  <a:close/>
                  <a:moveTo>
                    <a:pt x="57" y="1"/>
                  </a:moveTo>
                  <a:cubicBezTo>
                    <a:pt x="38" y="1"/>
                    <a:pt x="29" y="10"/>
                    <a:pt x="19" y="19"/>
                  </a:cubicBezTo>
                  <a:cubicBezTo>
                    <a:pt x="1" y="28"/>
                    <a:pt x="1" y="47"/>
                    <a:pt x="1" y="66"/>
                  </a:cubicBezTo>
                  <a:lnTo>
                    <a:pt x="1" y="381"/>
                  </a:lnTo>
                  <a:cubicBezTo>
                    <a:pt x="1" y="409"/>
                    <a:pt x="29" y="437"/>
                    <a:pt x="57" y="437"/>
                  </a:cubicBezTo>
                  <a:lnTo>
                    <a:pt x="2255" y="437"/>
                  </a:lnTo>
                  <a:cubicBezTo>
                    <a:pt x="2264" y="437"/>
                    <a:pt x="2283" y="427"/>
                    <a:pt x="2292" y="418"/>
                  </a:cubicBezTo>
                  <a:cubicBezTo>
                    <a:pt x="2301" y="409"/>
                    <a:pt x="2311" y="390"/>
                    <a:pt x="2311" y="381"/>
                  </a:cubicBezTo>
                  <a:lnTo>
                    <a:pt x="2311" y="66"/>
                  </a:lnTo>
                  <a:cubicBezTo>
                    <a:pt x="2311" y="28"/>
                    <a:pt x="2283" y="1"/>
                    <a:pt x="2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1"/>
            <p:cNvSpPr/>
            <p:nvPr/>
          </p:nvSpPr>
          <p:spPr>
            <a:xfrm>
              <a:off x="967887" y="2083382"/>
              <a:ext cx="172238" cy="24931"/>
            </a:xfrm>
            <a:custGeom>
              <a:avLst/>
              <a:gdLst/>
              <a:ahLst/>
              <a:cxnLst/>
              <a:rect l="l" t="t" r="r" b="b"/>
              <a:pathLst>
                <a:path w="2190" h="317" extrusionOk="0">
                  <a:moveTo>
                    <a:pt x="1" y="1"/>
                  </a:moveTo>
                  <a:lnTo>
                    <a:pt x="1" y="316"/>
                  </a:lnTo>
                  <a:lnTo>
                    <a:pt x="2190" y="316"/>
                  </a:lnTo>
                  <a:lnTo>
                    <a:pt x="219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1"/>
            <p:cNvSpPr/>
            <p:nvPr/>
          </p:nvSpPr>
          <p:spPr>
            <a:xfrm>
              <a:off x="963483" y="2079057"/>
              <a:ext cx="181754" cy="34369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0" y="111"/>
                  </a:moveTo>
                  <a:lnTo>
                    <a:pt x="2190" y="315"/>
                  </a:lnTo>
                  <a:lnTo>
                    <a:pt x="112" y="315"/>
                  </a:lnTo>
                  <a:lnTo>
                    <a:pt x="112" y="111"/>
                  </a:lnTo>
                  <a:close/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371"/>
                  </a:lnTo>
                  <a:cubicBezTo>
                    <a:pt x="1" y="390"/>
                    <a:pt x="10" y="408"/>
                    <a:pt x="19" y="418"/>
                  </a:cubicBezTo>
                  <a:cubicBezTo>
                    <a:pt x="29" y="427"/>
                    <a:pt x="38" y="436"/>
                    <a:pt x="57" y="436"/>
                  </a:cubicBezTo>
                  <a:lnTo>
                    <a:pt x="2255" y="436"/>
                  </a:lnTo>
                  <a:cubicBezTo>
                    <a:pt x="2283" y="436"/>
                    <a:pt x="2311" y="408"/>
                    <a:pt x="2311" y="371"/>
                  </a:cubicBezTo>
                  <a:lnTo>
                    <a:pt x="2311" y="56"/>
                  </a:lnTo>
                  <a:cubicBezTo>
                    <a:pt x="2311" y="37"/>
                    <a:pt x="2301" y="28"/>
                    <a:pt x="2292" y="19"/>
                  </a:cubicBezTo>
                  <a:cubicBezTo>
                    <a:pt x="2283" y="0"/>
                    <a:pt x="2264" y="0"/>
                    <a:pt x="2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1"/>
            <p:cNvSpPr/>
            <p:nvPr/>
          </p:nvSpPr>
          <p:spPr>
            <a:xfrm>
              <a:off x="1724468" y="2138277"/>
              <a:ext cx="302164" cy="134880"/>
            </a:xfrm>
            <a:custGeom>
              <a:avLst/>
              <a:gdLst/>
              <a:ahLst/>
              <a:cxnLst/>
              <a:rect l="l" t="t" r="r" b="b"/>
              <a:pathLst>
                <a:path w="3842" h="1715" extrusionOk="0">
                  <a:moveTo>
                    <a:pt x="69" y="0"/>
                  </a:moveTo>
                  <a:cubicBezTo>
                    <a:pt x="47" y="0"/>
                    <a:pt x="26" y="16"/>
                    <a:pt x="19" y="36"/>
                  </a:cubicBezTo>
                  <a:cubicBezTo>
                    <a:pt x="0" y="63"/>
                    <a:pt x="19" y="101"/>
                    <a:pt x="47" y="110"/>
                  </a:cubicBezTo>
                  <a:lnTo>
                    <a:pt x="3758" y="1705"/>
                  </a:lnTo>
                  <a:cubicBezTo>
                    <a:pt x="3758" y="1715"/>
                    <a:pt x="3767" y="1715"/>
                    <a:pt x="3776" y="1715"/>
                  </a:cubicBezTo>
                  <a:cubicBezTo>
                    <a:pt x="3804" y="1715"/>
                    <a:pt x="3822" y="1696"/>
                    <a:pt x="3832" y="1678"/>
                  </a:cubicBezTo>
                  <a:cubicBezTo>
                    <a:pt x="3841" y="1650"/>
                    <a:pt x="3832" y="1613"/>
                    <a:pt x="3804" y="1603"/>
                  </a:cubicBezTo>
                  <a:lnTo>
                    <a:pt x="93" y="8"/>
                  </a:lnTo>
                  <a:cubicBezTo>
                    <a:pt x="85" y="3"/>
                    <a:pt x="77" y="0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1"/>
            <p:cNvSpPr/>
            <p:nvPr/>
          </p:nvSpPr>
          <p:spPr>
            <a:xfrm>
              <a:off x="2007517" y="2249012"/>
              <a:ext cx="47503" cy="47503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437" y="1"/>
                  </a:moveTo>
                  <a:lnTo>
                    <a:pt x="1" y="158"/>
                  </a:lnTo>
                  <a:lnTo>
                    <a:pt x="159" y="603"/>
                  </a:lnTo>
                  <a:lnTo>
                    <a:pt x="604" y="446"/>
                  </a:lnTo>
                  <a:lnTo>
                    <a:pt x="4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1"/>
            <p:cNvSpPr/>
            <p:nvPr/>
          </p:nvSpPr>
          <p:spPr>
            <a:xfrm>
              <a:off x="2002405" y="2244844"/>
              <a:ext cx="57727" cy="56783"/>
            </a:xfrm>
            <a:custGeom>
              <a:avLst/>
              <a:gdLst/>
              <a:ahLst/>
              <a:cxnLst/>
              <a:rect l="l" t="t" r="r" b="b"/>
              <a:pathLst>
                <a:path w="734" h="722" extrusionOk="0">
                  <a:moveTo>
                    <a:pt x="474" y="137"/>
                  </a:moveTo>
                  <a:lnTo>
                    <a:pt x="595" y="471"/>
                  </a:lnTo>
                  <a:lnTo>
                    <a:pt x="261" y="592"/>
                  </a:lnTo>
                  <a:lnTo>
                    <a:pt x="140" y="258"/>
                  </a:lnTo>
                  <a:lnTo>
                    <a:pt x="474" y="137"/>
                  </a:lnTo>
                  <a:close/>
                  <a:moveTo>
                    <a:pt x="510" y="0"/>
                  </a:moveTo>
                  <a:cubicBezTo>
                    <a:pt x="502" y="0"/>
                    <a:pt x="493" y="2"/>
                    <a:pt x="483" y="7"/>
                  </a:cubicBezTo>
                  <a:lnTo>
                    <a:pt x="47" y="165"/>
                  </a:lnTo>
                  <a:cubicBezTo>
                    <a:pt x="29" y="174"/>
                    <a:pt x="19" y="183"/>
                    <a:pt x="10" y="193"/>
                  </a:cubicBezTo>
                  <a:cubicBezTo>
                    <a:pt x="1" y="211"/>
                    <a:pt x="1" y="230"/>
                    <a:pt x="10" y="239"/>
                  </a:cubicBezTo>
                  <a:lnTo>
                    <a:pt x="168" y="684"/>
                  </a:lnTo>
                  <a:cubicBezTo>
                    <a:pt x="177" y="703"/>
                    <a:pt x="205" y="721"/>
                    <a:pt x="224" y="721"/>
                  </a:cubicBezTo>
                  <a:lnTo>
                    <a:pt x="242" y="721"/>
                  </a:lnTo>
                  <a:lnTo>
                    <a:pt x="687" y="554"/>
                  </a:lnTo>
                  <a:cubicBezTo>
                    <a:pt x="715" y="545"/>
                    <a:pt x="734" y="508"/>
                    <a:pt x="724" y="480"/>
                  </a:cubicBezTo>
                  <a:lnTo>
                    <a:pt x="567" y="35"/>
                  </a:lnTo>
                  <a:cubicBezTo>
                    <a:pt x="557" y="26"/>
                    <a:pt x="548" y="16"/>
                    <a:pt x="530" y="7"/>
                  </a:cubicBezTo>
                  <a:cubicBezTo>
                    <a:pt x="525" y="2"/>
                    <a:pt x="518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1"/>
            <p:cNvSpPr/>
            <p:nvPr/>
          </p:nvSpPr>
          <p:spPr>
            <a:xfrm>
              <a:off x="1161987" y="1777525"/>
              <a:ext cx="583722" cy="544791"/>
            </a:xfrm>
            <a:custGeom>
              <a:avLst/>
              <a:gdLst/>
              <a:ahLst/>
              <a:cxnLst/>
              <a:rect l="l" t="t" r="r" b="b"/>
              <a:pathLst>
                <a:path w="7422" h="6927" extrusionOk="0">
                  <a:moveTo>
                    <a:pt x="3708" y="0"/>
                  </a:moveTo>
                  <a:cubicBezTo>
                    <a:pt x="3534" y="0"/>
                    <a:pt x="3359" y="13"/>
                    <a:pt x="3182" y="40"/>
                  </a:cubicBezTo>
                  <a:cubicBezTo>
                    <a:pt x="1290" y="327"/>
                    <a:pt x="0" y="2099"/>
                    <a:pt x="288" y="3992"/>
                  </a:cubicBezTo>
                  <a:cubicBezTo>
                    <a:pt x="548" y="5706"/>
                    <a:pt x="2027" y="6926"/>
                    <a:pt x="3704" y="6926"/>
                  </a:cubicBezTo>
                  <a:cubicBezTo>
                    <a:pt x="3878" y="6926"/>
                    <a:pt x="4053" y="6913"/>
                    <a:pt x="4230" y="6886"/>
                  </a:cubicBezTo>
                  <a:cubicBezTo>
                    <a:pt x="6123" y="6598"/>
                    <a:pt x="7421" y="4827"/>
                    <a:pt x="7134" y="2943"/>
                  </a:cubicBezTo>
                  <a:cubicBezTo>
                    <a:pt x="6873" y="1228"/>
                    <a:pt x="5392" y="0"/>
                    <a:pt x="3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1"/>
            <p:cNvSpPr/>
            <p:nvPr/>
          </p:nvSpPr>
          <p:spPr>
            <a:xfrm>
              <a:off x="1168515" y="1772964"/>
              <a:ext cx="582306" cy="554229"/>
            </a:xfrm>
            <a:custGeom>
              <a:avLst/>
              <a:gdLst/>
              <a:ahLst/>
              <a:cxnLst/>
              <a:rect l="l" t="t" r="r" b="b"/>
              <a:pathLst>
                <a:path w="7404" h="7047" extrusionOk="0">
                  <a:moveTo>
                    <a:pt x="3628" y="116"/>
                  </a:moveTo>
                  <a:cubicBezTo>
                    <a:pt x="5279" y="116"/>
                    <a:pt x="6736" y="1322"/>
                    <a:pt x="6995" y="3001"/>
                  </a:cubicBezTo>
                  <a:cubicBezTo>
                    <a:pt x="7274" y="4857"/>
                    <a:pt x="6003" y="6601"/>
                    <a:pt x="4147" y="6888"/>
                  </a:cubicBezTo>
                  <a:cubicBezTo>
                    <a:pt x="3971" y="6916"/>
                    <a:pt x="3796" y="6929"/>
                    <a:pt x="3623" y="6929"/>
                  </a:cubicBezTo>
                  <a:cubicBezTo>
                    <a:pt x="1968" y="6929"/>
                    <a:pt x="521" y="5720"/>
                    <a:pt x="260" y="4040"/>
                  </a:cubicBezTo>
                  <a:cubicBezTo>
                    <a:pt x="121" y="3141"/>
                    <a:pt x="344" y="2241"/>
                    <a:pt x="882" y="1508"/>
                  </a:cubicBezTo>
                  <a:cubicBezTo>
                    <a:pt x="1420" y="775"/>
                    <a:pt x="2208" y="293"/>
                    <a:pt x="3108" y="154"/>
                  </a:cubicBezTo>
                  <a:cubicBezTo>
                    <a:pt x="3285" y="126"/>
                    <a:pt x="3461" y="116"/>
                    <a:pt x="3628" y="116"/>
                  </a:cubicBezTo>
                  <a:close/>
                  <a:moveTo>
                    <a:pt x="3628" y="1"/>
                  </a:moveTo>
                  <a:cubicBezTo>
                    <a:pt x="3451" y="1"/>
                    <a:pt x="3271" y="14"/>
                    <a:pt x="3090" y="42"/>
                  </a:cubicBezTo>
                  <a:cubicBezTo>
                    <a:pt x="2162" y="181"/>
                    <a:pt x="1346" y="682"/>
                    <a:pt x="789" y="1443"/>
                  </a:cubicBezTo>
                  <a:cubicBezTo>
                    <a:pt x="233" y="2194"/>
                    <a:pt x="1" y="3131"/>
                    <a:pt x="149" y="4059"/>
                  </a:cubicBezTo>
                  <a:cubicBezTo>
                    <a:pt x="409" y="5794"/>
                    <a:pt x="1912" y="7046"/>
                    <a:pt x="3628" y="7046"/>
                  </a:cubicBezTo>
                  <a:cubicBezTo>
                    <a:pt x="3804" y="7046"/>
                    <a:pt x="3980" y="7028"/>
                    <a:pt x="4157" y="7000"/>
                  </a:cubicBezTo>
                  <a:cubicBezTo>
                    <a:pt x="6077" y="6712"/>
                    <a:pt x="7403" y="4912"/>
                    <a:pt x="7107" y="2992"/>
                  </a:cubicBezTo>
                  <a:cubicBezTo>
                    <a:pt x="6838" y="1253"/>
                    <a:pt x="5336" y="1"/>
                    <a:pt x="3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1"/>
            <p:cNvSpPr/>
            <p:nvPr/>
          </p:nvSpPr>
          <p:spPr>
            <a:xfrm>
              <a:off x="1170717" y="1754875"/>
              <a:ext cx="620214" cy="545027"/>
            </a:xfrm>
            <a:custGeom>
              <a:avLst/>
              <a:gdLst/>
              <a:ahLst/>
              <a:cxnLst/>
              <a:rect l="l" t="t" r="r" b="b"/>
              <a:pathLst>
                <a:path w="7886" h="6930" extrusionOk="0">
                  <a:moveTo>
                    <a:pt x="3951" y="0"/>
                  </a:moveTo>
                  <a:cubicBezTo>
                    <a:pt x="2835" y="0"/>
                    <a:pt x="1737" y="541"/>
                    <a:pt x="1067" y="1543"/>
                  </a:cubicBezTo>
                  <a:cubicBezTo>
                    <a:pt x="0" y="3129"/>
                    <a:pt x="427" y="5282"/>
                    <a:pt x="2014" y="6348"/>
                  </a:cubicBezTo>
                  <a:cubicBezTo>
                    <a:pt x="2606" y="6741"/>
                    <a:pt x="3275" y="6929"/>
                    <a:pt x="3937" y="6929"/>
                  </a:cubicBezTo>
                  <a:cubicBezTo>
                    <a:pt x="5057" y="6929"/>
                    <a:pt x="6154" y="6390"/>
                    <a:pt x="6819" y="5393"/>
                  </a:cubicBezTo>
                  <a:cubicBezTo>
                    <a:pt x="7886" y="3807"/>
                    <a:pt x="7459" y="1654"/>
                    <a:pt x="5873" y="588"/>
                  </a:cubicBezTo>
                  <a:cubicBezTo>
                    <a:pt x="5282" y="191"/>
                    <a:pt x="4613" y="0"/>
                    <a:pt x="39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1"/>
            <p:cNvSpPr/>
            <p:nvPr/>
          </p:nvSpPr>
          <p:spPr>
            <a:xfrm>
              <a:off x="1184559" y="1750471"/>
              <a:ext cx="593238" cy="554072"/>
            </a:xfrm>
            <a:custGeom>
              <a:avLst/>
              <a:gdLst/>
              <a:ahLst/>
              <a:cxnLst/>
              <a:rect l="l" t="t" r="r" b="b"/>
              <a:pathLst>
                <a:path w="7543" h="7045" extrusionOk="0">
                  <a:moveTo>
                    <a:pt x="3776" y="115"/>
                  </a:moveTo>
                  <a:cubicBezTo>
                    <a:pt x="4500" y="115"/>
                    <a:pt x="5196" y="347"/>
                    <a:pt x="5789" y="774"/>
                  </a:cubicBezTo>
                  <a:cubicBezTo>
                    <a:pt x="6522" y="1312"/>
                    <a:pt x="6995" y="2109"/>
                    <a:pt x="7134" y="3009"/>
                  </a:cubicBezTo>
                  <a:cubicBezTo>
                    <a:pt x="7422" y="4865"/>
                    <a:pt x="6142" y="6599"/>
                    <a:pt x="4287" y="6887"/>
                  </a:cubicBezTo>
                  <a:cubicBezTo>
                    <a:pt x="4111" y="6914"/>
                    <a:pt x="3936" y="6927"/>
                    <a:pt x="3762" y="6927"/>
                  </a:cubicBezTo>
                  <a:cubicBezTo>
                    <a:pt x="3043" y="6927"/>
                    <a:pt x="2344" y="6699"/>
                    <a:pt x="1754" y="6265"/>
                  </a:cubicBezTo>
                  <a:cubicBezTo>
                    <a:pt x="1021" y="5727"/>
                    <a:pt x="548" y="4939"/>
                    <a:pt x="409" y="4039"/>
                  </a:cubicBezTo>
                  <a:cubicBezTo>
                    <a:pt x="121" y="2184"/>
                    <a:pt x="1401" y="440"/>
                    <a:pt x="3257" y="161"/>
                  </a:cubicBezTo>
                  <a:cubicBezTo>
                    <a:pt x="3433" y="133"/>
                    <a:pt x="3609" y="115"/>
                    <a:pt x="3776" y="115"/>
                  </a:cubicBezTo>
                  <a:close/>
                  <a:moveTo>
                    <a:pt x="3776" y="0"/>
                  </a:moveTo>
                  <a:cubicBezTo>
                    <a:pt x="3598" y="0"/>
                    <a:pt x="3418" y="14"/>
                    <a:pt x="3238" y="41"/>
                  </a:cubicBezTo>
                  <a:cubicBezTo>
                    <a:pt x="1318" y="338"/>
                    <a:pt x="1" y="2137"/>
                    <a:pt x="288" y="4057"/>
                  </a:cubicBezTo>
                  <a:cubicBezTo>
                    <a:pt x="437" y="4985"/>
                    <a:pt x="928" y="5801"/>
                    <a:pt x="1689" y="6358"/>
                  </a:cubicBezTo>
                  <a:cubicBezTo>
                    <a:pt x="2301" y="6813"/>
                    <a:pt x="3025" y="7045"/>
                    <a:pt x="3767" y="7045"/>
                  </a:cubicBezTo>
                  <a:cubicBezTo>
                    <a:pt x="3943" y="7045"/>
                    <a:pt x="4129" y="7035"/>
                    <a:pt x="4305" y="6998"/>
                  </a:cubicBezTo>
                  <a:cubicBezTo>
                    <a:pt x="6225" y="6711"/>
                    <a:pt x="7543" y="4911"/>
                    <a:pt x="7255" y="2991"/>
                  </a:cubicBezTo>
                  <a:cubicBezTo>
                    <a:pt x="7107" y="2054"/>
                    <a:pt x="6615" y="1237"/>
                    <a:pt x="5854" y="681"/>
                  </a:cubicBezTo>
                  <a:cubicBezTo>
                    <a:pt x="5241" y="232"/>
                    <a:pt x="4519" y="0"/>
                    <a:pt x="3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1"/>
            <p:cNvSpPr/>
            <p:nvPr/>
          </p:nvSpPr>
          <p:spPr>
            <a:xfrm>
              <a:off x="1571972" y="1801985"/>
              <a:ext cx="132836" cy="133386"/>
            </a:xfrm>
            <a:custGeom>
              <a:avLst/>
              <a:gdLst/>
              <a:ahLst/>
              <a:cxnLst/>
              <a:rect l="l" t="t" r="r" b="b"/>
              <a:pathLst>
                <a:path w="1689" h="1696" extrusionOk="0">
                  <a:moveTo>
                    <a:pt x="99" y="0"/>
                  </a:moveTo>
                  <a:cubicBezTo>
                    <a:pt x="67" y="0"/>
                    <a:pt x="33" y="19"/>
                    <a:pt x="19" y="54"/>
                  </a:cubicBezTo>
                  <a:cubicBezTo>
                    <a:pt x="1" y="91"/>
                    <a:pt x="19" y="146"/>
                    <a:pt x="56" y="165"/>
                  </a:cubicBezTo>
                  <a:cubicBezTo>
                    <a:pt x="706" y="462"/>
                    <a:pt x="1216" y="991"/>
                    <a:pt x="1503" y="1640"/>
                  </a:cubicBezTo>
                  <a:cubicBezTo>
                    <a:pt x="1522" y="1677"/>
                    <a:pt x="1550" y="1696"/>
                    <a:pt x="1587" y="1696"/>
                  </a:cubicBezTo>
                  <a:cubicBezTo>
                    <a:pt x="1596" y="1696"/>
                    <a:pt x="1615" y="1696"/>
                    <a:pt x="1624" y="1686"/>
                  </a:cubicBezTo>
                  <a:cubicBezTo>
                    <a:pt x="1670" y="1668"/>
                    <a:pt x="1689" y="1612"/>
                    <a:pt x="1670" y="1575"/>
                  </a:cubicBezTo>
                  <a:cubicBezTo>
                    <a:pt x="1364" y="879"/>
                    <a:pt x="817" y="323"/>
                    <a:pt x="131" y="7"/>
                  </a:cubicBezTo>
                  <a:cubicBezTo>
                    <a:pt x="121" y="2"/>
                    <a:pt x="110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1"/>
            <p:cNvSpPr/>
            <p:nvPr/>
          </p:nvSpPr>
          <p:spPr>
            <a:xfrm>
              <a:off x="1333437" y="1933088"/>
              <a:ext cx="144475" cy="248133"/>
            </a:xfrm>
            <a:custGeom>
              <a:avLst/>
              <a:gdLst/>
              <a:ahLst/>
              <a:cxnLst/>
              <a:rect l="l" t="t" r="r" b="b"/>
              <a:pathLst>
                <a:path w="1837" h="3155" extrusionOk="0">
                  <a:moveTo>
                    <a:pt x="0" y="1"/>
                  </a:moveTo>
                  <a:lnTo>
                    <a:pt x="0" y="2440"/>
                  </a:lnTo>
                  <a:lnTo>
                    <a:pt x="1837" y="3155"/>
                  </a:lnTo>
                  <a:lnTo>
                    <a:pt x="1837" y="75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1"/>
            <p:cNvSpPr/>
            <p:nvPr/>
          </p:nvSpPr>
          <p:spPr>
            <a:xfrm>
              <a:off x="1329033" y="1928763"/>
              <a:ext cx="153992" cy="256863"/>
            </a:xfrm>
            <a:custGeom>
              <a:avLst/>
              <a:gdLst/>
              <a:ahLst/>
              <a:cxnLst/>
              <a:rect l="l" t="t" r="r" b="b"/>
              <a:pathLst>
                <a:path w="1958" h="3266" extrusionOk="0">
                  <a:moveTo>
                    <a:pt x="112" y="139"/>
                  </a:moveTo>
                  <a:lnTo>
                    <a:pt x="1837" y="844"/>
                  </a:lnTo>
                  <a:lnTo>
                    <a:pt x="1837" y="3117"/>
                  </a:lnTo>
                  <a:lnTo>
                    <a:pt x="112" y="2458"/>
                  </a:lnTo>
                  <a:lnTo>
                    <a:pt x="112" y="139"/>
                  </a:lnTo>
                  <a:close/>
                  <a:moveTo>
                    <a:pt x="75" y="0"/>
                  </a:moveTo>
                  <a:cubicBezTo>
                    <a:pt x="56" y="0"/>
                    <a:pt x="38" y="0"/>
                    <a:pt x="28" y="9"/>
                  </a:cubicBezTo>
                  <a:cubicBezTo>
                    <a:pt x="10" y="19"/>
                    <a:pt x="1" y="37"/>
                    <a:pt x="1" y="56"/>
                  </a:cubicBezTo>
                  <a:lnTo>
                    <a:pt x="1" y="2495"/>
                  </a:lnTo>
                  <a:cubicBezTo>
                    <a:pt x="1" y="2523"/>
                    <a:pt x="10" y="2551"/>
                    <a:pt x="38" y="2551"/>
                  </a:cubicBezTo>
                  <a:lnTo>
                    <a:pt x="1874" y="3256"/>
                  </a:lnTo>
                  <a:cubicBezTo>
                    <a:pt x="1884" y="3265"/>
                    <a:pt x="1893" y="3265"/>
                    <a:pt x="1902" y="3265"/>
                  </a:cubicBezTo>
                  <a:cubicBezTo>
                    <a:pt x="1912" y="3265"/>
                    <a:pt x="1921" y="3256"/>
                    <a:pt x="1930" y="3256"/>
                  </a:cubicBezTo>
                  <a:cubicBezTo>
                    <a:pt x="1949" y="3247"/>
                    <a:pt x="1958" y="3228"/>
                    <a:pt x="1958" y="3210"/>
                  </a:cubicBezTo>
                  <a:lnTo>
                    <a:pt x="1958" y="807"/>
                  </a:lnTo>
                  <a:cubicBezTo>
                    <a:pt x="1958" y="779"/>
                    <a:pt x="1939" y="761"/>
                    <a:pt x="1921" y="751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1"/>
            <p:cNvSpPr/>
            <p:nvPr/>
          </p:nvSpPr>
          <p:spPr>
            <a:xfrm>
              <a:off x="1477832" y="1933088"/>
              <a:ext cx="145262" cy="248133"/>
            </a:xfrm>
            <a:custGeom>
              <a:avLst/>
              <a:gdLst/>
              <a:ahLst/>
              <a:cxnLst/>
              <a:rect l="l" t="t" r="r" b="b"/>
              <a:pathLst>
                <a:path w="1847" h="3155" extrusionOk="0">
                  <a:moveTo>
                    <a:pt x="1847" y="1"/>
                  </a:moveTo>
                  <a:lnTo>
                    <a:pt x="1" y="752"/>
                  </a:lnTo>
                  <a:lnTo>
                    <a:pt x="1" y="3155"/>
                  </a:lnTo>
                  <a:lnTo>
                    <a:pt x="1847" y="2440"/>
                  </a:lnTo>
                  <a:lnTo>
                    <a:pt x="18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1"/>
            <p:cNvSpPr/>
            <p:nvPr/>
          </p:nvSpPr>
          <p:spPr>
            <a:xfrm>
              <a:off x="1473507" y="1928763"/>
              <a:ext cx="153992" cy="256863"/>
            </a:xfrm>
            <a:custGeom>
              <a:avLst/>
              <a:gdLst/>
              <a:ahLst/>
              <a:cxnLst/>
              <a:rect l="l" t="t" r="r" b="b"/>
              <a:pathLst>
                <a:path w="1958" h="3266" extrusionOk="0">
                  <a:moveTo>
                    <a:pt x="1846" y="139"/>
                  </a:moveTo>
                  <a:lnTo>
                    <a:pt x="1846" y="2458"/>
                  </a:lnTo>
                  <a:lnTo>
                    <a:pt x="121" y="3117"/>
                  </a:lnTo>
                  <a:lnTo>
                    <a:pt x="121" y="844"/>
                  </a:lnTo>
                  <a:lnTo>
                    <a:pt x="1846" y="139"/>
                  </a:lnTo>
                  <a:close/>
                  <a:moveTo>
                    <a:pt x="1883" y="0"/>
                  </a:moveTo>
                  <a:lnTo>
                    <a:pt x="37" y="751"/>
                  </a:lnTo>
                  <a:cubicBezTo>
                    <a:pt x="19" y="761"/>
                    <a:pt x="0" y="779"/>
                    <a:pt x="0" y="807"/>
                  </a:cubicBezTo>
                  <a:lnTo>
                    <a:pt x="0" y="3210"/>
                  </a:lnTo>
                  <a:cubicBezTo>
                    <a:pt x="0" y="3228"/>
                    <a:pt x="10" y="3247"/>
                    <a:pt x="28" y="3256"/>
                  </a:cubicBezTo>
                  <a:cubicBezTo>
                    <a:pt x="37" y="3256"/>
                    <a:pt x="47" y="3265"/>
                    <a:pt x="65" y="3265"/>
                  </a:cubicBezTo>
                  <a:cubicBezTo>
                    <a:pt x="65" y="3265"/>
                    <a:pt x="75" y="3265"/>
                    <a:pt x="84" y="3256"/>
                  </a:cubicBezTo>
                  <a:lnTo>
                    <a:pt x="1921" y="2551"/>
                  </a:lnTo>
                  <a:cubicBezTo>
                    <a:pt x="1948" y="2542"/>
                    <a:pt x="1958" y="2523"/>
                    <a:pt x="1958" y="2495"/>
                  </a:cubicBezTo>
                  <a:lnTo>
                    <a:pt x="1958" y="56"/>
                  </a:lnTo>
                  <a:cubicBezTo>
                    <a:pt x="1958" y="37"/>
                    <a:pt x="1948" y="19"/>
                    <a:pt x="1939" y="9"/>
                  </a:cubicBezTo>
                  <a:cubicBezTo>
                    <a:pt x="1921" y="0"/>
                    <a:pt x="1902" y="0"/>
                    <a:pt x="18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1"/>
            <p:cNvSpPr/>
            <p:nvPr/>
          </p:nvSpPr>
          <p:spPr>
            <a:xfrm>
              <a:off x="1534772" y="1955739"/>
              <a:ext cx="32167" cy="54817"/>
            </a:xfrm>
            <a:custGeom>
              <a:avLst/>
              <a:gdLst/>
              <a:ahLst/>
              <a:cxnLst/>
              <a:rect l="l" t="t" r="r" b="b"/>
              <a:pathLst>
                <a:path w="409" h="697" extrusionOk="0">
                  <a:moveTo>
                    <a:pt x="409" y="0"/>
                  </a:moveTo>
                  <a:lnTo>
                    <a:pt x="1" y="167"/>
                  </a:lnTo>
                  <a:lnTo>
                    <a:pt x="1" y="696"/>
                  </a:lnTo>
                  <a:lnTo>
                    <a:pt x="409" y="53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1"/>
            <p:cNvSpPr/>
            <p:nvPr/>
          </p:nvSpPr>
          <p:spPr>
            <a:xfrm>
              <a:off x="1530368" y="1951020"/>
              <a:ext cx="40975" cy="63862"/>
            </a:xfrm>
            <a:custGeom>
              <a:avLst/>
              <a:gdLst/>
              <a:ahLst/>
              <a:cxnLst/>
              <a:rect l="l" t="t" r="r" b="b"/>
              <a:pathLst>
                <a:path w="521" h="812" extrusionOk="0">
                  <a:moveTo>
                    <a:pt x="409" y="144"/>
                  </a:moveTo>
                  <a:lnTo>
                    <a:pt x="409" y="561"/>
                  </a:lnTo>
                  <a:lnTo>
                    <a:pt x="112" y="673"/>
                  </a:lnTo>
                  <a:lnTo>
                    <a:pt x="112" y="264"/>
                  </a:lnTo>
                  <a:lnTo>
                    <a:pt x="409" y="144"/>
                  </a:lnTo>
                  <a:close/>
                  <a:moveTo>
                    <a:pt x="455" y="1"/>
                  </a:moveTo>
                  <a:cubicBezTo>
                    <a:pt x="449" y="1"/>
                    <a:pt x="442" y="2"/>
                    <a:pt x="437" y="5"/>
                  </a:cubicBezTo>
                  <a:lnTo>
                    <a:pt x="29" y="172"/>
                  </a:lnTo>
                  <a:cubicBezTo>
                    <a:pt x="10" y="181"/>
                    <a:pt x="1" y="199"/>
                    <a:pt x="1" y="227"/>
                  </a:cubicBezTo>
                  <a:lnTo>
                    <a:pt x="1" y="756"/>
                  </a:lnTo>
                  <a:cubicBezTo>
                    <a:pt x="1" y="775"/>
                    <a:pt x="10" y="793"/>
                    <a:pt x="19" y="802"/>
                  </a:cubicBezTo>
                  <a:cubicBezTo>
                    <a:pt x="29" y="812"/>
                    <a:pt x="47" y="812"/>
                    <a:pt x="57" y="812"/>
                  </a:cubicBezTo>
                  <a:lnTo>
                    <a:pt x="75" y="812"/>
                  </a:lnTo>
                  <a:lnTo>
                    <a:pt x="483" y="654"/>
                  </a:lnTo>
                  <a:cubicBezTo>
                    <a:pt x="502" y="645"/>
                    <a:pt x="520" y="626"/>
                    <a:pt x="520" y="598"/>
                  </a:cubicBezTo>
                  <a:lnTo>
                    <a:pt x="520" y="60"/>
                  </a:lnTo>
                  <a:cubicBezTo>
                    <a:pt x="520" y="42"/>
                    <a:pt x="511" y="23"/>
                    <a:pt x="493" y="14"/>
                  </a:cubicBezTo>
                  <a:cubicBezTo>
                    <a:pt x="486" y="7"/>
                    <a:pt x="470" y="1"/>
                    <a:pt x="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1"/>
            <p:cNvSpPr/>
            <p:nvPr/>
          </p:nvSpPr>
          <p:spPr>
            <a:xfrm>
              <a:off x="1333437" y="1874733"/>
              <a:ext cx="289659" cy="117578"/>
            </a:xfrm>
            <a:custGeom>
              <a:avLst/>
              <a:gdLst/>
              <a:ahLst/>
              <a:cxnLst/>
              <a:rect l="l" t="t" r="r" b="b"/>
              <a:pathLst>
                <a:path w="3683" h="1495" extrusionOk="0">
                  <a:moveTo>
                    <a:pt x="1837" y="1"/>
                  </a:moveTo>
                  <a:lnTo>
                    <a:pt x="0" y="743"/>
                  </a:lnTo>
                  <a:lnTo>
                    <a:pt x="1837" y="1494"/>
                  </a:lnTo>
                  <a:lnTo>
                    <a:pt x="3683" y="743"/>
                  </a:lnTo>
                  <a:lnTo>
                    <a:pt x="18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1"/>
            <p:cNvSpPr/>
            <p:nvPr/>
          </p:nvSpPr>
          <p:spPr>
            <a:xfrm>
              <a:off x="1329033" y="1870328"/>
              <a:ext cx="298467" cy="126308"/>
            </a:xfrm>
            <a:custGeom>
              <a:avLst/>
              <a:gdLst/>
              <a:ahLst/>
              <a:cxnLst/>
              <a:rect l="l" t="t" r="r" b="b"/>
              <a:pathLst>
                <a:path w="3795" h="1606" extrusionOk="0">
                  <a:moveTo>
                    <a:pt x="1902" y="122"/>
                  </a:moveTo>
                  <a:lnTo>
                    <a:pt x="3581" y="799"/>
                  </a:lnTo>
                  <a:lnTo>
                    <a:pt x="1902" y="1485"/>
                  </a:lnTo>
                  <a:lnTo>
                    <a:pt x="214" y="799"/>
                  </a:lnTo>
                  <a:lnTo>
                    <a:pt x="1902" y="122"/>
                  </a:lnTo>
                  <a:close/>
                  <a:moveTo>
                    <a:pt x="1874" y="1"/>
                  </a:moveTo>
                  <a:lnTo>
                    <a:pt x="38" y="743"/>
                  </a:lnTo>
                  <a:cubicBezTo>
                    <a:pt x="10" y="752"/>
                    <a:pt x="1" y="780"/>
                    <a:pt x="1" y="799"/>
                  </a:cubicBezTo>
                  <a:cubicBezTo>
                    <a:pt x="1" y="827"/>
                    <a:pt x="10" y="845"/>
                    <a:pt x="38" y="854"/>
                  </a:cubicBezTo>
                  <a:lnTo>
                    <a:pt x="1874" y="1597"/>
                  </a:lnTo>
                  <a:cubicBezTo>
                    <a:pt x="1884" y="1606"/>
                    <a:pt x="1893" y="1606"/>
                    <a:pt x="1902" y="1606"/>
                  </a:cubicBezTo>
                  <a:cubicBezTo>
                    <a:pt x="1902" y="1606"/>
                    <a:pt x="1912" y="1606"/>
                    <a:pt x="1921" y="1597"/>
                  </a:cubicBezTo>
                  <a:lnTo>
                    <a:pt x="3758" y="854"/>
                  </a:lnTo>
                  <a:cubicBezTo>
                    <a:pt x="3785" y="845"/>
                    <a:pt x="3795" y="827"/>
                    <a:pt x="3795" y="799"/>
                  </a:cubicBezTo>
                  <a:cubicBezTo>
                    <a:pt x="3795" y="780"/>
                    <a:pt x="3785" y="752"/>
                    <a:pt x="3758" y="743"/>
                  </a:cubicBezTo>
                  <a:lnTo>
                    <a:pt x="19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1"/>
            <p:cNvSpPr/>
            <p:nvPr/>
          </p:nvSpPr>
          <p:spPr>
            <a:xfrm>
              <a:off x="1407129" y="1891484"/>
              <a:ext cx="159812" cy="75973"/>
            </a:xfrm>
            <a:custGeom>
              <a:avLst/>
              <a:gdLst/>
              <a:ahLst/>
              <a:cxnLst/>
              <a:rect l="l" t="t" r="r" b="b"/>
              <a:pathLst>
                <a:path w="2032" h="966" extrusionOk="0">
                  <a:moveTo>
                    <a:pt x="371" y="1"/>
                  </a:moveTo>
                  <a:lnTo>
                    <a:pt x="0" y="168"/>
                  </a:lnTo>
                  <a:lnTo>
                    <a:pt x="1624" y="966"/>
                  </a:lnTo>
                  <a:lnTo>
                    <a:pt x="2032" y="817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1"/>
            <p:cNvSpPr/>
            <p:nvPr/>
          </p:nvSpPr>
          <p:spPr>
            <a:xfrm>
              <a:off x="1402017" y="1887159"/>
              <a:ext cx="169328" cy="85411"/>
            </a:xfrm>
            <a:custGeom>
              <a:avLst/>
              <a:gdLst/>
              <a:ahLst/>
              <a:cxnLst/>
              <a:rect l="l" t="t" r="r" b="b"/>
              <a:pathLst>
                <a:path w="2153" h="1086" extrusionOk="0">
                  <a:moveTo>
                    <a:pt x="436" y="121"/>
                  </a:moveTo>
                  <a:lnTo>
                    <a:pt x="1948" y="863"/>
                  </a:lnTo>
                  <a:lnTo>
                    <a:pt x="1689" y="965"/>
                  </a:lnTo>
                  <a:lnTo>
                    <a:pt x="204" y="223"/>
                  </a:lnTo>
                  <a:lnTo>
                    <a:pt x="436" y="121"/>
                  </a:lnTo>
                  <a:close/>
                  <a:moveTo>
                    <a:pt x="418" y="0"/>
                  </a:moveTo>
                  <a:lnTo>
                    <a:pt x="37" y="167"/>
                  </a:lnTo>
                  <a:cubicBezTo>
                    <a:pt x="19" y="177"/>
                    <a:pt x="9" y="195"/>
                    <a:pt x="0" y="223"/>
                  </a:cubicBezTo>
                  <a:cubicBezTo>
                    <a:pt x="0" y="241"/>
                    <a:pt x="19" y="260"/>
                    <a:pt x="37" y="269"/>
                  </a:cubicBezTo>
                  <a:lnTo>
                    <a:pt x="1661" y="1076"/>
                  </a:lnTo>
                  <a:cubicBezTo>
                    <a:pt x="1670" y="1076"/>
                    <a:pt x="1679" y="1086"/>
                    <a:pt x="1689" y="1086"/>
                  </a:cubicBezTo>
                  <a:cubicBezTo>
                    <a:pt x="1698" y="1086"/>
                    <a:pt x="1698" y="1086"/>
                    <a:pt x="1707" y="1076"/>
                  </a:cubicBezTo>
                  <a:lnTo>
                    <a:pt x="2115" y="928"/>
                  </a:lnTo>
                  <a:cubicBezTo>
                    <a:pt x="2134" y="919"/>
                    <a:pt x="2152" y="900"/>
                    <a:pt x="2152" y="872"/>
                  </a:cubicBezTo>
                  <a:cubicBezTo>
                    <a:pt x="2152" y="854"/>
                    <a:pt x="2143" y="826"/>
                    <a:pt x="2125" y="817"/>
                  </a:cubicBezTo>
                  <a:lnTo>
                    <a:pt x="464" y="10"/>
                  </a:lnTo>
                  <a:cubicBezTo>
                    <a:pt x="445" y="0"/>
                    <a:pt x="427" y="0"/>
                    <a:pt x="4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7" name="Google Shape;1647;p31"/>
          <p:cNvGrpSpPr/>
          <p:nvPr/>
        </p:nvGrpSpPr>
        <p:grpSpPr>
          <a:xfrm>
            <a:off x="809404" y="2470578"/>
            <a:ext cx="1329443" cy="916475"/>
            <a:chOff x="713230" y="2963286"/>
            <a:chExt cx="1329443" cy="916475"/>
          </a:xfrm>
        </p:grpSpPr>
        <p:sp>
          <p:nvSpPr>
            <p:cNvPr id="1648" name="Google Shape;1648;p31"/>
            <p:cNvSpPr/>
            <p:nvPr/>
          </p:nvSpPr>
          <p:spPr>
            <a:xfrm>
              <a:off x="803044" y="2963286"/>
              <a:ext cx="9516" cy="59929"/>
            </a:xfrm>
            <a:custGeom>
              <a:avLst/>
              <a:gdLst/>
              <a:ahLst/>
              <a:cxnLst/>
              <a:rect l="l" t="t" r="r" b="b"/>
              <a:pathLst>
                <a:path w="121" h="76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696"/>
                  </a:lnTo>
                  <a:cubicBezTo>
                    <a:pt x="0" y="734"/>
                    <a:pt x="28" y="761"/>
                    <a:pt x="56" y="761"/>
                  </a:cubicBezTo>
                  <a:cubicBezTo>
                    <a:pt x="93" y="761"/>
                    <a:pt x="121" y="734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1"/>
            <p:cNvSpPr/>
            <p:nvPr/>
          </p:nvSpPr>
          <p:spPr>
            <a:xfrm>
              <a:off x="803044" y="3093131"/>
              <a:ext cx="9516" cy="59222"/>
            </a:xfrm>
            <a:custGeom>
              <a:avLst/>
              <a:gdLst/>
              <a:ahLst/>
              <a:cxnLst/>
              <a:rect l="l" t="t" r="r" b="b"/>
              <a:pathLst>
                <a:path w="121" h="753" extrusionOk="0">
                  <a:moveTo>
                    <a:pt x="56" y="1"/>
                  </a:moveTo>
                  <a:cubicBezTo>
                    <a:pt x="28" y="1"/>
                    <a:pt x="0" y="19"/>
                    <a:pt x="0" y="57"/>
                  </a:cubicBezTo>
                  <a:lnTo>
                    <a:pt x="0" y="697"/>
                  </a:lnTo>
                  <a:cubicBezTo>
                    <a:pt x="0" y="724"/>
                    <a:pt x="28" y="752"/>
                    <a:pt x="56" y="752"/>
                  </a:cubicBezTo>
                  <a:cubicBezTo>
                    <a:pt x="93" y="752"/>
                    <a:pt x="121" y="724"/>
                    <a:pt x="121" y="697"/>
                  </a:cubicBezTo>
                  <a:lnTo>
                    <a:pt x="121" y="57"/>
                  </a:lnTo>
                  <a:cubicBezTo>
                    <a:pt x="121" y="19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1"/>
            <p:cNvSpPr/>
            <p:nvPr/>
          </p:nvSpPr>
          <p:spPr>
            <a:xfrm>
              <a:off x="842367" y="3053021"/>
              <a:ext cx="59929" cy="9595"/>
            </a:xfrm>
            <a:custGeom>
              <a:avLst/>
              <a:gdLst/>
              <a:ahLst/>
              <a:cxnLst/>
              <a:rect l="l" t="t" r="r" b="b"/>
              <a:pathLst>
                <a:path w="762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706" y="121"/>
                  </a:lnTo>
                  <a:cubicBezTo>
                    <a:pt x="734" y="121"/>
                    <a:pt x="762" y="93"/>
                    <a:pt x="762" y="66"/>
                  </a:cubicBezTo>
                  <a:cubicBezTo>
                    <a:pt x="762" y="29"/>
                    <a:pt x="734" y="1"/>
                    <a:pt x="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1"/>
            <p:cNvSpPr/>
            <p:nvPr/>
          </p:nvSpPr>
          <p:spPr>
            <a:xfrm>
              <a:off x="713230" y="3053021"/>
              <a:ext cx="59222" cy="9595"/>
            </a:xfrm>
            <a:custGeom>
              <a:avLst/>
              <a:gdLst/>
              <a:ahLst/>
              <a:cxnLst/>
              <a:rect l="l" t="t" r="r" b="b"/>
              <a:pathLst>
                <a:path w="753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697" y="121"/>
                  </a:lnTo>
                  <a:cubicBezTo>
                    <a:pt x="734" y="121"/>
                    <a:pt x="752" y="93"/>
                    <a:pt x="752" y="66"/>
                  </a:cubicBezTo>
                  <a:cubicBezTo>
                    <a:pt x="752" y="29"/>
                    <a:pt x="734" y="1"/>
                    <a:pt x="6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1"/>
            <p:cNvSpPr/>
            <p:nvPr/>
          </p:nvSpPr>
          <p:spPr>
            <a:xfrm>
              <a:off x="743902" y="3085896"/>
              <a:ext cx="35863" cy="35785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1"/>
            <p:cNvSpPr/>
            <p:nvPr/>
          </p:nvSpPr>
          <p:spPr>
            <a:xfrm>
              <a:off x="738790" y="3081098"/>
              <a:ext cx="46087" cy="44986"/>
            </a:xfrm>
            <a:custGeom>
              <a:avLst/>
              <a:gdLst/>
              <a:ahLst/>
              <a:cxnLst/>
              <a:rect l="l" t="t" r="r" b="b"/>
              <a:pathLst>
                <a:path w="586" h="572" extrusionOk="0">
                  <a:moveTo>
                    <a:pt x="521" y="1"/>
                  </a:moveTo>
                  <a:cubicBezTo>
                    <a:pt x="506" y="1"/>
                    <a:pt x="492" y="5"/>
                    <a:pt x="483" y="15"/>
                  </a:cubicBezTo>
                  <a:lnTo>
                    <a:pt x="28" y="469"/>
                  </a:lnTo>
                  <a:cubicBezTo>
                    <a:pt x="1" y="497"/>
                    <a:pt x="1" y="534"/>
                    <a:pt x="28" y="553"/>
                  </a:cubicBezTo>
                  <a:cubicBezTo>
                    <a:pt x="38" y="562"/>
                    <a:pt x="47" y="571"/>
                    <a:pt x="66" y="571"/>
                  </a:cubicBezTo>
                  <a:cubicBezTo>
                    <a:pt x="84" y="571"/>
                    <a:pt x="93" y="562"/>
                    <a:pt x="112" y="553"/>
                  </a:cubicBezTo>
                  <a:lnTo>
                    <a:pt x="567" y="98"/>
                  </a:lnTo>
                  <a:cubicBezTo>
                    <a:pt x="585" y="80"/>
                    <a:pt x="585" y="43"/>
                    <a:pt x="567" y="15"/>
                  </a:cubicBezTo>
                  <a:cubicBezTo>
                    <a:pt x="553" y="5"/>
                    <a:pt x="536" y="1"/>
                    <a:pt x="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1"/>
            <p:cNvSpPr/>
            <p:nvPr/>
          </p:nvSpPr>
          <p:spPr>
            <a:xfrm>
              <a:off x="835840" y="2993958"/>
              <a:ext cx="35785" cy="35785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455"/>
                  </a:moveTo>
                  <a:lnTo>
                    <a:pt x="455" y="0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1"/>
            <p:cNvSpPr/>
            <p:nvPr/>
          </p:nvSpPr>
          <p:spPr>
            <a:xfrm>
              <a:off x="830728" y="2989396"/>
              <a:ext cx="46009" cy="45458"/>
            </a:xfrm>
            <a:custGeom>
              <a:avLst/>
              <a:gdLst/>
              <a:ahLst/>
              <a:cxnLst/>
              <a:rect l="l" t="t" r="r" b="b"/>
              <a:pathLst>
                <a:path w="585" h="578" extrusionOk="0">
                  <a:moveTo>
                    <a:pt x="519" y="0"/>
                  </a:moveTo>
                  <a:cubicBezTo>
                    <a:pt x="504" y="0"/>
                    <a:pt x="488" y="7"/>
                    <a:pt x="474" y="21"/>
                  </a:cubicBezTo>
                  <a:lnTo>
                    <a:pt x="19" y="476"/>
                  </a:lnTo>
                  <a:cubicBezTo>
                    <a:pt x="1" y="494"/>
                    <a:pt x="1" y="531"/>
                    <a:pt x="19" y="559"/>
                  </a:cubicBezTo>
                  <a:cubicBezTo>
                    <a:pt x="28" y="568"/>
                    <a:pt x="47" y="578"/>
                    <a:pt x="65" y="578"/>
                  </a:cubicBezTo>
                  <a:cubicBezTo>
                    <a:pt x="75" y="578"/>
                    <a:pt x="93" y="568"/>
                    <a:pt x="103" y="559"/>
                  </a:cubicBezTo>
                  <a:lnTo>
                    <a:pt x="557" y="105"/>
                  </a:lnTo>
                  <a:cubicBezTo>
                    <a:pt x="585" y="77"/>
                    <a:pt x="585" y="40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1"/>
            <p:cNvSpPr/>
            <p:nvPr/>
          </p:nvSpPr>
          <p:spPr>
            <a:xfrm>
              <a:off x="743902" y="2993958"/>
              <a:ext cx="35863" cy="35785"/>
            </a:xfrm>
            <a:custGeom>
              <a:avLst/>
              <a:gdLst/>
              <a:ahLst/>
              <a:cxnLst/>
              <a:rect l="l" t="t" r="r" b="b"/>
              <a:pathLst>
                <a:path w="456" h="455" extrusionOk="0">
                  <a:moveTo>
                    <a:pt x="1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1"/>
            <p:cNvSpPr/>
            <p:nvPr/>
          </p:nvSpPr>
          <p:spPr>
            <a:xfrm>
              <a:off x="738790" y="2989396"/>
              <a:ext cx="46087" cy="45458"/>
            </a:xfrm>
            <a:custGeom>
              <a:avLst/>
              <a:gdLst/>
              <a:ahLst/>
              <a:cxnLst/>
              <a:rect l="l" t="t" r="r" b="b"/>
              <a:pathLst>
                <a:path w="586" h="578" extrusionOk="0">
                  <a:moveTo>
                    <a:pt x="67" y="0"/>
                  </a:moveTo>
                  <a:cubicBezTo>
                    <a:pt x="52" y="0"/>
                    <a:pt x="38" y="7"/>
                    <a:pt x="28" y="21"/>
                  </a:cubicBezTo>
                  <a:cubicBezTo>
                    <a:pt x="1" y="40"/>
                    <a:pt x="1" y="77"/>
                    <a:pt x="28" y="105"/>
                  </a:cubicBezTo>
                  <a:lnTo>
                    <a:pt x="483" y="559"/>
                  </a:lnTo>
                  <a:cubicBezTo>
                    <a:pt x="492" y="568"/>
                    <a:pt x="502" y="578"/>
                    <a:pt x="520" y="578"/>
                  </a:cubicBezTo>
                  <a:cubicBezTo>
                    <a:pt x="539" y="578"/>
                    <a:pt x="548" y="568"/>
                    <a:pt x="567" y="559"/>
                  </a:cubicBezTo>
                  <a:cubicBezTo>
                    <a:pt x="585" y="531"/>
                    <a:pt x="585" y="494"/>
                    <a:pt x="567" y="476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1"/>
            <p:cNvSpPr/>
            <p:nvPr/>
          </p:nvSpPr>
          <p:spPr>
            <a:xfrm>
              <a:off x="835840" y="3085896"/>
              <a:ext cx="35785" cy="35785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0" y="0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1"/>
            <p:cNvSpPr/>
            <p:nvPr/>
          </p:nvSpPr>
          <p:spPr>
            <a:xfrm>
              <a:off x="830728" y="3081098"/>
              <a:ext cx="46009" cy="44986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4" y="1"/>
                  </a:moveTo>
                  <a:cubicBezTo>
                    <a:pt x="49" y="1"/>
                    <a:pt x="33" y="5"/>
                    <a:pt x="19" y="15"/>
                  </a:cubicBezTo>
                  <a:cubicBezTo>
                    <a:pt x="1" y="43"/>
                    <a:pt x="1" y="80"/>
                    <a:pt x="19" y="98"/>
                  </a:cubicBezTo>
                  <a:lnTo>
                    <a:pt x="474" y="553"/>
                  </a:lnTo>
                  <a:cubicBezTo>
                    <a:pt x="483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34"/>
                    <a:pt x="585" y="497"/>
                    <a:pt x="557" y="469"/>
                  </a:cubicBezTo>
                  <a:lnTo>
                    <a:pt x="103" y="15"/>
                  </a:lnTo>
                  <a:cubicBezTo>
                    <a:pt x="93" y="5"/>
                    <a:pt x="79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1"/>
            <p:cNvSpPr/>
            <p:nvPr/>
          </p:nvSpPr>
          <p:spPr>
            <a:xfrm>
              <a:off x="1099227" y="3149281"/>
              <a:ext cx="70861" cy="71569"/>
            </a:xfrm>
            <a:custGeom>
              <a:avLst/>
              <a:gdLst/>
              <a:ahLst/>
              <a:cxnLst/>
              <a:rect l="l" t="t" r="r" b="b"/>
              <a:pathLst>
                <a:path w="901" h="910" extrusionOk="0">
                  <a:moveTo>
                    <a:pt x="446" y="121"/>
                  </a:moveTo>
                  <a:cubicBezTo>
                    <a:pt x="631" y="121"/>
                    <a:pt x="789" y="270"/>
                    <a:pt x="789" y="455"/>
                  </a:cubicBezTo>
                  <a:cubicBezTo>
                    <a:pt x="789" y="641"/>
                    <a:pt x="631" y="789"/>
                    <a:pt x="446" y="789"/>
                  </a:cubicBezTo>
                  <a:cubicBezTo>
                    <a:pt x="269" y="789"/>
                    <a:pt x="112" y="641"/>
                    <a:pt x="112" y="455"/>
                  </a:cubicBezTo>
                  <a:cubicBezTo>
                    <a:pt x="112" y="270"/>
                    <a:pt x="269" y="121"/>
                    <a:pt x="446" y="121"/>
                  </a:cubicBezTo>
                  <a:close/>
                  <a:moveTo>
                    <a:pt x="446" y="1"/>
                  </a:moveTo>
                  <a:cubicBezTo>
                    <a:pt x="204" y="1"/>
                    <a:pt x="0" y="205"/>
                    <a:pt x="0" y="455"/>
                  </a:cubicBezTo>
                  <a:cubicBezTo>
                    <a:pt x="0" y="706"/>
                    <a:pt x="204" y="910"/>
                    <a:pt x="446" y="910"/>
                  </a:cubicBezTo>
                  <a:cubicBezTo>
                    <a:pt x="696" y="910"/>
                    <a:pt x="900" y="706"/>
                    <a:pt x="900" y="455"/>
                  </a:cubicBezTo>
                  <a:cubicBezTo>
                    <a:pt x="900" y="205"/>
                    <a:pt x="696" y="1"/>
                    <a:pt x="4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1"/>
            <p:cNvSpPr/>
            <p:nvPr/>
          </p:nvSpPr>
          <p:spPr>
            <a:xfrm>
              <a:off x="822706" y="3648376"/>
              <a:ext cx="300669" cy="38773"/>
            </a:xfrm>
            <a:custGeom>
              <a:avLst/>
              <a:gdLst/>
              <a:ahLst/>
              <a:cxnLst/>
              <a:rect l="l" t="t" r="r" b="b"/>
              <a:pathLst>
                <a:path w="3823" h="493" extrusionOk="0">
                  <a:moveTo>
                    <a:pt x="0" y="0"/>
                  </a:moveTo>
                  <a:lnTo>
                    <a:pt x="0" y="492"/>
                  </a:lnTo>
                  <a:lnTo>
                    <a:pt x="3822" y="492"/>
                  </a:lnTo>
                  <a:lnTo>
                    <a:pt x="38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1"/>
            <p:cNvSpPr/>
            <p:nvPr/>
          </p:nvSpPr>
          <p:spPr>
            <a:xfrm>
              <a:off x="818302" y="3643972"/>
              <a:ext cx="309478" cy="47503"/>
            </a:xfrm>
            <a:custGeom>
              <a:avLst/>
              <a:gdLst/>
              <a:ahLst/>
              <a:cxnLst/>
              <a:rect l="l" t="t" r="r" b="b"/>
              <a:pathLst>
                <a:path w="3935" h="604" extrusionOk="0">
                  <a:moveTo>
                    <a:pt x="3823" y="121"/>
                  </a:moveTo>
                  <a:lnTo>
                    <a:pt x="3823" y="492"/>
                  </a:lnTo>
                  <a:lnTo>
                    <a:pt x="112" y="492"/>
                  </a:lnTo>
                  <a:lnTo>
                    <a:pt x="112" y="121"/>
                  </a:lnTo>
                  <a:close/>
                  <a:moveTo>
                    <a:pt x="56" y="1"/>
                  </a:moveTo>
                  <a:cubicBezTo>
                    <a:pt x="38" y="1"/>
                    <a:pt x="29" y="10"/>
                    <a:pt x="10" y="19"/>
                  </a:cubicBezTo>
                  <a:cubicBezTo>
                    <a:pt x="1" y="29"/>
                    <a:pt x="1" y="47"/>
                    <a:pt x="1" y="56"/>
                  </a:cubicBezTo>
                  <a:lnTo>
                    <a:pt x="1" y="548"/>
                  </a:lnTo>
                  <a:cubicBezTo>
                    <a:pt x="1" y="585"/>
                    <a:pt x="19" y="604"/>
                    <a:pt x="56" y="604"/>
                  </a:cubicBezTo>
                  <a:lnTo>
                    <a:pt x="3878" y="604"/>
                  </a:lnTo>
                  <a:cubicBezTo>
                    <a:pt x="3906" y="604"/>
                    <a:pt x="3934" y="585"/>
                    <a:pt x="3934" y="548"/>
                  </a:cubicBezTo>
                  <a:lnTo>
                    <a:pt x="3934" y="56"/>
                  </a:lnTo>
                  <a:cubicBezTo>
                    <a:pt x="3934" y="47"/>
                    <a:pt x="3925" y="29"/>
                    <a:pt x="3916" y="19"/>
                  </a:cubicBezTo>
                  <a:cubicBezTo>
                    <a:pt x="3906" y="10"/>
                    <a:pt x="3888" y="1"/>
                    <a:pt x="3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1"/>
            <p:cNvSpPr/>
            <p:nvPr/>
          </p:nvSpPr>
          <p:spPr>
            <a:xfrm>
              <a:off x="950349" y="3576887"/>
              <a:ext cx="173025" cy="24853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1"/>
            <p:cNvSpPr/>
            <p:nvPr/>
          </p:nvSpPr>
          <p:spPr>
            <a:xfrm>
              <a:off x="946024" y="3572482"/>
              <a:ext cx="181754" cy="33661"/>
            </a:xfrm>
            <a:custGeom>
              <a:avLst/>
              <a:gdLst/>
              <a:ahLst/>
              <a:cxnLst/>
              <a:rect l="l" t="t" r="r" b="b"/>
              <a:pathLst>
                <a:path w="2311" h="428" extrusionOk="0">
                  <a:moveTo>
                    <a:pt x="2199" y="112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lnTo>
                    <a:pt x="0" y="372"/>
                  </a:lnTo>
                  <a:cubicBezTo>
                    <a:pt x="0" y="390"/>
                    <a:pt x="10" y="400"/>
                    <a:pt x="19" y="418"/>
                  </a:cubicBezTo>
                  <a:cubicBezTo>
                    <a:pt x="28" y="427"/>
                    <a:pt x="47" y="427"/>
                    <a:pt x="56" y="427"/>
                  </a:cubicBezTo>
                  <a:lnTo>
                    <a:pt x="2254" y="427"/>
                  </a:lnTo>
                  <a:cubicBezTo>
                    <a:pt x="2282" y="427"/>
                    <a:pt x="2310" y="409"/>
                    <a:pt x="2310" y="372"/>
                  </a:cubicBezTo>
                  <a:lnTo>
                    <a:pt x="2310" y="56"/>
                  </a:lnTo>
                  <a:cubicBezTo>
                    <a:pt x="2310" y="38"/>
                    <a:pt x="2301" y="28"/>
                    <a:pt x="2292" y="10"/>
                  </a:cubicBezTo>
                  <a:cubicBezTo>
                    <a:pt x="2282" y="1"/>
                    <a:pt x="2264" y="1"/>
                    <a:pt x="2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1"/>
            <p:cNvSpPr/>
            <p:nvPr/>
          </p:nvSpPr>
          <p:spPr>
            <a:xfrm>
              <a:off x="950349" y="3505397"/>
              <a:ext cx="173025" cy="24853"/>
            </a:xfrm>
            <a:custGeom>
              <a:avLst/>
              <a:gdLst/>
              <a:ahLst/>
              <a:cxnLst/>
              <a:rect l="l" t="t" r="r" b="b"/>
              <a:pathLst>
                <a:path w="2200" h="316" extrusionOk="0">
                  <a:moveTo>
                    <a:pt x="1" y="0"/>
                  </a:moveTo>
                  <a:lnTo>
                    <a:pt x="1" y="316"/>
                  </a:lnTo>
                  <a:lnTo>
                    <a:pt x="2199" y="316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1"/>
            <p:cNvSpPr/>
            <p:nvPr/>
          </p:nvSpPr>
          <p:spPr>
            <a:xfrm>
              <a:off x="946024" y="3500285"/>
              <a:ext cx="181754" cy="34369"/>
            </a:xfrm>
            <a:custGeom>
              <a:avLst/>
              <a:gdLst/>
              <a:ahLst/>
              <a:cxnLst/>
              <a:rect l="l" t="t" r="r" b="b"/>
              <a:pathLst>
                <a:path w="2311" h="437" extrusionOk="0">
                  <a:moveTo>
                    <a:pt x="2199" y="121"/>
                  </a:moveTo>
                  <a:lnTo>
                    <a:pt x="2199" y="316"/>
                  </a:lnTo>
                  <a:lnTo>
                    <a:pt x="121" y="316"/>
                  </a:lnTo>
                  <a:lnTo>
                    <a:pt x="121" y="121"/>
                  </a:lnTo>
                  <a:close/>
                  <a:moveTo>
                    <a:pt x="56" y="0"/>
                  </a:moveTo>
                  <a:cubicBezTo>
                    <a:pt x="47" y="0"/>
                    <a:pt x="28" y="10"/>
                    <a:pt x="19" y="19"/>
                  </a:cubicBezTo>
                  <a:cubicBezTo>
                    <a:pt x="10" y="28"/>
                    <a:pt x="0" y="47"/>
                    <a:pt x="0" y="65"/>
                  </a:cubicBezTo>
                  <a:lnTo>
                    <a:pt x="0" y="381"/>
                  </a:lnTo>
                  <a:cubicBezTo>
                    <a:pt x="0" y="408"/>
                    <a:pt x="28" y="436"/>
                    <a:pt x="56" y="436"/>
                  </a:cubicBezTo>
                  <a:lnTo>
                    <a:pt x="2254" y="436"/>
                  </a:lnTo>
                  <a:cubicBezTo>
                    <a:pt x="2282" y="436"/>
                    <a:pt x="2310" y="408"/>
                    <a:pt x="2310" y="381"/>
                  </a:cubicBezTo>
                  <a:lnTo>
                    <a:pt x="2310" y="65"/>
                  </a:lnTo>
                  <a:cubicBezTo>
                    <a:pt x="2310" y="47"/>
                    <a:pt x="2301" y="28"/>
                    <a:pt x="2292" y="19"/>
                  </a:cubicBezTo>
                  <a:cubicBezTo>
                    <a:pt x="2282" y="10"/>
                    <a:pt x="2264" y="0"/>
                    <a:pt x="2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1"/>
            <p:cNvSpPr/>
            <p:nvPr/>
          </p:nvSpPr>
          <p:spPr>
            <a:xfrm>
              <a:off x="1144449" y="3330093"/>
              <a:ext cx="583722" cy="544713"/>
            </a:xfrm>
            <a:custGeom>
              <a:avLst/>
              <a:gdLst/>
              <a:ahLst/>
              <a:cxnLst/>
              <a:rect l="l" t="t" r="r" b="b"/>
              <a:pathLst>
                <a:path w="7422" h="6926" extrusionOk="0">
                  <a:moveTo>
                    <a:pt x="3714" y="0"/>
                  </a:moveTo>
                  <a:cubicBezTo>
                    <a:pt x="2029" y="0"/>
                    <a:pt x="549" y="1227"/>
                    <a:pt x="288" y="2934"/>
                  </a:cubicBezTo>
                  <a:cubicBezTo>
                    <a:pt x="0" y="4827"/>
                    <a:pt x="1299" y="6599"/>
                    <a:pt x="3182" y="6886"/>
                  </a:cubicBezTo>
                  <a:cubicBezTo>
                    <a:pt x="3359" y="6913"/>
                    <a:pt x="3535" y="6926"/>
                    <a:pt x="3708" y="6926"/>
                  </a:cubicBezTo>
                  <a:cubicBezTo>
                    <a:pt x="5393" y="6926"/>
                    <a:pt x="6874" y="5699"/>
                    <a:pt x="7134" y="3992"/>
                  </a:cubicBezTo>
                  <a:cubicBezTo>
                    <a:pt x="7422" y="2099"/>
                    <a:pt x="6123" y="327"/>
                    <a:pt x="4240" y="40"/>
                  </a:cubicBezTo>
                  <a:cubicBezTo>
                    <a:pt x="4063" y="13"/>
                    <a:pt x="3887" y="0"/>
                    <a:pt x="3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1"/>
            <p:cNvSpPr/>
            <p:nvPr/>
          </p:nvSpPr>
          <p:spPr>
            <a:xfrm>
              <a:off x="1151763" y="3325532"/>
              <a:ext cx="569880" cy="554229"/>
            </a:xfrm>
            <a:custGeom>
              <a:avLst/>
              <a:gdLst/>
              <a:ahLst/>
              <a:cxnLst/>
              <a:rect l="l" t="t" r="r" b="b"/>
              <a:pathLst>
                <a:path w="7246" h="7047" extrusionOk="0">
                  <a:moveTo>
                    <a:pt x="3618" y="116"/>
                  </a:moveTo>
                  <a:cubicBezTo>
                    <a:pt x="3785" y="116"/>
                    <a:pt x="3961" y="126"/>
                    <a:pt x="4138" y="154"/>
                  </a:cubicBezTo>
                  <a:cubicBezTo>
                    <a:pt x="5038" y="293"/>
                    <a:pt x="5826" y="775"/>
                    <a:pt x="6364" y="1508"/>
                  </a:cubicBezTo>
                  <a:cubicBezTo>
                    <a:pt x="6902" y="2241"/>
                    <a:pt x="7125" y="3141"/>
                    <a:pt x="6986" y="4040"/>
                  </a:cubicBezTo>
                  <a:cubicBezTo>
                    <a:pt x="6725" y="5720"/>
                    <a:pt x="5271" y="6929"/>
                    <a:pt x="3621" y="6929"/>
                  </a:cubicBezTo>
                  <a:cubicBezTo>
                    <a:pt x="3449" y="6929"/>
                    <a:pt x="3274" y="6916"/>
                    <a:pt x="3099" y="6888"/>
                  </a:cubicBezTo>
                  <a:cubicBezTo>
                    <a:pt x="2199" y="6749"/>
                    <a:pt x="1410" y="6267"/>
                    <a:pt x="872" y="5534"/>
                  </a:cubicBezTo>
                  <a:cubicBezTo>
                    <a:pt x="334" y="4801"/>
                    <a:pt x="112" y="3901"/>
                    <a:pt x="251" y="3002"/>
                  </a:cubicBezTo>
                  <a:cubicBezTo>
                    <a:pt x="510" y="1322"/>
                    <a:pt x="1967" y="116"/>
                    <a:pt x="3618" y="116"/>
                  </a:cubicBezTo>
                  <a:close/>
                  <a:moveTo>
                    <a:pt x="3618" y="1"/>
                  </a:moveTo>
                  <a:cubicBezTo>
                    <a:pt x="1910" y="1"/>
                    <a:pt x="408" y="1252"/>
                    <a:pt x="139" y="2983"/>
                  </a:cubicBezTo>
                  <a:cubicBezTo>
                    <a:pt x="0" y="3920"/>
                    <a:pt x="223" y="4848"/>
                    <a:pt x="780" y="5608"/>
                  </a:cubicBezTo>
                  <a:cubicBezTo>
                    <a:pt x="1336" y="6360"/>
                    <a:pt x="2152" y="6861"/>
                    <a:pt x="3089" y="7000"/>
                  </a:cubicBezTo>
                  <a:cubicBezTo>
                    <a:pt x="3266" y="7028"/>
                    <a:pt x="3442" y="7046"/>
                    <a:pt x="3618" y="7046"/>
                  </a:cubicBezTo>
                  <a:cubicBezTo>
                    <a:pt x="5325" y="7046"/>
                    <a:pt x="6837" y="5794"/>
                    <a:pt x="7097" y="4059"/>
                  </a:cubicBezTo>
                  <a:cubicBezTo>
                    <a:pt x="7245" y="3122"/>
                    <a:pt x="7013" y="2194"/>
                    <a:pt x="6457" y="1434"/>
                  </a:cubicBezTo>
                  <a:cubicBezTo>
                    <a:pt x="5900" y="682"/>
                    <a:pt x="5084" y="181"/>
                    <a:pt x="4156" y="42"/>
                  </a:cubicBezTo>
                  <a:cubicBezTo>
                    <a:pt x="3975" y="14"/>
                    <a:pt x="3795" y="1"/>
                    <a:pt x="3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1"/>
            <p:cNvSpPr/>
            <p:nvPr/>
          </p:nvSpPr>
          <p:spPr>
            <a:xfrm>
              <a:off x="1152471" y="3313892"/>
              <a:ext cx="621708" cy="544949"/>
            </a:xfrm>
            <a:custGeom>
              <a:avLst/>
              <a:gdLst/>
              <a:ahLst/>
              <a:cxnLst/>
              <a:rect l="l" t="t" r="r" b="b"/>
              <a:pathLst>
                <a:path w="7905" h="6929" extrusionOk="0">
                  <a:moveTo>
                    <a:pt x="3948" y="1"/>
                  </a:moveTo>
                  <a:cubicBezTo>
                    <a:pt x="3318" y="1"/>
                    <a:pt x="2680" y="173"/>
                    <a:pt x="2106" y="533"/>
                  </a:cubicBezTo>
                  <a:cubicBezTo>
                    <a:pt x="492" y="1554"/>
                    <a:pt x="1" y="3688"/>
                    <a:pt x="1021" y="5311"/>
                  </a:cubicBezTo>
                  <a:cubicBezTo>
                    <a:pt x="1675" y="6354"/>
                    <a:pt x="2801" y="6929"/>
                    <a:pt x="3955" y="6929"/>
                  </a:cubicBezTo>
                  <a:cubicBezTo>
                    <a:pt x="4586" y="6929"/>
                    <a:pt x="5225" y="6757"/>
                    <a:pt x="5798" y="6396"/>
                  </a:cubicBezTo>
                  <a:cubicBezTo>
                    <a:pt x="7413" y="5376"/>
                    <a:pt x="7904" y="3242"/>
                    <a:pt x="6884" y="1619"/>
                  </a:cubicBezTo>
                  <a:cubicBezTo>
                    <a:pt x="6224" y="575"/>
                    <a:pt x="5099" y="1"/>
                    <a:pt x="39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1"/>
            <p:cNvSpPr/>
            <p:nvPr/>
          </p:nvSpPr>
          <p:spPr>
            <a:xfrm>
              <a:off x="1178739" y="3308938"/>
              <a:ext cx="582306" cy="553993"/>
            </a:xfrm>
            <a:custGeom>
              <a:avLst/>
              <a:gdLst/>
              <a:ahLst/>
              <a:cxnLst/>
              <a:rect l="l" t="t" r="r" b="b"/>
              <a:pathLst>
                <a:path w="7404" h="7044" extrusionOk="0">
                  <a:moveTo>
                    <a:pt x="3628" y="114"/>
                  </a:moveTo>
                  <a:cubicBezTo>
                    <a:pt x="3795" y="114"/>
                    <a:pt x="3971" y="133"/>
                    <a:pt x="4138" y="160"/>
                  </a:cubicBezTo>
                  <a:cubicBezTo>
                    <a:pt x="5993" y="439"/>
                    <a:pt x="7273" y="2183"/>
                    <a:pt x="6995" y="4038"/>
                  </a:cubicBezTo>
                  <a:cubicBezTo>
                    <a:pt x="6735" y="5718"/>
                    <a:pt x="5280" y="6926"/>
                    <a:pt x="3630" y="6926"/>
                  </a:cubicBezTo>
                  <a:cubicBezTo>
                    <a:pt x="3458" y="6926"/>
                    <a:pt x="3284" y="6913"/>
                    <a:pt x="3108" y="6886"/>
                  </a:cubicBezTo>
                  <a:cubicBezTo>
                    <a:pt x="2208" y="6747"/>
                    <a:pt x="1420" y="6274"/>
                    <a:pt x="882" y="5541"/>
                  </a:cubicBezTo>
                  <a:cubicBezTo>
                    <a:pt x="344" y="4808"/>
                    <a:pt x="121" y="3908"/>
                    <a:pt x="260" y="3008"/>
                  </a:cubicBezTo>
                  <a:cubicBezTo>
                    <a:pt x="520" y="1320"/>
                    <a:pt x="1976" y="114"/>
                    <a:pt x="3628" y="114"/>
                  </a:cubicBezTo>
                  <a:close/>
                  <a:moveTo>
                    <a:pt x="3629" y="0"/>
                  </a:moveTo>
                  <a:cubicBezTo>
                    <a:pt x="1917" y="0"/>
                    <a:pt x="410" y="1247"/>
                    <a:pt x="149" y="2990"/>
                  </a:cubicBezTo>
                  <a:cubicBezTo>
                    <a:pt x="1" y="3918"/>
                    <a:pt x="232" y="4845"/>
                    <a:pt x="789" y="5606"/>
                  </a:cubicBezTo>
                  <a:cubicBezTo>
                    <a:pt x="1346" y="6367"/>
                    <a:pt x="2162" y="6858"/>
                    <a:pt x="3090" y="7007"/>
                  </a:cubicBezTo>
                  <a:cubicBezTo>
                    <a:pt x="3275" y="7034"/>
                    <a:pt x="3451" y="7044"/>
                    <a:pt x="3628" y="7044"/>
                  </a:cubicBezTo>
                  <a:cubicBezTo>
                    <a:pt x="5335" y="7044"/>
                    <a:pt x="6837" y="5791"/>
                    <a:pt x="7106" y="4057"/>
                  </a:cubicBezTo>
                  <a:cubicBezTo>
                    <a:pt x="7403" y="2136"/>
                    <a:pt x="6077" y="337"/>
                    <a:pt x="4156" y="40"/>
                  </a:cubicBezTo>
                  <a:cubicBezTo>
                    <a:pt x="3979" y="13"/>
                    <a:pt x="3803" y="0"/>
                    <a:pt x="3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1"/>
            <p:cNvSpPr/>
            <p:nvPr/>
          </p:nvSpPr>
          <p:spPr>
            <a:xfrm>
              <a:off x="1563950" y="3370439"/>
              <a:ext cx="117578" cy="119701"/>
            </a:xfrm>
            <a:custGeom>
              <a:avLst/>
              <a:gdLst/>
              <a:ahLst/>
              <a:cxnLst/>
              <a:rect l="l" t="t" r="r" b="b"/>
              <a:pathLst>
                <a:path w="1495" h="1522" extrusionOk="0">
                  <a:moveTo>
                    <a:pt x="1" y="0"/>
                  </a:moveTo>
                  <a:lnTo>
                    <a:pt x="1494" y="1521"/>
                  </a:lnTo>
                  <a:cubicBezTo>
                    <a:pt x="1197" y="863"/>
                    <a:pt x="678" y="3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1"/>
            <p:cNvSpPr/>
            <p:nvPr/>
          </p:nvSpPr>
          <p:spPr>
            <a:xfrm>
              <a:off x="1555928" y="3363282"/>
              <a:ext cx="132836" cy="133386"/>
            </a:xfrm>
            <a:custGeom>
              <a:avLst/>
              <a:gdLst/>
              <a:ahLst/>
              <a:cxnLst/>
              <a:rect l="l" t="t" r="r" b="b"/>
              <a:pathLst>
                <a:path w="1689" h="1696" extrusionOk="0">
                  <a:moveTo>
                    <a:pt x="104" y="0"/>
                  </a:moveTo>
                  <a:cubicBezTo>
                    <a:pt x="71" y="0"/>
                    <a:pt x="42" y="20"/>
                    <a:pt x="28" y="54"/>
                  </a:cubicBezTo>
                  <a:cubicBezTo>
                    <a:pt x="1" y="100"/>
                    <a:pt x="19" y="147"/>
                    <a:pt x="65" y="175"/>
                  </a:cubicBezTo>
                  <a:cubicBezTo>
                    <a:pt x="715" y="471"/>
                    <a:pt x="1225" y="991"/>
                    <a:pt x="1513" y="1650"/>
                  </a:cubicBezTo>
                  <a:cubicBezTo>
                    <a:pt x="1531" y="1677"/>
                    <a:pt x="1559" y="1696"/>
                    <a:pt x="1596" y="1696"/>
                  </a:cubicBezTo>
                  <a:lnTo>
                    <a:pt x="1633" y="1696"/>
                  </a:lnTo>
                  <a:cubicBezTo>
                    <a:pt x="1670" y="1668"/>
                    <a:pt x="1689" y="1622"/>
                    <a:pt x="1670" y="1575"/>
                  </a:cubicBezTo>
                  <a:cubicBezTo>
                    <a:pt x="1364" y="889"/>
                    <a:pt x="826" y="332"/>
                    <a:pt x="140" y="8"/>
                  </a:cubicBezTo>
                  <a:cubicBezTo>
                    <a:pt x="128" y="3"/>
                    <a:pt x="116" y="0"/>
                    <a:pt x="1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1"/>
            <p:cNvSpPr/>
            <p:nvPr/>
          </p:nvSpPr>
          <p:spPr>
            <a:xfrm>
              <a:off x="1990058" y="3317117"/>
              <a:ext cx="47503" cy="47503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158" y="1"/>
                  </a:moveTo>
                  <a:lnTo>
                    <a:pt x="0" y="437"/>
                  </a:lnTo>
                  <a:lnTo>
                    <a:pt x="436" y="604"/>
                  </a:lnTo>
                  <a:lnTo>
                    <a:pt x="603" y="159"/>
                  </a:lnTo>
                  <a:lnTo>
                    <a:pt x="1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1"/>
            <p:cNvSpPr/>
            <p:nvPr/>
          </p:nvSpPr>
          <p:spPr>
            <a:xfrm>
              <a:off x="1277991" y="3581212"/>
              <a:ext cx="151790" cy="76524"/>
            </a:xfrm>
            <a:custGeom>
              <a:avLst/>
              <a:gdLst/>
              <a:ahLst/>
              <a:cxnLst/>
              <a:rect l="l" t="t" r="r" b="b"/>
              <a:pathLst>
                <a:path w="1930" h="973" extrusionOk="0">
                  <a:moveTo>
                    <a:pt x="965" y="1"/>
                  </a:moveTo>
                  <a:cubicBezTo>
                    <a:pt x="427" y="1"/>
                    <a:pt x="0" y="437"/>
                    <a:pt x="0" y="966"/>
                  </a:cubicBezTo>
                  <a:cubicBezTo>
                    <a:pt x="0" y="970"/>
                    <a:pt x="483" y="973"/>
                    <a:pt x="965" y="973"/>
                  </a:cubicBezTo>
                  <a:cubicBezTo>
                    <a:pt x="1447" y="973"/>
                    <a:pt x="1930" y="970"/>
                    <a:pt x="1930" y="966"/>
                  </a:cubicBezTo>
                  <a:cubicBezTo>
                    <a:pt x="1930" y="437"/>
                    <a:pt x="1494" y="1"/>
                    <a:pt x="9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1"/>
            <p:cNvSpPr/>
            <p:nvPr/>
          </p:nvSpPr>
          <p:spPr>
            <a:xfrm>
              <a:off x="1272879" y="3576887"/>
              <a:ext cx="161306" cy="85411"/>
            </a:xfrm>
            <a:custGeom>
              <a:avLst/>
              <a:gdLst/>
              <a:ahLst/>
              <a:cxnLst/>
              <a:rect l="l" t="t" r="r" b="b"/>
              <a:pathLst>
                <a:path w="2051" h="1086" extrusionOk="0">
                  <a:moveTo>
                    <a:pt x="1030" y="112"/>
                  </a:moveTo>
                  <a:cubicBezTo>
                    <a:pt x="1512" y="112"/>
                    <a:pt x="1902" y="492"/>
                    <a:pt x="1930" y="965"/>
                  </a:cubicBezTo>
                  <a:lnTo>
                    <a:pt x="121" y="965"/>
                  </a:lnTo>
                  <a:cubicBezTo>
                    <a:pt x="149" y="492"/>
                    <a:pt x="548" y="112"/>
                    <a:pt x="1030" y="112"/>
                  </a:cubicBezTo>
                  <a:close/>
                  <a:moveTo>
                    <a:pt x="1030" y="0"/>
                  </a:moveTo>
                  <a:cubicBezTo>
                    <a:pt x="464" y="0"/>
                    <a:pt x="0" y="455"/>
                    <a:pt x="0" y="1021"/>
                  </a:cubicBezTo>
                  <a:cubicBezTo>
                    <a:pt x="0" y="1076"/>
                    <a:pt x="0" y="1076"/>
                    <a:pt x="408" y="1086"/>
                  </a:cubicBezTo>
                  <a:lnTo>
                    <a:pt x="1132" y="1086"/>
                  </a:lnTo>
                  <a:cubicBezTo>
                    <a:pt x="2050" y="1086"/>
                    <a:pt x="2050" y="1086"/>
                    <a:pt x="2050" y="1021"/>
                  </a:cubicBezTo>
                  <a:cubicBezTo>
                    <a:pt x="2050" y="455"/>
                    <a:pt x="1587" y="0"/>
                    <a:pt x="10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1"/>
            <p:cNvSpPr/>
            <p:nvPr/>
          </p:nvSpPr>
          <p:spPr>
            <a:xfrm>
              <a:off x="1310787" y="3484241"/>
              <a:ext cx="86198" cy="86905"/>
            </a:xfrm>
            <a:custGeom>
              <a:avLst/>
              <a:gdLst/>
              <a:ahLst/>
              <a:cxnLst/>
              <a:rect l="l" t="t" r="r" b="b"/>
              <a:pathLst>
                <a:path w="1096" h="1105" extrusionOk="0">
                  <a:moveTo>
                    <a:pt x="548" y="0"/>
                  </a:moveTo>
                  <a:cubicBezTo>
                    <a:pt x="251" y="0"/>
                    <a:pt x="1" y="251"/>
                    <a:pt x="1" y="548"/>
                  </a:cubicBezTo>
                  <a:cubicBezTo>
                    <a:pt x="1" y="854"/>
                    <a:pt x="251" y="1104"/>
                    <a:pt x="548" y="1104"/>
                  </a:cubicBezTo>
                  <a:cubicBezTo>
                    <a:pt x="854" y="1104"/>
                    <a:pt x="1095" y="854"/>
                    <a:pt x="1095" y="548"/>
                  </a:cubicBezTo>
                  <a:cubicBezTo>
                    <a:pt x="1095" y="251"/>
                    <a:pt x="854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1"/>
            <p:cNvSpPr/>
            <p:nvPr/>
          </p:nvSpPr>
          <p:spPr>
            <a:xfrm>
              <a:off x="1306383" y="3479837"/>
              <a:ext cx="95714" cy="95635"/>
            </a:xfrm>
            <a:custGeom>
              <a:avLst/>
              <a:gdLst/>
              <a:ahLst/>
              <a:cxnLst/>
              <a:rect l="l" t="t" r="r" b="b"/>
              <a:pathLst>
                <a:path w="1217" h="1216" extrusionOk="0">
                  <a:moveTo>
                    <a:pt x="604" y="121"/>
                  </a:moveTo>
                  <a:cubicBezTo>
                    <a:pt x="882" y="121"/>
                    <a:pt x="1096" y="334"/>
                    <a:pt x="1096" y="604"/>
                  </a:cubicBezTo>
                  <a:cubicBezTo>
                    <a:pt x="1096" y="882"/>
                    <a:pt x="882" y="1095"/>
                    <a:pt x="604" y="1095"/>
                  </a:cubicBezTo>
                  <a:cubicBezTo>
                    <a:pt x="335" y="1095"/>
                    <a:pt x="122" y="882"/>
                    <a:pt x="122" y="604"/>
                  </a:cubicBezTo>
                  <a:cubicBezTo>
                    <a:pt x="122" y="334"/>
                    <a:pt x="335" y="121"/>
                    <a:pt x="604" y="121"/>
                  </a:cubicBezTo>
                  <a:close/>
                  <a:moveTo>
                    <a:pt x="604" y="1"/>
                  </a:moveTo>
                  <a:cubicBezTo>
                    <a:pt x="270" y="1"/>
                    <a:pt x="1" y="279"/>
                    <a:pt x="1" y="613"/>
                  </a:cubicBezTo>
                  <a:cubicBezTo>
                    <a:pt x="1" y="947"/>
                    <a:pt x="270" y="1216"/>
                    <a:pt x="604" y="1216"/>
                  </a:cubicBezTo>
                  <a:cubicBezTo>
                    <a:pt x="938" y="1216"/>
                    <a:pt x="1216" y="947"/>
                    <a:pt x="1216" y="613"/>
                  </a:cubicBezTo>
                  <a:cubicBezTo>
                    <a:pt x="1216" y="279"/>
                    <a:pt x="938" y="1"/>
                    <a:pt x="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1"/>
            <p:cNvSpPr/>
            <p:nvPr/>
          </p:nvSpPr>
          <p:spPr>
            <a:xfrm>
              <a:off x="1499775" y="3581212"/>
              <a:ext cx="152576" cy="76524"/>
            </a:xfrm>
            <a:custGeom>
              <a:avLst/>
              <a:gdLst/>
              <a:ahLst/>
              <a:cxnLst/>
              <a:rect l="l" t="t" r="r" b="b"/>
              <a:pathLst>
                <a:path w="1940" h="973" extrusionOk="0">
                  <a:moveTo>
                    <a:pt x="965" y="1"/>
                  </a:moveTo>
                  <a:cubicBezTo>
                    <a:pt x="436" y="1"/>
                    <a:pt x="0" y="437"/>
                    <a:pt x="0" y="966"/>
                  </a:cubicBezTo>
                  <a:cubicBezTo>
                    <a:pt x="0" y="970"/>
                    <a:pt x="485" y="973"/>
                    <a:pt x="970" y="973"/>
                  </a:cubicBezTo>
                  <a:cubicBezTo>
                    <a:pt x="1454" y="973"/>
                    <a:pt x="1939" y="970"/>
                    <a:pt x="1939" y="966"/>
                  </a:cubicBezTo>
                  <a:cubicBezTo>
                    <a:pt x="1939" y="437"/>
                    <a:pt x="1503" y="1"/>
                    <a:pt x="9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1"/>
            <p:cNvSpPr/>
            <p:nvPr/>
          </p:nvSpPr>
          <p:spPr>
            <a:xfrm>
              <a:off x="1495370" y="3576887"/>
              <a:ext cx="161306" cy="85411"/>
            </a:xfrm>
            <a:custGeom>
              <a:avLst/>
              <a:gdLst/>
              <a:ahLst/>
              <a:cxnLst/>
              <a:rect l="l" t="t" r="r" b="b"/>
              <a:pathLst>
                <a:path w="2051" h="1086" extrusionOk="0">
                  <a:moveTo>
                    <a:pt x="1030" y="112"/>
                  </a:moveTo>
                  <a:cubicBezTo>
                    <a:pt x="1503" y="112"/>
                    <a:pt x="1902" y="492"/>
                    <a:pt x="1930" y="965"/>
                  </a:cubicBezTo>
                  <a:lnTo>
                    <a:pt x="121" y="965"/>
                  </a:lnTo>
                  <a:cubicBezTo>
                    <a:pt x="149" y="492"/>
                    <a:pt x="548" y="112"/>
                    <a:pt x="1030" y="112"/>
                  </a:cubicBezTo>
                  <a:close/>
                  <a:moveTo>
                    <a:pt x="1021" y="0"/>
                  </a:moveTo>
                  <a:cubicBezTo>
                    <a:pt x="464" y="0"/>
                    <a:pt x="1" y="455"/>
                    <a:pt x="1" y="1021"/>
                  </a:cubicBezTo>
                  <a:cubicBezTo>
                    <a:pt x="1" y="1076"/>
                    <a:pt x="1" y="1076"/>
                    <a:pt x="399" y="1086"/>
                  </a:cubicBezTo>
                  <a:lnTo>
                    <a:pt x="1132" y="1086"/>
                  </a:lnTo>
                  <a:cubicBezTo>
                    <a:pt x="2051" y="1086"/>
                    <a:pt x="2051" y="1086"/>
                    <a:pt x="2051" y="1021"/>
                  </a:cubicBezTo>
                  <a:cubicBezTo>
                    <a:pt x="2051" y="455"/>
                    <a:pt x="1587" y="0"/>
                    <a:pt x="1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1"/>
            <p:cNvSpPr/>
            <p:nvPr/>
          </p:nvSpPr>
          <p:spPr>
            <a:xfrm>
              <a:off x="1533278" y="3484241"/>
              <a:ext cx="86198" cy="86905"/>
            </a:xfrm>
            <a:custGeom>
              <a:avLst/>
              <a:gdLst/>
              <a:ahLst/>
              <a:cxnLst/>
              <a:rect l="l" t="t" r="r" b="b"/>
              <a:pathLst>
                <a:path w="1096" h="1105" extrusionOk="0">
                  <a:moveTo>
                    <a:pt x="548" y="0"/>
                  </a:moveTo>
                  <a:cubicBezTo>
                    <a:pt x="251" y="0"/>
                    <a:pt x="1" y="251"/>
                    <a:pt x="1" y="557"/>
                  </a:cubicBezTo>
                  <a:cubicBezTo>
                    <a:pt x="1" y="854"/>
                    <a:pt x="242" y="1104"/>
                    <a:pt x="548" y="1104"/>
                  </a:cubicBezTo>
                  <a:cubicBezTo>
                    <a:pt x="854" y="1104"/>
                    <a:pt x="1096" y="854"/>
                    <a:pt x="1096" y="557"/>
                  </a:cubicBezTo>
                  <a:cubicBezTo>
                    <a:pt x="1096" y="251"/>
                    <a:pt x="854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1"/>
            <p:cNvSpPr/>
            <p:nvPr/>
          </p:nvSpPr>
          <p:spPr>
            <a:xfrm>
              <a:off x="1528952" y="3479837"/>
              <a:ext cx="95635" cy="95635"/>
            </a:xfrm>
            <a:custGeom>
              <a:avLst/>
              <a:gdLst/>
              <a:ahLst/>
              <a:cxnLst/>
              <a:rect l="l" t="t" r="r" b="b"/>
              <a:pathLst>
                <a:path w="1216" h="1216" extrusionOk="0">
                  <a:moveTo>
                    <a:pt x="603" y="121"/>
                  </a:moveTo>
                  <a:cubicBezTo>
                    <a:pt x="872" y="121"/>
                    <a:pt x="1095" y="334"/>
                    <a:pt x="1095" y="604"/>
                  </a:cubicBezTo>
                  <a:cubicBezTo>
                    <a:pt x="1095" y="882"/>
                    <a:pt x="872" y="1095"/>
                    <a:pt x="603" y="1095"/>
                  </a:cubicBezTo>
                  <a:cubicBezTo>
                    <a:pt x="334" y="1095"/>
                    <a:pt x="112" y="882"/>
                    <a:pt x="112" y="604"/>
                  </a:cubicBezTo>
                  <a:cubicBezTo>
                    <a:pt x="112" y="334"/>
                    <a:pt x="334" y="121"/>
                    <a:pt x="603" y="121"/>
                  </a:cubicBezTo>
                  <a:close/>
                  <a:moveTo>
                    <a:pt x="603" y="1"/>
                  </a:moveTo>
                  <a:cubicBezTo>
                    <a:pt x="269" y="1"/>
                    <a:pt x="0" y="279"/>
                    <a:pt x="0" y="613"/>
                  </a:cubicBezTo>
                  <a:cubicBezTo>
                    <a:pt x="0" y="947"/>
                    <a:pt x="269" y="1216"/>
                    <a:pt x="603" y="1216"/>
                  </a:cubicBezTo>
                  <a:cubicBezTo>
                    <a:pt x="937" y="1216"/>
                    <a:pt x="1216" y="947"/>
                    <a:pt x="1216" y="613"/>
                  </a:cubicBezTo>
                  <a:cubicBezTo>
                    <a:pt x="1216" y="279"/>
                    <a:pt x="937" y="1"/>
                    <a:pt x="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1"/>
            <p:cNvSpPr/>
            <p:nvPr/>
          </p:nvSpPr>
          <p:spPr>
            <a:xfrm>
              <a:off x="1374962" y="3594346"/>
              <a:ext cx="172317" cy="86512"/>
            </a:xfrm>
            <a:custGeom>
              <a:avLst/>
              <a:gdLst/>
              <a:ahLst/>
              <a:cxnLst/>
              <a:rect l="l" t="t" r="r" b="b"/>
              <a:pathLst>
                <a:path w="2191" h="1100" extrusionOk="0">
                  <a:moveTo>
                    <a:pt x="1096" y="1"/>
                  </a:moveTo>
                  <a:cubicBezTo>
                    <a:pt x="493" y="1"/>
                    <a:pt x="1" y="493"/>
                    <a:pt x="1" y="1096"/>
                  </a:cubicBezTo>
                  <a:cubicBezTo>
                    <a:pt x="1" y="1096"/>
                    <a:pt x="974" y="1100"/>
                    <a:pt x="1623" y="1100"/>
                  </a:cubicBezTo>
                  <a:cubicBezTo>
                    <a:pt x="1947" y="1100"/>
                    <a:pt x="2190" y="1099"/>
                    <a:pt x="2190" y="1096"/>
                  </a:cubicBezTo>
                  <a:cubicBezTo>
                    <a:pt x="2190" y="493"/>
                    <a:pt x="1699" y="1"/>
                    <a:pt x="10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1"/>
            <p:cNvSpPr/>
            <p:nvPr/>
          </p:nvSpPr>
          <p:spPr>
            <a:xfrm>
              <a:off x="1370637" y="3590021"/>
              <a:ext cx="180968" cy="95635"/>
            </a:xfrm>
            <a:custGeom>
              <a:avLst/>
              <a:gdLst/>
              <a:ahLst/>
              <a:cxnLst/>
              <a:rect l="l" t="t" r="r" b="b"/>
              <a:pathLst>
                <a:path w="2301" h="1216" extrusionOk="0">
                  <a:moveTo>
                    <a:pt x="1151" y="112"/>
                  </a:moveTo>
                  <a:cubicBezTo>
                    <a:pt x="1707" y="112"/>
                    <a:pt x="2162" y="548"/>
                    <a:pt x="2190" y="1095"/>
                  </a:cubicBezTo>
                  <a:lnTo>
                    <a:pt x="112" y="1095"/>
                  </a:lnTo>
                  <a:cubicBezTo>
                    <a:pt x="139" y="548"/>
                    <a:pt x="594" y="112"/>
                    <a:pt x="1151" y="112"/>
                  </a:cubicBezTo>
                  <a:close/>
                  <a:moveTo>
                    <a:pt x="1151" y="0"/>
                  </a:moveTo>
                  <a:cubicBezTo>
                    <a:pt x="510" y="0"/>
                    <a:pt x="0" y="511"/>
                    <a:pt x="0" y="1151"/>
                  </a:cubicBezTo>
                  <a:cubicBezTo>
                    <a:pt x="0" y="1206"/>
                    <a:pt x="0" y="1206"/>
                    <a:pt x="446" y="1216"/>
                  </a:cubicBezTo>
                  <a:lnTo>
                    <a:pt x="1271" y="1216"/>
                  </a:lnTo>
                  <a:cubicBezTo>
                    <a:pt x="2301" y="1216"/>
                    <a:pt x="2301" y="1216"/>
                    <a:pt x="2301" y="1151"/>
                  </a:cubicBezTo>
                  <a:cubicBezTo>
                    <a:pt x="2301" y="511"/>
                    <a:pt x="1791" y="0"/>
                    <a:pt x="1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1"/>
            <p:cNvSpPr/>
            <p:nvPr/>
          </p:nvSpPr>
          <p:spPr>
            <a:xfrm>
              <a:off x="1412949" y="3484241"/>
              <a:ext cx="97837" cy="98545"/>
            </a:xfrm>
            <a:custGeom>
              <a:avLst/>
              <a:gdLst/>
              <a:ahLst/>
              <a:cxnLst/>
              <a:rect l="l" t="t" r="r" b="b"/>
              <a:pathLst>
                <a:path w="1244" h="1253" extrusionOk="0">
                  <a:moveTo>
                    <a:pt x="622" y="0"/>
                  </a:moveTo>
                  <a:cubicBezTo>
                    <a:pt x="279" y="0"/>
                    <a:pt x="0" y="278"/>
                    <a:pt x="0" y="622"/>
                  </a:cubicBezTo>
                  <a:cubicBezTo>
                    <a:pt x="0" y="974"/>
                    <a:pt x="279" y="1253"/>
                    <a:pt x="622" y="1253"/>
                  </a:cubicBezTo>
                  <a:cubicBezTo>
                    <a:pt x="965" y="1253"/>
                    <a:pt x="1243" y="974"/>
                    <a:pt x="1243" y="622"/>
                  </a:cubicBezTo>
                  <a:cubicBezTo>
                    <a:pt x="1243" y="278"/>
                    <a:pt x="965" y="0"/>
                    <a:pt x="6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1"/>
            <p:cNvSpPr/>
            <p:nvPr/>
          </p:nvSpPr>
          <p:spPr>
            <a:xfrm>
              <a:off x="1407837" y="3479837"/>
              <a:ext cx="107354" cy="107354"/>
            </a:xfrm>
            <a:custGeom>
              <a:avLst/>
              <a:gdLst/>
              <a:ahLst/>
              <a:cxnLst/>
              <a:rect l="l" t="t" r="r" b="b"/>
              <a:pathLst>
                <a:path w="1365" h="1365" extrusionOk="0">
                  <a:moveTo>
                    <a:pt x="687" y="121"/>
                  </a:moveTo>
                  <a:cubicBezTo>
                    <a:pt x="993" y="121"/>
                    <a:pt x="1253" y="372"/>
                    <a:pt x="1253" y="678"/>
                  </a:cubicBezTo>
                  <a:cubicBezTo>
                    <a:pt x="1253" y="993"/>
                    <a:pt x="993" y="1244"/>
                    <a:pt x="687" y="1244"/>
                  </a:cubicBezTo>
                  <a:cubicBezTo>
                    <a:pt x="371" y="1244"/>
                    <a:pt x="121" y="993"/>
                    <a:pt x="121" y="678"/>
                  </a:cubicBezTo>
                  <a:cubicBezTo>
                    <a:pt x="121" y="372"/>
                    <a:pt x="371" y="121"/>
                    <a:pt x="687" y="121"/>
                  </a:cubicBezTo>
                  <a:close/>
                  <a:moveTo>
                    <a:pt x="687" y="1"/>
                  </a:moveTo>
                  <a:cubicBezTo>
                    <a:pt x="307" y="1"/>
                    <a:pt x="0" y="307"/>
                    <a:pt x="0" y="678"/>
                  </a:cubicBezTo>
                  <a:cubicBezTo>
                    <a:pt x="0" y="1058"/>
                    <a:pt x="307" y="1364"/>
                    <a:pt x="687" y="1364"/>
                  </a:cubicBezTo>
                  <a:cubicBezTo>
                    <a:pt x="1058" y="1364"/>
                    <a:pt x="1364" y="1058"/>
                    <a:pt x="1364" y="678"/>
                  </a:cubicBezTo>
                  <a:cubicBezTo>
                    <a:pt x="1364" y="307"/>
                    <a:pt x="1058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1"/>
            <p:cNvSpPr/>
            <p:nvPr/>
          </p:nvSpPr>
          <p:spPr>
            <a:xfrm>
              <a:off x="1985653" y="3311847"/>
              <a:ext cx="57019" cy="56469"/>
            </a:xfrm>
            <a:custGeom>
              <a:avLst/>
              <a:gdLst/>
              <a:ahLst/>
              <a:cxnLst/>
              <a:rect l="l" t="t" r="r" b="b"/>
              <a:pathLst>
                <a:path w="725" h="718" extrusionOk="0">
                  <a:moveTo>
                    <a:pt x="251" y="133"/>
                  </a:moveTo>
                  <a:lnTo>
                    <a:pt x="585" y="253"/>
                  </a:lnTo>
                  <a:lnTo>
                    <a:pt x="464" y="587"/>
                  </a:lnTo>
                  <a:lnTo>
                    <a:pt x="130" y="467"/>
                  </a:lnTo>
                  <a:lnTo>
                    <a:pt x="251" y="133"/>
                  </a:lnTo>
                  <a:close/>
                  <a:moveTo>
                    <a:pt x="223" y="0"/>
                  </a:moveTo>
                  <a:cubicBezTo>
                    <a:pt x="195" y="0"/>
                    <a:pt x="175" y="17"/>
                    <a:pt x="168" y="40"/>
                  </a:cubicBezTo>
                  <a:lnTo>
                    <a:pt x="1" y="485"/>
                  </a:lnTo>
                  <a:cubicBezTo>
                    <a:pt x="1" y="495"/>
                    <a:pt x="1" y="513"/>
                    <a:pt x="1" y="522"/>
                  </a:cubicBezTo>
                  <a:cubicBezTo>
                    <a:pt x="10" y="541"/>
                    <a:pt x="19" y="550"/>
                    <a:pt x="38" y="559"/>
                  </a:cubicBezTo>
                  <a:lnTo>
                    <a:pt x="483" y="717"/>
                  </a:lnTo>
                  <a:lnTo>
                    <a:pt x="501" y="717"/>
                  </a:lnTo>
                  <a:cubicBezTo>
                    <a:pt x="520" y="717"/>
                    <a:pt x="548" y="708"/>
                    <a:pt x="557" y="680"/>
                  </a:cubicBezTo>
                  <a:lnTo>
                    <a:pt x="715" y="235"/>
                  </a:lnTo>
                  <a:cubicBezTo>
                    <a:pt x="724" y="207"/>
                    <a:pt x="715" y="179"/>
                    <a:pt x="678" y="161"/>
                  </a:cubicBezTo>
                  <a:lnTo>
                    <a:pt x="242" y="3"/>
                  </a:lnTo>
                  <a:cubicBezTo>
                    <a:pt x="235" y="1"/>
                    <a:pt x="229" y="0"/>
                    <a:pt x="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1"/>
            <p:cNvSpPr/>
            <p:nvPr/>
          </p:nvSpPr>
          <p:spPr>
            <a:xfrm>
              <a:off x="1707716" y="3340239"/>
              <a:ext cx="302085" cy="134566"/>
            </a:xfrm>
            <a:custGeom>
              <a:avLst/>
              <a:gdLst/>
              <a:ahLst/>
              <a:cxnLst/>
              <a:rect l="l" t="t" r="r" b="b"/>
              <a:pathLst>
                <a:path w="3841" h="1711" extrusionOk="0">
                  <a:moveTo>
                    <a:pt x="3769" y="0"/>
                  </a:moveTo>
                  <a:cubicBezTo>
                    <a:pt x="3762" y="0"/>
                    <a:pt x="3754" y="1"/>
                    <a:pt x="3748" y="4"/>
                  </a:cubicBezTo>
                  <a:lnTo>
                    <a:pt x="37" y="1599"/>
                  </a:lnTo>
                  <a:cubicBezTo>
                    <a:pt x="9" y="1618"/>
                    <a:pt x="0" y="1655"/>
                    <a:pt x="9" y="1683"/>
                  </a:cubicBezTo>
                  <a:cubicBezTo>
                    <a:pt x="19" y="1701"/>
                    <a:pt x="37" y="1711"/>
                    <a:pt x="65" y="1711"/>
                  </a:cubicBezTo>
                  <a:lnTo>
                    <a:pt x="84" y="1711"/>
                  </a:lnTo>
                  <a:lnTo>
                    <a:pt x="3794" y="115"/>
                  </a:lnTo>
                  <a:cubicBezTo>
                    <a:pt x="3822" y="106"/>
                    <a:pt x="3841" y="69"/>
                    <a:pt x="3822" y="41"/>
                  </a:cubicBezTo>
                  <a:cubicBezTo>
                    <a:pt x="3815" y="12"/>
                    <a:pt x="3792" y="0"/>
                    <a:pt x="3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>
          <a:extLst>
            <a:ext uri="{FF2B5EF4-FFF2-40B4-BE49-F238E27FC236}">
              <a16:creationId xmlns:a16="http://schemas.microsoft.com/office/drawing/2014/main" id="{50DAA95A-172A-883E-0D8E-4BECA522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>
            <a:extLst>
              <a:ext uri="{FF2B5EF4-FFF2-40B4-BE49-F238E27FC236}">
                <a16:creationId xmlns:a16="http://schemas.microsoft.com/office/drawing/2014/main" id="{8D1C0EA5-286D-A99D-44C9-32877073B1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30550" y="2446781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Diseño</a:t>
            </a:r>
            <a:endParaRPr dirty="0"/>
          </a:p>
        </p:txBody>
      </p:sp>
      <p:sp>
        <p:nvSpPr>
          <p:cNvPr id="1290" name="Google Shape;1290;p28">
            <a:extLst>
              <a:ext uri="{FF2B5EF4-FFF2-40B4-BE49-F238E27FC236}">
                <a16:creationId xmlns:a16="http://schemas.microsoft.com/office/drawing/2014/main" id="{30827657-DE38-2FA5-6B70-C579ADB2030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291" name="Google Shape;1291;p28">
            <a:extLst>
              <a:ext uri="{FF2B5EF4-FFF2-40B4-BE49-F238E27FC236}">
                <a16:creationId xmlns:a16="http://schemas.microsoft.com/office/drawing/2014/main" id="{179DE87F-05D9-7738-7F92-1B3EA180B06F}"/>
              </a:ext>
            </a:extLst>
          </p:cNvPr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>
              <a:extLst>
                <a:ext uri="{FF2B5EF4-FFF2-40B4-BE49-F238E27FC236}">
                  <a16:creationId xmlns:a16="http://schemas.microsoft.com/office/drawing/2014/main" id="{BA8DC72E-D27E-A105-70F8-0723A387A411}"/>
                </a:ext>
              </a:extLst>
            </p:cNvPr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>
              <a:extLst>
                <a:ext uri="{FF2B5EF4-FFF2-40B4-BE49-F238E27FC236}">
                  <a16:creationId xmlns:a16="http://schemas.microsoft.com/office/drawing/2014/main" id="{EFB6164C-294E-34C9-BDE0-D7F3EB75C601}"/>
                </a:ext>
              </a:extLst>
            </p:cNvPr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>
              <a:extLst>
                <a:ext uri="{FF2B5EF4-FFF2-40B4-BE49-F238E27FC236}">
                  <a16:creationId xmlns:a16="http://schemas.microsoft.com/office/drawing/2014/main" id="{0E003A49-4E16-CFC0-50FA-5238A3503EE1}"/>
                </a:ext>
              </a:extLst>
            </p:cNvPr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>
              <a:extLst>
                <a:ext uri="{FF2B5EF4-FFF2-40B4-BE49-F238E27FC236}">
                  <a16:creationId xmlns:a16="http://schemas.microsoft.com/office/drawing/2014/main" id="{C2A85B07-1B4D-9308-E80A-C92AD27AA0B8}"/>
                </a:ext>
              </a:extLst>
            </p:cNvPr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>
              <a:extLst>
                <a:ext uri="{FF2B5EF4-FFF2-40B4-BE49-F238E27FC236}">
                  <a16:creationId xmlns:a16="http://schemas.microsoft.com/office/drawing/2014/main" id="{84BD961A-0720-A6E0-46B8-DBBC1B1A3A87}"/>
                </a:ext>
              </a:extLst>
            </p:cNvPr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>
              <a:extLst>
                <a:ext uri="{FF2B5EF4-FFF2-40B4-BE49-F238E27FC236}">
                  <a16:creationId xmlns:a16="http://schemas.microsoft.com/office/drawing/2014/main" id="{A73EBDF9-F089-6890-2DF8-1CDE3024FD67}"/>
                </a:ext>
              </a:extLst>
            </p:cNvPr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>
              <a:extLst>
                <a:ext uri="{FF2B5EF4-FFF2-40B4-BE49-F238E27FC236}">
                  <a16:creationId xmlns:a16="http://schemas.microsoft.com/office/drawing/2014/main" id="{4C71A531-5200-C3CB-0843-5E7854142444}"/>
                </a:ext>
              </a:extLst>
            </p:cNvPr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>
              <a:extLst>
                <a:ext uri="{FF2B5EF4-FFF2-40B4-BE49-F238E27FC236}">
                  <a16:creationId xmlns:a16="http://schemas.microsoft.com/office/drawing/2014/main" id="{2BA22E9A-46E8-8B5E-8221-B75EB65A578D}"/>
                </a:ext>
              </a:extLst>
            </p:cNvPr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>
              <a:extLst>
                <a:ext uri="{FF2B5EF4-FFF2-40B4-BE49-F238E27FC236}">
                  <a16:creationId xmlns:a16="http://schemas.microsoft.com/office/drawing/2014/main" id="{B97E909F-A5A9-51BE-72B0-A895A188FD07}"/>
                </a:ext>
              </a:extLst>
            </p:cNvPr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>
              <a:extLst>
                <a:ext uri="{FF2B5EF4-FFF2-40B4-BE49-F238E27FC236}">
                  <a16:creationId xmlns:a16="http://schemas.microsoft.com/office/drawing/2014/main" id="{0B4834BD-DE19-F1C2-553A-A4866413F702}"/>
                </a:ext>
              </a:extLst>
            </p:cNvPr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>
              <a:extLst>
                <a:ext uri="{FF2B5EF4-FFF2-40B4-BE49-F238E27FC236}">
                  <a16:creationId xmlns:a16="http://schemas.microsoft.com/office/drawing/2014/main" id="{692B0B13-E020-02B9-5DD8-7F5B1B1B7C63}"/>
                </a:ext>
              </a:extLst>
            </p:cNvPr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>
              <a:extLst>
                <a:ext uri="{FF2B5EF4-FFF2-40B4-BE49-F238E27FC236}">
                  <a16:creationId xmlns:a16="http://schemas.microsoft.com/office/drawing/2014/main" id="{57166950-97AF-7D02-D181-9713141D6243}"/>
                </a:ext>
              </a:extLst>
            </p:cNvPr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>
              <a:extLst>
                <a:ext uri="{FF2B5EF4-FFF2-40B4-BE49-F238E27FC236}">
                  <a16:creationId xmlns:a16="http://schemas.microsoft.com/office/drawing/2014/main" id="{5C5EAD0C-EA59-ECB1-5D17-A73EF99C6BDA}"/>
                </a:ext>
              </a:extLst>
            </p:cNvPr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>
              <a:extLst>
                <a:ext uri="{FF2B5EF4-FFF2-40B4-BE49-F238E27FC236}">
                  <a16:creationId xmlns:a16="http://schemas.microsoft.com/office/drawing/2014/main" id="{8E2229FE-A2AB-2A10-5263-BEDC8B18D694}"/>
                </a:ext>
              </a:extLst>
            </p:cNvPr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>
              <a:extLst>
                <a:ext uri="{FF2B5EF4-FFF2-40B4-BE49-F238E27FC236}">
                  <a16:creationId xmlns:a16="http://schemas.microsoft.com/office/drawing/2014/main" id="{C642BE82-5652-A907-191D-A21E649A53FA}"/>
                </a:ext>
              </a:extLst>
            </p:cNvPr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>
              <a:extLst>
                <a:ext uri="{FF2B5EF4-FFF2-40B4-BE49-F238E27FC236}">
                  <a16:creationId xmlns:a16="http://schemas.microsoft.com/office/drawing/2014/main" id="{0034C296-E5F6-0798-7DD8-754AD983F593}"/>
                </a:ext>
              </a:extLst>
            </p:cNvPr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>
              <a:extLst>
                <a:ext uri="{FF2B5EF4-FFF2-40B4-BE49-F238E27FC236}">
                  <a16:creationId xmlns:a16="http://schemas.microsoft.com/office/drawing/2014/main" id="{A1F3C008-8792-96EC-A975-517A679CB256}"/>
                </a:ext>
              </a:extLst>
            </p:cNvPr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>
              <a:extLst>
                <a:ext uri="{FF2B5EF4-FFF2-40B4-BE49-F238E27FC236}">
                  <a16:creationId xmlns:a16="http://schemas.microsoft.com/office/drawing/2014/main" id="{70A6D98C-2B5E-E744-2C96-278B6295A33B}"/>
                </a:ext>
              </a:extLst>
            </p:cNvPr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>
              <a:extLst>
                <a:ext uri="{FF2B5EF4-FFF2-40B4-BE49-F238E27FC236}">
                  <a16:creationId xmlns:a16="http://schemas.microsoft.com/office/drawing/2014/main" id="{568323AB-A497-7429-54B2-5A1453A37C04}"/>
                </a:ext>
              </a:extLst>
            </p:cNvPr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>
              <a:extLst>
                <a:ext uri="{FF2B5EF4-FFF2-40B4-BE49-F238E27FC236}">
                  <a16:creationId xmlns:a16="http://schemas.microsoft.com/office/drawing/2014/main" id="{BA3DC234-B4DB-C76B-7006-AB97300707A8}"/>
                </a:ext>
              </a:extLst>
            </p:cNvPr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>
              <a:extLst>
                <a:ext uri="{FF2B5EF4-FFF2-40B4-BE49-F238E27FC236}">
                  <a16:creationId xmlns:a16="http://schemas.microsoft.com/office/drawing/2014/main" id="{9E7D5B99-DB6B-2F20-2F96-DC302F5AA554}"/>
                </a:ext>
              </a:extLst>
            </p:cNvPr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>
              <a:extLst>
                <a:ext uri="{FF2B5EF4-FFF2-40B4-BE49-F238E27FC236}">
                  <a16:creationId xmlns:a16="http://schemas.microsoft.com/office/drawing/2014/main" id="{F7B4EC8B-CEA0-0A44-3599-71035B2159F6}"/>
                </a:ext>
              </a:extLst>
            </p:cNvPr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>
              <a:extLst>
                <a:ext uri="{FF2B5EF4-FFF2-40B4-BE49-F238E27FC236}">
                  <a16:creationId xmlns:a16="http://schemas.microsoft.com/office/drawing/2014/main" id="{08F8FCA9-F872-A0AC-FA40-4E798D9BC9E2}"/>
                </a:ext>
              </a:extLst>
            </p:cNvPr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>
              <a:extLst>
                <a:ext uri="{FF2B5EF4-FFF2-40B4-BE49-F238E27FC236}">
                  <a16:creationId xmlns:a16="http://schemas.microsoft.com/office/drawing/2014/main" id="{83BBF9DF-5B0F-87A0-2DCE-CCDC935FDB66}"/>
                </a:ext>
              </a:extLst>
            </p:cNvPr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>
              <a:extLst>
                <a:ext uri="{FF2B5EF4-FFF2-40B4-BE49-F238E27FC236}">
                  <a16:creationId xmlns:a16="http://schemas.microsoft.com/office/drawing/2014/main" id="{48BE5295-788D-5ED6-EB6E-BE89672E6522}"/>
                </a:ext>
              </a:extLst>
            </p:cNvPr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>
              <a:extLst>
                <a:ext uri="{FF2B5EF4-FFF2-40B4-BE49-F238E27FC236}">
                  <a16:creationId xmlns:a16="http://schemas.microsoft.com/office/drawing/2014/main" id="{2804F70D-43CD-B04B-1C26-F0B741E118B1}"/>
                </a:ext>
              </a:extLst>
            </p:cNvPr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>
              <a:extLst>
                <a:ext uri="{FF2B5EF4-FFF2-40B4-BE49-F238E27FC236}">
                  <a16:creationId xmlns:a16="http://schemas.microsoft.com/office/drawing/2014/main" id="{E7C430A3-7229-7EE7-8CD4-4D7690A7ABE0}"/>
                </a:ext>
              </a:extLst>
            </p:cNvPr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>
              <a:extLst>
                <a:ext uri="{FF2B5EF4-FFF2-40B4-BE49-F238E27FC236}">
                  <a16:creationId xmlns:a16="http://schemas.microsoft.com/office/drawing/2014/main" id="{6CF70BD0-CB00-7959-C506-1E13FDC95182}"/>
                </a:ext>
              </a:extLst>
            </p:cNvPr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>
              <a:extLst>
                <a:ext uri="{FF2B5EF4-FFF2-40B4-BE49-F238E27FC236}">
                  <a16:creationId xmlns:a16="http://schemas.microsoft.com/office/drawing/2014/main" id="{8D5A7521-CB3B-7E51-71EB-25557B77E354}"/>
                </a:ext>
              </a:extLst>
            </p:cNvPr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>
              <a:extLst>
                <a:ext uri="{FF2B5EF4-FFF2-40B4-BE49-F238E27FC236}">
                  <a16:creationId xmlns:a16="http://schemas.microsoft.com/office/drawing/2014/main" id="{93277A95-7734-1614-F95D-3BC9F9191888}"/>
                </a:ext>
              </a:extLst>
            </p:cNvPr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>
              <a:extLst>
                <a:ext uri="{FF2B5EF4-FFF2-40B4-BE49-F238E27FC236}">
                  <a16:creationId xmlns:a16="http://schemas.microsoft.com/office/drawing/2014/main" id="{0D828ABF-E556-21A1-317B-158E17386D14}"/>
                </a:ext>
              </a:extLst>
            </p:cNvPr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>
              <a:extLst>
                <a:ext uri="{FF2B5EF4-FFF2-40B4-BE49-F238E27FC236}">
                  <a16:creationId xmlns:a16="http://schemas.microsoft.com/office/drawing/2014/main" id="{2454B4A4-B374-4D9A-7982-D3EAA2F78A9A}"/>
                </a:ext>
              </a:extLst>
            </p:cNvPr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>
              <a:extLst>
                <a:ext uri="{FF2B5EF4-FFF2-40B4-BE49-F238E27FC236}">
                  <a16:creationId xmlns:a16="http://schemas.microsoft.com/office/drawing/2014/main" id="{CAFE4146-3906-3D0D-CA06-42B4941E88B2}"/>
                </a:ext>
              </a:extLst>
            </p:cNvPr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>
              <a:extLst>
                <a:ext uri="{FF2B5EF4-FFF2-40B4-BE49-F238E27FC236}">
                  <a16:creationId xmlns:a16="http://schemas.microsoft.com/office/drawing/2014/main" id="{E175DF19-7D80-1E18-440D-F43653D072BD}"/>
                </a:ext>
              </a:extLst>
            </p:cNvPr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>
              <a:extLst>
                <a:ext uri="{FF2B5EF4-FFF2-40B4-BE49-F238E27FC236}">
                  <a16:creationId xmlns:a16="http://schemas.microsoft.com/office/drawing/2014/main" id="{35265709-86AD-C543-8758-1E7B93BEDA1B}"/>
                </a:ext>
              </a:extLst>
            </p:cNvPr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>
              <a:extLst>
                <a:ext uri="{FF2B5EF4-FFF2-40B4-BE49-F238E27FC236}">
                  <a16:creationId xmlns:a16="http://schemas.microsoft.com/office/drawing/2014/main" id="{1745DB74-99E6-35BA-7985-CEB6F9EAE845}"/>
                </a:ext>
              </a:extLst>
            </p:cNvPr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>
              <a:extLst>
                <a:ext uri="{FF2B5EF4-FFF2-40B4-BE49-F238E27FC236}">
                  <a16:creationId xmlns:a16="http://schemas.microsoft.com/office/drawing/2014/main" id="{A15CCAA3-E387-D12E-015D-E9903D0E757F}"/>
                </a:ext>
              </a:extLst>
            </p:cNvPr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>
              <a:extLst>
                <a:ext uri="{FF2B5EF4-FFF2-40B4-BE49-F238E27FC236}">
                  <a16:creationId xmlns:a16="http://schemas.microsoft.com/office/drawing/2014/main" id="{281F6EE7-F844-F1C9-15D5-1ED488D3C3AC}"/>
                </a:ext>
              </a:extLst>
            </p:cNvPr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>
              <a:extLst>
                <a:ext uri="{FF2B5EF4-FFF2-40B4-BE49-F238E27FC236}">
                  <a16:creationId xmlns:a16="http://schemas.microsoft.com/office/drawing/2014/main" id="{63D94D58-B90D-3A9C-82D9-919DC5E7AD35}"/>
                </a:ext>
              </a:extLst>
            </p:cNvPr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>
              <a:extLst>
                <a:ext uri="{FF2B5EF4-FFF2-40B4-BE49-F238E27FC236}">
                  <a16:creationId xmlns:a16="http://schemas.microsoft.com/office/drawing/2014/main" id="{C1B0AABF-ACF2-1FE3-E4E7-71117C50AD07}"/>
                </a:ext>
              </a:extLst>
            </p:cNvPr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>
              <a:extLst>
                <a:ext uri="{FF2B5EF4-FFF2-40B4-BE49-F238E27FC236}">
                  <a16:creationId xmlns:a16="http://schemas.microsoft.com/office/drawing/2014/main" id="{B6F1A4D5-EB35-826B-2285-D1DF3E7A33DF}"/>
                </a:ext>
              </a:extLst>
            </p:cNvPr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>
              <a:extLst>
                <a:ext uri="{FF2B5EF4-FFF2-40B4-BE49-F238E27FC236}">
                  <a16:creationId xmlns:a16="http://schemas.microsoft.com/office/drawing/2014/main" id="{77424313-D1F2-06BD-610E-3670F6541900}"/>
                </a:ext>
              </a:extLst>
            </p:cNvPr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>
              <a:extLst>
                <a:ext uri="{FF2B5EF4-FFF2-40B4-BE49-F238E27FC236}">
                  <a16:creationId xmlns:a16="http://schemas.microsoft.com/office/drawing/2014/main" id="{454A7C70-1E56-8A49-CDCF-620D67C23F9C}"/>
                </a:ext>
              </a:extLst>
            </p:cNvPr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>
              <a:extLst>
                <a:ext uri="{FF2B5EF4-FFF2-40B4-BE49-F238E27FC236}">
                  <a16:creationId xmlns:a16="http://schemas.microsoft.com/office/drawing/2014/main" id="{F9CB379D-3F46-8B59-DE1F-1BB193DE885C}"/>
                </a:ext>
              </a:extLst>
            </p:cNvPr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>
              <a:extLst>
                <a:ext uri="{FF2B5EF4-FFF2-40B4-BE49-F238E27FC236}">
                  <a16:creationId xmlns:a16="http://schemas.microsoft.com/office/drawing/2014/main" id="{D1113A58-3FE1-D82D-3EC4-C93127479C3C}"/>
                </a:ext>
              </a:extLst>
            </p:cNvPr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>
              <a:extLst>
                <a:ext uri="{FF2B5EF4-FFF2-40B4-BE49-F238E27FC236}">
                  <a16:creationId xmlns:a16="http://schemas.microsoft.com/office/drawing/2014/main" id="{887256C5-2428-1F2A-0B6B-6ACA27B7A914}"/>
                </a:ext>
              </a:extLst>
            </p:cNvPr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>
              <a:extLst>
                <a:ext uri="{FF2B5EF4-FFF2-40B4-BE49-F238E27FC236}">
                  <a16:creationId xmlns:a16="http://schemas.microsoft.com/office/drawing/2014/main" id="{D802C33B-0574-923F-5BD9-94AB966D6DA6}"/>
                </a:ext>
              </a:extLst>
            </p:cNvPr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>
              <a:extLst>
                <a:ext uri="{FF2B5EF4-FFF2-40B4-BE49-F238E27FC236}">
                  <a16:creationId xmlns:a16="http://schemas.microsoft.com/office/drawing/2014/main" id="{1CD1FB55-132C-01F7-6B86-3DA864C627B8}"/>
                </a:ext>
              </a:extLst>
            </p:cNvPr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>
              <a:extLst>
                <a:ext uri="{FF2B5EF4-FFF2-40B4-BE49-F238E27FC236}">
                  <a16:creationId xmlns:a16="http://schemas.microsoft.com/office/drawing/2014/main" id="{6B4E55B1-ACB4-1AB0-1A54-B80127C4D297}"/>
                </a:ext>
              </a:extLst>
            </p:cNvPr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>
              <a:extLst>
                <a:ext uri="{FF2B5EF4-FFF2-40B4-BE49-F238E27FC236}">
                  <a16:creationId xmlns:a16="http://schemas.microsoft.com/office/drawing/2014/main" id="{2170F513-BC8A-C23A-BD14-DAE874BE00C1}"/>
                </a:ext>
              </a:extLst>
            </p:cNvPr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>
              <a:extLst>
                <a:ext uri="{FF2B5EF4-FFF2-40B4-BE49-F238E27FC236}">
                  <a16:creationId xmlns:a16="http://schemas.microsoft.com/office/drawing/2014/main" id="{AB7006CE-BB3A-C985-8579-00A9C0262565}"/>
                </a:ext>
              </a:extLst>
            </p:cNvPr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>
              <a:extLst>
                <a:ext uri="{FF2B5EF4-FFF2-40B4-BE49-F238E27FC236}">
                  <a16:creationId xmlns:a16="http://schemas.microsoft.com/office/drawing/2014/main" id="{43C069C5-EF82-54EE-47E7-1740475BB6BF}"/>
                </a:ext>
              </a:extLst>
            </p:cNvPr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>
              <a:extLst>
                <a:ext uri="{FF2B5EF4-FFF2-40B4-BE49-F238E27FC236}">
                  <a16:creationId xmlns:a16="http://schemas.microsoft.com/office/drawing/2014/main" id="{F5681A28-FD98-9927-BC58-3D344B96F2DA}"/>
                </a:ext>
              </a:extLst>
            </p:cNvPr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>
              <a:extLst>
                <a:ext uri="{FF2B5EF4-FFF2-40B4-BE49-F238E27FC236}">
                  <a16:creationId xmlns:a16="http://schemas.microsoft.com/office/drawing/2014/main" id="{372240BC-D304-4835-E20A-7664E7C6F826}"/>
                </a:ext>
              </a:extLst>
            </p:cNvPr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>
              <a:extLst>
                <a:ext uri="{FF2B5EF4-FFF2-40B4-BE49-F238E27FC236}">
                  <a16:creationId xmlns:a16="http://schemas.microsoft.com/office/drawing/2014/main" id="{E852D99A-540F-B8DF-909E-0DDAA0821C48}"/>
                </a:ext>
              </a:extLst>
            </p:cNvPr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>
              <a:extLst>
                <a:ext uri="{FF2B5EF4-FFF2-40B4-BE49-F238E27FC236}">
                  <a16:creationId xmlns:a16="http://schemas.microsoft.com/office/drawing/2014/main" id="{0710C610-F6BB-0311-B808-39E75ABAE8AD}"/>
                </a:ext>
              </a:extLst>
            </p:cNvPr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>
              <a:extLst>
                <a:ext uri="{FF2B5EF4-FFF2-40B4-BE49-F238E27FC236}">
                  <a16:creationId xmlns:a16="http://schemas.microsoft.com/office/drawing/2014/main" id="{F25D0AC1-44A2-28EB-4DDB-B7C48DA5997B}"/>
                </a:ext>
              </a:extLst>
            </p:cNvPr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>
              <a:extLst>
                <a:ext uri="{FF2B5EF4-FFF2-40B4-BE49-F238E27FC236}">
                  <a16:creationId xmlns:a16="http://schemas.microsoft.com/office/drawing/2014/main" id="{941446AA-65E7-6D1C-606C-E6AC6461EB94}"/>
                </a:ext>
              </a:extLst>
            </p:cNvPr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>
              <a:extLst>
                <a:ext uri="{FF2B5EF4-FFF2-40B4-BE49-F238E27FC236}">
                  <a16:creationId xmlns:a16="http://schemas.microsoft.com/office/drawing/2014/main" id="{60DFA2AA-4941-FE0D-A260-F80B39EE78AD}"/>
                </a:ext>
              </a:extLst>
            </p:cNvPr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>
              <a:extLst>
                <a:ext uri="{FF2B5EF4-FFF2-40B4-BE49-F238E27FC236}">
                  <a16:creationId xmlns:a16="http://schemas.microsoft.com/office/drawing/2014/main" id="{E40529D0-CF4D-ED26-7E54-92A8ABEE0E76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>
              <a:extLst>
                <a:ext uri="{FF2B5EF4-FFF2-40B4-BE49-F238E27FC236}">
                  <a16:creationId xmlns:a16="http://schemas.microsoft.com/office/drawing/2014/main" id="{27B54112-1579-8FD8-CB02-0AB2838CAF6C}"/>
                </a:ext>
              </a:extLst>
            </p:cNvPr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>
              <a:extLst>
                <a:ext uri="{FF2B5EF4-FFF2-40B4-BE49-F238E27FC236}">
                  <a16:creationId xmlns:a16="http://schemas.microsoft.com/office/drawing/2014/main" id="{1D685329-AB11-CB7C-11C6-F160BA04F64C}"/>
                </a:ext>
              </a:extLst>
            </p:cNvPr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>
              <a:extLst>
                <a:ext uri="{FF2B5EF4-FFF2-40B4-BE49-F238E27FC236}">
                  <a16:creationId xmlns:a16="http://schemas.microsoft.com/office/drawing/2014/main" id="{740C541C-7F39-99C0-63A8-96C8F443455E}"/>
                </a:ext>
              </a:extLst>
            </p:cNvPr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>
              <a:extLst>
                <a:ext uri="{FF2B5EF4-FFF2-40B4-BE49-F238E27FC236}">
                  <a16:creationId xmlns:a16="http://schemas.microsoft.com/office/drawing/2014/main" id="{A4BD8C05-1296-31B3-2DFE-E2DF6490AC51}"/>
                </a:ext>
              </a:extLst>
            </p:cNvPr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>
              <a:extLst>
                <a:ext uri="{FF2B5EF4-FFF2-40B4-BE49-F238E27FC236}">
                  <a16:creationId xmlns:a16="http://schemas.microsoft.com/office/drawing/2014/main" id="{B283D02A-6DB2-AB04-2FFC-A3C7C51DA3A5}"/>
                </a:ext>
              </a:extLst>
            </p:cNvPr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>
              <a:extLst>
                <a:ext uri="{FF2B5EF4-FFF2-40B4-BE49-F238E27FC236}">
                  <a16:creationId xmlns:a16="http://schemas.microsoft.com/office/drawing/2014/main" id="{2095F517-5AAE-22A1-EF6F-2202E2175053}"/>
                </a:ext>
              </a:extLst>
            </p:cNvPr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>
              <a:extLst>
                <a:ext uri="{FF2B5EF4-FFF2-40B4-BE49-F238E27FC236}">
                  <a16:creationId xmlns:a16="http://schemas.microsoft.com/office/drawing/2014/main" id="{E47BBC49-F5A9-708D-F4FA-16036E2098CD}"/>
                </a:ext>
              </a:extLst>
            </p:cNvPr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>
              <a:extLst>
                <a:ext uri="{FF2B5EF4-FFF2-40B4-BE49-F238E27FC236}">
                  <a16:creationId xmlns:a16="http://schemas.microsoft.com/office/drawing/2014/main" id="{3FB2B923-958D-CDC6-8426-937F220C91DB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>
              <a:extLst>
                <a:ext uri="{FF2B5EF4-FFF2-40B4-BE49-F238E27FC236}">
                  <a16:creationId xmlns:a16="http://schemas.microsoft.com/office/drawing/2014/main" id="{5476AE03-D5B4-D938-639E-775268C731C2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>
              <a:extLst>
                <a:ext uri="{FF2B5EF4-FFF2-40B4-BE49-F238E27FC236}">
                  <a16:creationId xmlns:a16="http://schemas.microsoft.com/office/drawing/2014/main" id="{EC518760-08A1-8F52-8144-FE64B1E426CD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>
              <a:extLst>
                <a:ext uri="{FF2B5EF4-FFF2-40B4-BE49-F238E27FC236}">
                  <a16:creationId xmlns:a16="http://schemas.microsoft.com/office/drawing/2014/main" id="{4C29D908-15F5-AF07-0A68-A7CEE84A8B81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>
              <a:extLst>
                <a:ext uri="{FF2B5EF4-FFF2-40B4-BE49-F238E27FC236}">
                  <a16:creationId xmlns:a16="http://schemas.microsoft.com/office/drawing/2014/main" id="{AF96E59B-3990-E3E0-B7FF-C4B3681A3800}"/>
                </a:ext>
              </a:extLst>
            </p:cNvPr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>
              <a:extLst>
                <a:ext uri="{FF2B5EF4-FFF2-40B4-BE49-F238E27FC236}">
                  <a16:creationId xmlns:a16="http://schemas.microsoft.com/office/drawing/2014/main" id="{7349846E-1866-81EB-4957-2D3AB078D41C}"/>
                </a:ext>
              </a:extLst>
            </p:cNvPr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>
              <a:extLst>
                <a:ext uri="{FF2B5EF4-FFF2-40B4-BE49-F238E27FC236}">
                  <a16:creationId xmlns:a16="http://schemas.microsoft.com/office/drawing/2014/main" id="{75274B39-A896-9AEB-32DE-8660CD8A6FB2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>
              <a:extLst>
                <a:ext uri="{FF2B5EF4-FFF2-40B4-BE49-F238E27FC236}">
                  <a16:creationId xmlns:a16="http://schemas.microsoft.com/office/drawing/2014/main" id="{60B3234E-D379-7274-FF5E-C3BB9366FDED}"/>
                </a:ext>
              </a:extLst>
            </p:cNvPr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>
              <a:extLst>
                <a:ext uri="{FF2B5EF4-FFF2-40B4-BE49-F238E27FC236}">
                  <a16:creationId xmlns:a16="http://schemas.microsoft.com/office/drawing/2014/main" id="{04658FF1-B2FC-CA65-7C65-80E94E8644A3}"/>
                </a:ext>
              </a:extLst>
            </p:cNvPr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>
              <a:extLst>
                <a:ext uri="{FF2B5EF4-FFF2-40B4-BE49-F238E27FC236}">
                  <a16:creationId xmlns:a16="http://schemas.microsoft.com/office/drawing/2014/main" id="{7E34CD52-8187-0936-B7E1-A7ED15B035F5}"/>
                </a:ext>
              </a:extLst>
            </p:cNvPr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>
              <a:extLst>
                <a:ext uri="{FF2B5EF4-FFF2-40B4-BE49-F238E27FC236}">
                  <a16:creationId xmlns:a16="http://schemas.microsoft.com/office/drawing/2014/main" id="{3FAF33B4-B442-1F23-6BE4-8323868A6EE7}"/>
                </a:ext>
              </a:extLst>
            </p:cNvPr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>
              <a:extLst>
                <a:ext uri="{FF2B5EF4-FFF2-40B4-BE49-F238E27FC236}">
                  <a16:creationId xmlns:a16="http://schemas.microsoft.com/office/drawing/2014/main" id="{8276538D-4919-3943-FFC2-15BE35AA76BF}"/>
                </a:ext>
              </a:extLst>
            </p:cNvPr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>
              <a:extLst>
                <a:ext uri="{FF2B5EF4-FFF2-40B4-BE49-F238E27FC236}">
                  <a16:creationId xmlns:a16="http://schemas.microsoft.com/office/drawing/2014/main" id="{C64A1787-3C1C-2C71-0D57-ABD6BEB4EC90}"/>
                </a:ext>
              </a:extLst>
            </p:cNvPr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>
              <a:extLst>
                <a:ext uri="{FF2B5EF4-FFF2-40B4-BE49-F238E27FC236}">
                  <a16:creationId xmlns:a16="http://schemas.microsoft.com/office/drawing/2014/main" id="{389B2B60-B8E8-2CCB-A91A-138A19ABA22A}"/>
                </a:ext>
              </a:extLst>
            </p:cNvPr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>
              <a:extLst>
                <a:ext uri="{FF2B5EF4-FFF2-40B4-BE49-F238E27FC236}">
                  <a16:creationId xmlns:a16="http://schemas.microsoft.com/office/drawing/2014/main" id="{A4AB2808-A48B-8FF9-FF30-16B6F8901285}"/>
                </a:ext>
              </a:extLst>
            </p:cNvPr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>
              <a:extLst>
                <a:ext uri="{FF2B5EF4-FFF2-40B4-BE49-F238E27FC236}">
                  <a16:creationId xmlns:a16="http://schemas.microsoft.com/office/drawing/2014/main" id="{B1E43A44-A01D-D3C0-3682-620605A20A06}"/>
                </a:ext>
              </a:extLst>
            </p:cNvPr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>
              <a:extLst>
                <a:ext uri="{FF2B5EF4-FFF2-40B4-BE49-F238E27FC236}">
                  <a16:creationId xmlns:a16="http://schemas.microsoft.com/office/drawing/2014/main" id="{CDBA87A2-29D9-707E-B82E-2938701003F2}"/>
                </a:ext>
              </a:extLst>
            </p:cNvPr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>
              <a:extLst>
                <a:ext uri="{FF2B5EF4-FFF2-40B4-BE49-F238E27FC236}">
                  <a16:creationId xmlns:a16="http://schemas.microsoft.com/office/drawing/2014/main" id="{0953E9E1-EB3F-A3D1-BC6C-A23D3C342E5D}"/>
                </a:ext>
              </a:extLst>
            </p:cNvPr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>
              <a:extLst>
                <a:ext uri="{FF2B5EF4-FFF2-40B4-BE49-F238E27FC236}">
                  <a16:creationId xmlns:a16="http://schemas.microsoft.com/office/drawing/2014/main" id="{0DAAFEDF-68C7-4884-0954-458A5AD5000C}"/>
                </a:ext>
              </a:extLst>
            </p:cNvPr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>
              <a:extLst>
                <a:ext uri="{FF2B5EF4-FFF2-40B4-BE49-F238E27FC236}">
                  <a16:creationId xmlns:a16="http://schemas.microsoft.com/office/drawing/2014/main" id="{D3868DD5-FBCF-3822-63CB-119AB5BA65EB}"/>
                </a:ext>
              </a:extLst>
            </p:cNvPr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>
              <a:extLst>
                <a:ext uri="{FF2B5EF4-FFF2-40B4-BE49-F238E27FC236}">
                  <a16:creationId xmlns:a16="http://schemas.microsoft.com/office/drawing/2014/main" id="{BDAD8560-5E39-B8CC-50DB-988B48A6EB7F}"/>
                </a:ext>
              </a:extLst>
            </p:cNvPr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>
              <a:extLst>
                <a:ext uri="{FF2B5EF4-FFF2-40B4-BE49-F238E27FC236}">
                  <a16:creationId xmlns:a16="http://schemas.microsoft.com/office/drawing/2014/main" id="{F3369013-187C-CFE2-92FF-4BB44CD13B1C}"/>
                </a:ext>
              </a:extLst>
            </p:cNvPr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>
              <a:extLst>
                <a:ext uri="{FF2B5EF4-FFF2-40B4-BE49-F238E27FC236}">
                  <a16:creationId xmlns:a16="http://schemas.microsoft.com/office/drawing/2014/main" id="{87C919DB-D298-5691-0E4B-B03D69C33F22}"/>
                </a:ext>
              </a:extLst>
            </p:cNvPr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>
              <a:extLst>
                <a:ext uri="{FF2B5EF4-FFF2-40B4-BE49-F238E27FC236}">
                  <a16:creationId xmlns:a16="http://schemas.microsoft.com/office/drawing/2014/main" id="{66E7C883-608E-5E97-C29B-A27E1D1D42B5}"/>
                </a:ext>
              </a:extLst>
            </p:cNvPr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>
              <a:extLst>
                <a:ext uri="{FF2B5EF4-FFF2-40B4-BE49-F238E27FC236}">
                  <a16:creationId xmlns:a16="http://schemas.microsoft.com/office/drawing/2014/main" id="{4FD48900-8635-CE5D-8189-54BEC68429F3}"/>
                </a:ext>
              </a:extLst>
            </p:cNvPr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>
              <a:extLst>
                <a:ext uri="{FF2B5EF4-FFF2-40B4-BE49-F238E27FC236}">
                  <a16:creationId xmlns:a16="http://schemas.microsoft.com/office/drawing/2014/main" id="{7898D4AF-01C9-5A03-FD79-B63836005A79}"/>
                </a:ext>
              </a:extLst>
            </p:cNvPr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>
              <a:extLst>
                <a:ext uri="{FF2B5EF4-FFF2-40B4-BE49-F238E27FC236}">
                  <a16:creationId xmlns:a16="http://schemas.microsoft.com/office/drawing/2014/main" id="{E212AC9C-D89D-E63B-1A84-0F7C3204A255}"/>
                </a:ext>
              </a:extLst>
            </p:cNvPr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>
              <a:extLst>
                <a:ext uri="{FF2B5EF4-FFF2-40B4-BE49-F238E27FC236}">
                  <a16:creationId xmlns:a16="http://schemas.microsoft.com/office/drawing/2014/main" id="{97E8E1CB-CE17-DAF2-C485-6E4DBE1F35E7}"/>
                </a:ext>
              </a:extLst>
            </p:cNvPr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>
              <a:extLst>
                <a:ext uri="{FF2B5EF4-FFF2-40B4-BE49-F238E27FC236}">
                  <a16:creationId xmlns:a16="http://schemas.microsoft.com/office/drawing/2014/main" id="{0A375A9E-37DB-473D-A8CE-6831C99F5C93}"/>
                </a:ext>
              </a:extLst>
            </p:cNvPr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>
              <a:extLst>
                <a:ext uri="{FF2B5EF4-FFF2-40B4-BE49-F238E27FC236}">
                  <a16:creationId xmlns:a16="http://schemas.microsoft.com/office/drawing/2014/main" id="{2994399B-6539-2F06-40C6-59AC96934ADB}"/>
                </a:ext>
              </a:extLst>
            </p:cNvPr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>
              <a:extLst>
                <a:ext uri="{FF2B5EF4-FFF2-40B4-BE49-F238E27FC236}">
                  <a16:creationId xmlns:a16="http://schemas.microsoft.com/office/drawing/2014/main" id="{2DD19AA3-78D3-9DF3-1277-321D311FC05B}"/>
                </a:ext>
              </a:extLst>
            </p:cNvPr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>
              <a:extLst>
                <a:ext uri="{FF2B5EF4-FFF2-40B4-BE49-F238E27FC236}">
                  <a16:creationId xmlns:a16="http://schemas.microsoft.com/office/drawing/2014/main" id="{926108FE-3C1E-FCA3-88E1-063E8CB8D2E4}"/>
                </a:ext>
              </a:extLst>
            </p:cNvPr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>
              <a:extLst>
                <a:ext uri="{FF2B5EF4-FFF2-40B4-BE49-F238E27FC236}">
                  <a16:creationId xmlns:a16="http://schemas.microsoft.com/office/drawing/2014/main" id="{82B9EF6D-273F-88CA-0B96-3E6279BADD7C}"/>
                </a:ext>
              </a:extLst>
            </p:cNvPr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>
              <a:extLst>
                <a:ext uri="{FF2B5EF4-FFF2-40B4-BE49-F238E27FC236}">
                  <a16:creationId xmlns:a16="http://schemas.microsoft.com/office/drawing/2014/main" id="{A7913532-90D4-BFD7-89F7-E13315DB5C4E}"/>
                </a:ext>
              </a:extLst>
            </p:cNvPr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>
              <a:extLst>
                <a:ext uri="{FF2B5EF4-FFF2-40B4-BE49-F238E27FC236}">
                  <a16:creationId xmlns:a16="http://schemas.microsoft.com/office/drawing/2014/main" id="{E5A61CB3-1AC0-151B-CFC3-2EBADF6164AB}"/>
                </a:ext>
              </a:extLst>
            </p:cNvPr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>
              <a:extLst>
                <a:ext uri="{FF2B5EF4-FFF2-40B4-BE49-F238E27FC236}">
                  <a16:creationId xmlns:a16="http://schemas.microsoft.com/office/drawing/2014/main" id="{94C8CB8B-0182-B3E3-64CA-1311C8344D3D}"/>
                </a:ext>
              </a:extLst>
            </p:cNvPr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>
              <a:extLst>
                <a:ext uri="{FF2B5EF4-FFF2-40B4-BE49-F238E27FC236}">
                  <a16:creationId xmlns:a16="http://schemas.microsoft.com/office/drawing/2014/main" id="{B1FE53F4-AD7B-86A7-6486-E63F47550826}"/>
                </a:ext>
              </a:extLst>
            </p:cNvPr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>
              <a:extLst>
                <a:ext uri="{FF2B5EF4-FFF2-40B4-BE49-F238E27FC236}">
                  <a16:creationId xmlns:a16="http://schemas.microsoft.com/office/drawing/2014/main" id="{3D8EEBAD-D178-020F-B1B1-725E12C3AE41}"/>
                </a:ext>
              </a:extLst>
            </p:cNvPr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>
              <a:extLst>
                <a:ext uri="{FF2B5EF4-FFF2-40B4-BE49-F238E27FC236}">
                  <a16:creationId xmlns:a16="http://schemas.microsoft.com/office/drawing/2014/main" id="{1F1E2B7C-DB89-DEC7-2A90-8C68137D9DC9}"/>
                </a:ext>
              </a:extLst>
            </p:cNvPr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>
              <a:extLst>
                <a:ext uri="{FF2B5EF4-FFF2-40B4-BE49-F238E27FC236}">
                  <a16:creationId xmlns:a16="http://schemas.microsoft.com/office/drawing/2014/main" id="{816311A4-A5BA-4AD7-CBEF-18C406C2DD83}"/>
                </a:ext>
              </a:extLst>
            </p:cNvPr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>
              <a:extLst>
                <a:ext uri="{FF2B5EF4-FFF2-40B4-BE49-F238E27FC236}">
                  <a16:creationId xmlns:a16="http://schemas.microsoft.com/office/drawing/2014/main" id="{7558D2BF-E22F-079D-BDC8-447D31824852}"/>
                </a:ext>
              </a:extLst>
            </p:cNvPr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>
              <a:extLst>
                <a:ext uri="{FF2B5EF4-FFF2-40B4-BE49-F238E27FC236}">
                  <a16:creationId xmlns:a16="http://schemas.microsoft.com/office/drawing/2014/main" id="{07EAE397-A819-BDAE-25F6-DEB021118849}"/>
                </a:ext>
              </a:extLst>
            </p:cNvPr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>
              <a:extLst>
                <a:ext uri="{FF2B5EF4-FFF2-40B4-BE49-F238E27FC236}">
                  <a16:creationId xmlns:a16="http://schemas.microsoft.com/office/drawing/2014/main" id="{97424B6D-79B8-0131-9C7A-CEBBCAE6FDE2}"/>
                </a:ext>
              </a:extLst>
            </p:cNvPr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>
              <a:extLst>
                <a:ext uri="{FF2B5EF4-FFF2-40B4-BE49-F238E27FC236}">
                  <a16:creationId xmlns:a16="http://schemas.microsoft.com/office/drawing/2014/main" id="{B7CC8EC7-B281-D4E5-C52D-AE367307DFAE}"/>
                </a:ext>
              </a:extLst>
            </p:cNvPr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>
              <a:extLst>
                <a:ext uri="{FF2B5EF4-FFF2-40B4-BE49-F238E27FC236}">
                  <a16:creationId xmlns:a16="http://schemas.microsoft.com/office/drawing/2014/main" id="{862B5CE4-B5BD-AE3D-D0A8-999603ED5CA0}"/>
                </a:ext>
              </a:extLst>
            </p:cNvPr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>
              <a:extLst>
                <a:ext uri="{FF2B5EF4-FFF2-40B4-BE49-F238E27FC236}">
                  <a16:creationId xmlns:a16="http://schemas.microsoft.com/office/drawing/2014/main" id="{B199D3F0-2A68-1C2D-7360-83150085EDED}"/>
                </a:ext>
              </a:extLst>
            </p:cNvPr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>
              <a:extLst>
                <a:ext uri="{FF2B5EF4-FFF2-40B4-BE49-F238E27FC236}">
                  <a16:creationId xmlns:a16="http://schemas.microsoft.com/office/drawing/2014/main" id="{1929DE9B-9BB0-FF03-3EA1-7A5869655BD6}"/>
                </a:ext>
              </a:extLst>
            </p:cNvPr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>
              <a:extLst>
                <a:ext uri="{FF2B5EF4-FFF2-40B4-BE49-F238E27FC236}">
                  <a16:creationId xmlns:a16="http://schemas.microsoft.com/office/drawing/2014/main" id="{0B83BF0E-CBF8-93C8-D303-7BF9CD66EFB8}"/>
                </a:ext>
              </a:extLst>
            </p:cNvPr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>
              <a:extLst>
                <a:ext uri="{FF2B5EF4-FFF2-40B4-BE49-F238E27FC236}">
                  <a16:creationId xmlns:a16="http://schemas.microsoft.com/office/drawing/2014/main" id="{576CC4A0-281B-58EF-927A-E3329672430B}"/>
                </a:ext>
              </a:extLst>
            </p:cNvPr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>
              <a:extLst>
                <a:ext uri="{FF2B5EF4-FFF2-40B4-BE49-F238E27FC236}">
                  <a16:creationId xmlns:a16="http://schemas.microsoft.com/office/drawing/2014/main" id="{26D1E6F2-1F37-9B85-6A17-0BCAB20F434A}"/>
                </a:ext>
              </a:extLst>
            </p:cNvPr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>
              <a:extLst>
                <a:ext uri="{FF2B5EF4-FFF2-40B4-BE49-F238E27FC236}">
                  <a16:creationId xmlns:a16="http://schemas.microsoft.com/office/drawing/2014/main" id="{1FA51539-A3C8-B248-C456-346F44459725}"/>
                </a:ext>
              </a:extLst>
            </p:cNvPr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>
              <a:extLst>
                <a:ext uri="{FF2B5EF4-FFF2-40B4-BE49-F238E27FC236}">
                  <a16:creationId xmlns:a16="http://schemas.microsoft.com/office/drawing/2014/main" id="{C1A4E061-4C97-B93A-98CE-A54997DF09AC}"/>
                </a:ext>
              </a:extLst>
            </p:cNvPr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>
              <a:extLst>
                <a:ext uri="{FF2B5EF4-FFF2-40B4-BE49-F238E27FC236}">
                  <a16:creationId xmlns:a16="http://schemas.microsoft.com/office/drawing/2014/main" id="{FE73F855-1FA2-49D1-FFF2-4FB4DE6A2FC1}"/>
                </a:ext>
              </a:extLst>
            </p:cNvPr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>
              <a:extLst>
                <a:ext uri="{FF2B5EF4-FFF2-40B4-BE49-F238E27FC236}">
                  <a16:creationId xmlns:a16="http://schemas.microsoft.com/office/drawing/2014/main" id="{2F6C486E-B06C-E690-075B-694F49CC68DE}"/>
                </a:ext>
              </a:extLst>
            </p:cNvPr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>
              <a:extLst>
                <a:ext uri="{FF2B5EF4-FFF2-40B4-BE49-F238E27FC236}">
                  <a16:creationId xmlns:a16="http://schemas.microsoft.com/office/drawing/2014/main" id="{88A7FE2C-0413-CB34-A1D3-5CA9B00D8E45}"/>
                </a:ext>
              </a:extLst>
            </p:cNvPr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>
              <a:extLst>
                <a:ext uri="{FF2B5EF4-FFF2-40B4-BE49-F238E27FC236}">
                  <a16:creationId xmlns:a16="http://schemas.microsoft.com/office/drawing/2014/main" id="{C044DE2F-B60C-E42C-A63B-18148F18F2F9}"/>
                </a:ext>
              </a:extLst>
            </p:cNvPr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>
              <a:extLst>
                <a:ext uri="{FF2B5EF4-FFF2-40B4-BE49-F238E27FC236}">
                  <a16:creationId xmlns:a16="http://schemas.microsoft.com/office/drawing/2014/main" id="{5A398B9B-B01A-913A-E475-7F5198C3F835}"/>
                </a:ext>
              </a:extLst>
            </p:cNvPr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>
              <a:extLst>
                <a:ext uri="{FF2B5EF4-FFF2-40B4-BE49-F238E27FC236}">
                  <a16:creationId xmlns:a16="http://schemas.microsoft.com/office/drawing/2014/main" id="{D54D8A57-456E-6770-434C-5E9975B2683E}"/>
                </a:ext>
              </a:extLst>
            </p:cNvPr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>
              <a:extLst>
                <a:ext uri="{FF2B5EF4-FFF2-40B4-BE49-F238E27FC236}">
                  <a16:creationId xmlns:a16="http://schemas.microsoft.com/office/drawing/2014/main" id="{CEA254F5-C0D5-847D-1F26-90C7B3564784}"/>
                </a:ext>
              </a:extLst>
            </p:cNvPr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>
              <a:extLst>
                <a:ext uri="{FF2B5EF4-FFF2-40B4-BE49-F238E27FC236}">
                  <a16:creationId xmlns:a16="http://schemas.microsoft.com/office/drawing/2014/main" id="{10F59252-8D68-7BD5-2ED8-BE8AD90935AD}"/>
                </a:ext>
              </a:extLst>
            </p:cNvPr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>
              <a:extLst>
                <a:ext uri="{FF2B5EF4-FFF2-40B4-BE49-F238E27FC236}">
                  <a16:creationId xmlns:a16="http://schemas.microsoft.com/office/drawing/2014/main" id="{0A527014-8AAE-4FDC-9130-658684101497}"/>
                </a:ext>
              </a:extLst>
            </p:cNvPr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>
              <a:extLst>
                <a:ext uri="{FF2B5EF4-FFF2-40B4-BE49-F238E27FC236}">
                  <a16:creationId xmlns:a16="http://schemas.microsoft.com/office/drawing/2014/main" id="{90EC14E0-E0B7-54B6-72B6-C33D8FE7A637}"/>
                </a:ext>
              </a:extLst>
            </p:cNvPr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>
              <a:extLst>
                <a:ext uri="{FF2B5EF4-FFF2-40B4-BE49-F238E27FC236}">
                  <a16:creationId xmlns:a16="http://schemas.microsoft.com/office/drawing/2014/main" id="{5F9AF99F-A094-74CC-A69C-EE505CDF7D1C}"/>
                </a:ext>
              </a:extLst>
            </p:cNvPr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>
              <a:extLst>
                <a:ext uri="{FF2B5EF4-FFF2-40B4-BE49-F238E27FC236}">
                  <a16:creationId xmlns:a16="http://schemas.microsoft.com/office/drawing/2014/main" id="{7B96AE7B-57F4-53C7-0B08-8BD3336F67D1}"/>
                </a:ext>
              </a:extLst>
            </p:cNvPr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>
              <a:extLst>
                <a:ext uri="{FF2B5EF4-FFF2-40B4-BE49-F238E27FC236}">
                  <a16:creationId xmlns:a16="http://schemas.microsoft.com/office/drawing/2014/main" id="{F3E41227-286A-46E6-E589-E42E7E2A11E4}"/>
                </a:ext>
              </a:extLst>
            </p:cNvPr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>
              <a:extLst>
                <a:ext uri="{FF2B5EF4-FFF2-40B4-BE49-F238E27FC236}">
                  <a16:creationId xmlns:a16="http://schemas.microsoft.com/office/drawing/2014/main" id="{9C0C7B79-EF21-03C8-400E-447AE7BEC87F}"/>
                </a:ext>
              </a:extLst>
            </p:cNvPr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>
              <a:extLst>
                <a:ext uri="{FF2B5EF4-FFF2-40B4-BE49-F238E27FC236}">
                  <a16:creationId xmlns:a16="http://schemas.microsoft.com/office/drawing/2014/main" id="{0413BB03-FACB-93D4-B4C2-7ACFACFAB06B}"/>
                </a:ext>
              </a:extLst>
            </p:cNvPr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>
              <a:extLst>
                <a:ext uri="{FF2B5EF4-FFF2-40B4-BE49-F238E27FC236}">
                  <a16:creationId xmlns:a16="http://schemas.microsoft.com/office/drawing/2014/main" id="{27A6BC56-4BC3-8D54-135B-F7A884E18AE6}"/>
                </a:ext>
              </a:extLst>
            </p:cNvPr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>
              <a:extLst>
                <a:ext uri="{FF2B5EF4-FFF2-40B4-BE49-F238E27FC236}">
                  <a16:creationId xmlns:a16="http://schemas.microsoft.com/office/drawing/2014/main" id="{4C94F1BB-2F36-F6C9-5E10-70DE4340CFC8}"/>
                </a:ext>
              </a:extLst>
            </p:cNvPr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>
              <a:extLst>
                <a:ext uri="{FF2B5EF4-FFF2-40B4-BE49-F238E27FC236}">
                  <a16:creationId xmlns:a16="http://schemas.microsoft.com/office/drawing/2014/main" id="{3121937F-9B22-56DD-1A82-2E4CB373DC2F}"/>
                </a:ext>
              </a:extLst>
            </p:cNvPr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>
              <a:extLst>
                <a:ext uri="{FF2B5EF4-FFF2-40B4-BE49-F238E27FC236}">
                  <a16:creationId xmlns:a16="http://schemas.microsoft.com/office/drawing/2014/main" id="{CB0DA731-8A18-EF0A-042F-9EDBD9FE2D49}"/>
                </a:ext>
              </a:extLst>
            </p:cNvPr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>
              <a:extLst>
                <a:ext uri="{FF2B5EF4-FFF2-40B4-BE49-F238E27FC236}">
                  <a16:creationId xmlns:a16="http://schemas.microsoft.com/office/drawing/2014/main" id="{273B02B6-153F-325C-35A4-7FDF9D6B8BDB}"/>
                </a:ext>
              </a:extLst>
            </p:cNvPr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>
              <a:extLst>
                <a:ext uri="{FF2B5EF4-FFF2-40B4-BE49-F238E27FC236}">
                  <a16:creationId xmlns:a16="http://schemas.microsoft.com/office/drawing/2014/main" id="{73F50B04-85F4-44F2-7903-FF583A7671F3}"/>
                </a:ext>
              </a:extLst>
            </p:cNvPr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>
              <a:extLst>
                <a:ext uri="{FF2B5EF4-FFF2-40B4-BE49-F238E27FC236}">
                  <a16:creationId xmlns:a16="http://schemas.microsoft.com/office/drawing/2014/main" id="{4B95FFF4-53EC-571B-32D0-248D22B046F7}"/>
                </a:ext>
              </a:extLst>
            </p:cNvPr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>
              <a:extLst>
                <a:ext uri="{FF2B5EF4-FFF2-40B4-BE49-F238E27FC236}">
                  <a16:creationId xmlns:a16="http://schemas.microsoft.com/office/drawing/2014/main" id="{1CE98A6F-750F-491D-30CC-04C65CF06CA5}"/>
                </a:ext>
              </a:extLst>
            </p:cNvPr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>
              <a:extLst>
                <a:ext uri="{FF2B5EF4-FFF2-40B4-BE49-F238E27FC236}">
                  <a16:creationId xmlns:a16="http://schemas.microsoft.com/office/drawing/2014/main" id="{760B7FFD-536B-91B4-9DDC-D6E188482E57}"/>
                </a:ext>
              </a:extLst>
            </p:cNvPr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>
              <a:extLst>
                <a:ext uri="{FF2B5EF4-FFF2-40B4-BE49-F238E27FC236}">
                  <a16:creationId xmlns:a16="http://schemas.microsoft.com/office/drawing/2014/main" id="{014705E9-6869-61B0-C507-7B601F1B0650}"/>
                </a:ext>
              </a:extLst>
            </p:cNvPr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>
              <a:extLst>
                <a:ext uri="{FF2B5EF4-FFF2-40B4-BE49-F238E27FC236}">
                  <a16:creationId xmlns:a16="http://schemas.microsoft.com/office/drawing/2014/main" id="{BF260981-2A47-BF47-4CC4-859642B7A852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>
              <a:extLst>
                <a:ext uri="{FF2B5EF4-FFF2-40B4-BE49-F238E27FC236}">
                  <a16:creationId xmlns:a16="http://schemas.microsoft.com/office/drawing/2014/main" id="{D0A09D21-ECAF-E675-AEC7-06966617F647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>
              <a:extLst>
                <a:ext uri="{FF2B5EF4-FFF2-40B4-BE49-F238E27FC236}">
                  <a16:creationId xmlns:a16="http://schemas.microsoft.com/office/drawing/2014/main" id="{8DA3FAF9-55D7-7996-55FD-A026D3A4235D}"/>
                </a:ext>
              </a:extLst>
            </p:cNvPr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>
              <a:extLst>
                <a:ext uri="{FF2B5EF4-FFF2-40B4-BE49-F238E27FC236}">
                  <a16:creationId xmlns:a16="http://schemas.microsoft.com/office/drawing/2014/main" id="{312119AB-F9AC-A526-A4D7-C06AE9A65EEA}"/>
                </a:ext>
              </a:extLst>
            </p:cNvPr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>
              <a:extLst>
                <a:ext uri="{FF2B5EF4-FFF2-40B4-BE49-F238E27FC236}">
                  <a16:creationId xmlns:a16="http://schemas.microsoft.com/office/drawing/2014/main" id="{C9F5371B-5ABC-D89F-7C7B-20A50B4ED03B}"/>
                </a:ext>
              </a:extLst>
            </p:cNvPr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>
              <a:extLst>
                <a:ext uri="{FF2B5EF4-FFF2-40B4-BE49-F238E27FC236}">
                  <a16:creationId xmlns:a16="http://schemas.microsoft.com/office/drawing/2014/main" id="{A6E25FAF-A510-F483-5181-F2E3C0B73C4F}"/>
                </a:ext>
              </a:extLst>
            </p:cNvPr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>
              <a:extLst>
                <a:ext uri="{FF2B5EF4-FFF2-40B4-BE49-F238E27FC236}">
                  <a16:creationId xmlns:a16="http://schemas.microsoft.com/office/drawing/2014/main" id="{5651C66C-9304-62BD-87F5-BA52C98E1467}"/>
                </a:ext>
              </a:extLst>
            </p:cNvPr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>
              <a:extLst>
                <a:ext uri="{FF2B5EF4-FFF2-40B4-BE49-F238E27FC236}">
                  <a16:creationId xmlns:a16="http://schemas.microsoft.com/office/drawing/2014/main" id="{D18EDA8B-2DBF-AF10-F0FF-D6F5DF31B44C}"/>
                </a:ext>
              </a:extLst>
            </p:cNvPr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>
              <a:extLst>
                <a:ext uri="{FF2B5EF4-FFF2-40B4-BE49-F238E27FC236}">
                  <a16:creationId xmlns:a16="http://schemas.microsoft.com/office/drawing/2014/main" id="{E72E1BB0-1927-A006-A943-ECD66556A47D}"/>
                </a:ext>
              </a:extLst>
            </p:cNvPr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>
              <a:extLst>
                <a:ext uri="{FF2B5EF4-FFF2-40B4-BE49-F238E27FC236}">
                  <a16:creationId xmlns:a16="http://schemas.microsoft.com/office/drawing/2014/main" id="{F1BFFFB5-976E-EEF9-F6A8-160D88118628}"/>
                </a:ext>
              </a:extLst>
            </p:cNvPr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>
              <a:extLst>
                <a:ext uri="{FF2B5EF4-FFF2-40B4-BE49-F238E27FC236}">
                  <a16:creationId xmlns:a16="http://schemas.microsoft.com/office/drawing/2014/main" id="{187F964F-C578-E7C9-0C4C-40D0F6D0F788}"/>
                </a:ext>
              </a:extLst>
            </p:cNvPr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>
              <a:extLst>
                <a:ext uri="{FF2B5EF4-FFF2-40B4-BE49-F238E27FC236}">
                  <a16:creationId xmlns:a16="http://schemas.microsoft.com/office/drawing/2014/main" id="{036FA2D8-FF86-00B6-4FB6-D389F0940BC2}"/>
                </a:ext>
              </a:extLst>
            </p:cNvPr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>
              <a:extLst>
                <a:ext uri="{FF2B5EF4-FFF2-40B4-BE49-F238E27FC236}">
                  <a16:creationId xmlns:a16="http://schemas.microsoft.com/office/drawing/2014/main" id="{5E4CF0CB-D650-FE50-522D-86D248A03DC0}"/>
                </a:ext>
              </a:extLst>
            </p:cNvPr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>
              <a:extLst>
                <a:ext uri="{FF2B5EF4-FFF2-40B4-BE49-F238E27FC236}">
                  <a16:creationId xmlns:a16="http://schemas.microsoft.com/office/drawing/2014/main" id="{418A20A6-B019-105B-ECA6-BEAA8D3698ED}"/>
                </a:ext>
              </a:extLst>
            </p:cNvPr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>
              <a:extLst>
                <a:ext uri="{FF2B5EF4-FFF2-40B4-BE49-F238E27FC236}">
                  <a16:creationId xmlns:a16="http://schemas.microsoft.com/office/drawing/2014/main" id="{80A3D9DE-4405-8B92-B08C-3BF20239B08F}"/>
                </a:ext>
              </a:extLst>
            </p:cNvPr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>
              <a:extLst>
                <a:ext uri="{FF2B5EF4-FFF2-40B4-BE49-F238E27FC236}">
                  <a16:creationId xmlns:a16="http://schemas.microsoft.com/office/drawing/2014/main" id="{B9AFD6E3-1E28-09F3-9492-33034FD7DD89}"/>
                </a:ext>
              </a:extLst>
            </p:cNvPr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>
              <a:extLst>
                <a:ext uri="{FF2B5EF4-FFF2-40B4-BE49-F238E27FC236}">
                  <a16:creationId xmlns:a16="http://schemas.microsoft.com/office/drawing/2014/main" id="{A72A7C49-C83E-4BBE-5E62-1E6B8752BBA9}"/>
                </a:ext>
              </a:extLst>
            </p:cNvPr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>
              <a:extLst>
                <a:ext uri="{FF2B5EF4-FFF2-40B4-BE49-F238E27FC236}">
                  <a16:creationId xmlns:a16="http://schemas.microsoft.com/office/drawing/2014/main" id="{EC22272E-9385-73E0-B813-2A43EE4280F9}"/>
                </a:ext>
              </a:extLst>
            </p:cNvPr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>
              <a:extLst>
                <a:ext uri="{FF2B5EF4-FFF2-40B4-BE49-F238E27FC236}">
                  <a16:creationId xmlns:a16="http://schemas.microsoft.com/office/drawing/2014/main" id="{A53011CB-9345-CC9C-5DD0-03C03C5BFD04}"/>
                </a:ext>
              </a:extLst>
            </p:cNvPr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>
              <a:extLst>
                <a:ext uri="{FF2B5EF4-FFF2-40B4-BE49-F238E27FC236}">
                  <a16:creationId xmlns:a16="http://schemas.microsoft.com/office/drawing/2014/main" id="{25914A6D-1871-DF17-05F1-1EC5C3AEA377}"/>
                </a:ext>
              </a:extLst>
            </p:cNvPr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>
              <a:extLst>
                <a:ext uri="{FF2B5EF4-FFF2-40B4-BE49-F238E27FC236}">
                  <a16:creationId xmlns:a16="http://schemas.microsoft.com/office/drawing/2014/main" id="{CCE99E65-D81D-3A72-0211-3CEEBD662BA6}"/>
                </a:ext>
              </a:extLst>
            </p:cNvPr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>
              <a:extLst>
                <a:ext uri="{FF2B5EF4-FFF2-40B4-BE49-F238E27FC236}">
                  <a16:creationId xmlns:a16="http://schemas.microsoft.com/office/drawing/2014/main" id="{6A02E6F9-D665-6B8B-6574-BD0040F939FF}"/>
                </a:ext>
              </a:extLst>
            </p:cNvPr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>
              <a:extLst>
                <a:ext uri="{FF2B5EF4-FFF2-40B4-BE49-F238E27FC236}">
                  <a16:creationId xmlns:a16="http://schemas.microsoft.com/office/drawing/2014/main" id="{82E5280F-7DAB-933E-A294-7EB75CBA38C9}"/>
                </a:ext>
              </a:extLst>
            </p:cNvPr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>
              <a:extLst>
                <a:ext uri="{FF2B5EF4-FFF2-40B4-BE49-F238E27FC236}">
                  <a16:creationId xmlns:a16="http://schemas.microsoft.com/office/drawing/2014/main" id="{3006C9FB-4652-ECDA-9B6C-E0A80E8F1E75}"/>
                </a:ext>
              </a:extLst>
            </p:cNvPr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>
              <a:extLst>
                <a:ext uri="{FF2B5EF4-FFF2-40B4-BE49-F238E27FC236}">
                  <a16:creationId xmlns:a16="http://schemas.microsoft.com/office/drawing/2014/main" id="{42930E50-683F-BE74-8D60-24018E3CED23}"/>
                </a:ext>
              </a:extLst>
            </p:cNvPr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>
              <a:extLst>
                <a:ext uri="{FF2B5EF4-FFF2-40B4-BE49-F238E27FC236}">
                  <a16:creationId xmlns:a16="http://schemas.microsoft.com/office/drawing/2014/main" id="{8647C1AA-C0C3-E609-5B31-E1BF5456A56C}"/>
                </a:ext>
              </a:extLst>
            </p:cNvPr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>
              <a:extLst>
                <a:ext uri="{FF2B5EF4-FFF2-40B4-BE49-F238E27FC236}">
                  <a16:creationId xmlns:a16="http://schemas.microsoft.com/office/drawing/2014/main" id="{6DC325CA-3F82-FC76-C148-8F504A66F33D}"/>
                </a:ext>
              </a:extLst>
            </p:cNvPr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>
              <a:extLst>
                <a:ext uri="{FF2B5EF4-FFF2-40B4-BE49-F238E27FC236}">
                  <a16:creationId xmlns:a16="http://schemas.microsoft.com/office/drawing/2014/main" id="{7257A2BB-896B-3580-F48C-D4E54B14E504}"/>
                </a:ext>
              </a:extLst>
            </p:cNvPr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>
              <a:extLst>
                <a:ext uri="{FF2B5EF4-FFF2-40B4-BE49-F238E27FC236}">
                  <a16:creationId xmlns:a16="http://schemas.microsoft.com/office/drawing/2014/main" id="{81944C13-0AFF-C06B-648A-FB2D76DD50BE}"/>
                </a:ext>
              </a:extLst>
            </p:cNvPr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>
              <a:extLst>
                <a:ext uri="{FF2B5EF4-FFF2-40B4-BE49-F238E27FC236}">
                  <a16:creationId xmlns:a16="http://schemas.microsoft.com/office/drawing/2014/main" id="{29C3549A-41AC-BA4C-5382-60BDBCC2CD47}"/>
                </a:ext>
              </a:extLst>
            </p:cNvPr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>
              <a:extLst>
                <a:ext uri="{FF2B5EF4-FFF2-40B4-BE49-F238E27FC236}">
                  <a16:creationId xmlns:a16="http://schemas.microsoft.com/office/drawing/2014/main" id="{5113A5B6-C2E6-4C4C-A0DD-36E876C5D3B4}"/>
                </a:ext>
              </a:extLst>
            </p:cNvPr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>
              <a:extLst>
                <a:ext uri="{FF2B5EF4-FFF2-40B4-BE49-F238E27FC236}">
                  <a16:creationId xmlns:a16="http://schemas.microsoft.com/office/drawing/2014/main" id="{B5DB16AB-8CAF-0263-DB05-67651F3A7BF9}"/>
                </a:ext>
              </a:extLst>
            </p:cNvPr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>
              <a:extLst>
                <a:ext uri="{FF2B5EF4-FFF2-40B4-BE49-F238E27FC236}">
                  <a16:creationId xmlns:a16="http://schemas.microsoft.com/office/drawing/2014/main" id="{3B01BE18-C431-AAF6-7D71-941962F9412E}"/>
                </a:ext>
              </a:extLst>
            </p:cNvPr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>
              <a:extLst>
                <a:ext uri="{FF2B5EF4-FFF2-40B4-BE49-F238E27FC236}">
                  <a16:creationId xmlns:a16="http://schemas.microsoft.com/office/drawing/2014/main" id="{EBD4DE6D-0C46-E73F-2326-0ABC54B2F3A6}"/>
                </a:ext>
              </a:extLst>
            </p:cNvPr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>
              <a:extLst>
                <a:ext uri="{FF2B5EF4-FFF2-40B4-BE49-F238E27FC236}">
                  <a16:creationId xmlns:a16="http://schemas.microsoft.com/office/drawing/2014/main" id="{F4A4B22D-C071-5774-57E0-1690F18A4F87}"/>
                </a:ext>
              </a:extLst>
            </p:cNvPr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>
              <a:extLst>
                <a:ext uri="{FF2B5EF4-FFF2-40B4-BE49-F238E27FC236}">
                  <a16:creationId xmlns:a16="http://schemas.microsoft.com/office/drawing/2014/main" id="{C25D2733-102F-23CD-C5C0-2417A663C686}"/>
                </a:ext>
              </a:extLst>
            </p:cNvPr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>
              <a:extLst>
                <a:ext uri="{FF2B5EF4-FFF2-40B4-BE49-F238E27FC236}">
                  <a16:creationId xmlns:a16="http://schemas.microsoft.com/office/drawing/2014/main" id="{65DFA642-BBB7-9566-0D0B-FDB1C499F86B}"/>
                </a:ext>
              </a:extLst>
            </p:cNvPr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>
              <a:extLst>
                <a:ext uri="{FF2B5EF4-FFF2-40B4-BE49-F238E27FC236}">
                  <a16:creationId xmlns:a16="http://schemas.microsoft.com/office/drawing/2014/main" id="{524FD6E0-5B1C-BA0E-EEEB-2C2BD07B0EB1}"/>
                </a:ext>
              </a:extLst>
            </p:cNvPr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>
              <a:extLst>
                <a:ext uri="{FF2B5EF4-FFF2-40B4-BE49-F238E27FC236}">
                  <a16:creationId xmlns:a16="http://schemas.microsoft.com/office/drawing/2014/main" id="{501B3887-B023-4342-9779-302A902DCDD3}"/>
                </a:ext>
              </a:extLst>
            </p:cNvPr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>
              <a:extLst>
                <a:ext uri="{FF2B5EF4-FFF2-40B4-BE49-F238E27FC236}">
                  <a16:creationId xmlns:a16="http://schemas.microsoft.com/office/drawing/2014/main" id="{7F7A55C1-1032-27E0-D469-9E8710B7EA7A}"/>
                </a:ext>
              </a:extLst>
            </p:cNvPr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>
              <a:extLst>
                <a:ext uri="{FF2B5EF4-FFF2-40B4-BE49-F238E27FC236}">
                  <a16:creationId xmlns:a16="http://schemas.microsoft.com/office/drawing/2014/main" id="{C596AAFD-9F0D-4E76-EBD2-0F20A1E6FAE7}"/>
                </a:ext>
              </a:extLst>
            </p:cNvPr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>
              <a:extLst>
                <a:ext uri="{FF2B5EF4-FFF2-40B4-BE49-F238E27FC236}">
                  <a16:creationId xmlns:a16="http://schemas.microsoft.com/office/drawing/2014/main" id="{C38A9CA1-34DF-4DAA-3A68-98FAA694A387}"/>
                </a:ext>
              </a:extLst>
            </p:cNvPr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>
              <a:extLst>
                <a:ext uri="{FF2B5EF4-FFF2-40B4-BE49-F238E27FC236}">
                  <a16:creationId xmlns:a16="http://schemas.microsoft.com/office/drawing/2014/main" id="{F2547001-A5F3-60BA-91B9-EF7CEB43EC21}"/>
                </a:ext>
              </a:extLst>
            </p:cNvPr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>
              <a:extLst>
                <a:ext uri="{FF2B5EF4-FFF2-40B4-BE49-F238E27FC236}">
                  <a16:creationId xmlns:a16="http://schemas.microsoft.com/office/drawing/2014/main" id="{39A2D9DA-410E-74DF-6C8E-82F470CFD4E4}"/>
                </a:ext>
              </a:extLst>
            </p:cNvPr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>
              <a:extLst>
                <a:ext uri="{FF2B5EF4-FFF2-40B4-BE49-F238E27FC236}">
                  <a16:creationId xmlns:a16="http://schemas.microsoft.com/office/drawing/2014/main" id="{68F528E2-B288-5C1E-343D-6A4B839E9F24}"/>
                </a:ext>
              </a:extLst>
            </p:cNvPr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>
              <a:extLst>
                <a:ext uri="{FF2B5EF4-FFF2-40B4-BE49-F238E27FC236}">
                  <a16:creationId xmlns:a16="http://schemas.microsoft.com/office/drawing/2014/main" id="{EB7866A5-DB08-EEC8-8ED6-C87E50111BC6}"/>
                </a:ext>
              </a:extLst>
            </p:cNvPr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>
              <a:extLst>
                <a:ext uri="{FF2B5EF4-FFF2-40B4-BE49-F238E27FC236}">
                  <a16:creationId xmlns:a16="http://schemas.microsoft.com/office/drawing/2014/main" id="{6DBE10AA-97B6-7FEB-2201-4560A36A9DD5}"/>
                </a:ext>
              </a:extLst>
            </p:cNvPr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>
              <a:extLst>
                <a:ext uri="{FF2B5EF4-FFF2-40B4-BE49-F238E27FC236}">
                  <a16:creationId xmlns:a16="http://schemas.microsoft.com/office/drawing/2014/main" id="{8D40C31C-8FC1-200D-B34C-12FC1E2C67D0}"/>
                </a:ext>
              </a:extLst>
            </p:cNvPr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>
              <a:extLst>
                <a:ext uri="{FF2B5EF4-FFF2-40B4-BE49-F238E27FC236}">
                  <a16:creationId xmlns:a16="http://schemas.microsoft.com/office/drawing/2014/main" id="{1B992CEF-6EF4-B1B3-2E7C-B3BDB7B74198}"/>
                </a:ext>
              </a:extLst>
            </p:cNvPr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>
              <a:extLst>
                <a:ext uri="{FF2B5EF4-FFF2-40B4-BE49-F238E27FC236}">
                  <a16:creationId xmlns:a16="http://schemas.microsoft.com/office/drawing/2014/main" id="{CB7865A7-C1BD-B19B-CFB5-4DF74BC03F18}"/>
                </a:ext>
              </a:extLst>
            </p:cNvPr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>
              <a:extLst>
                <a:ext uri="{FF2B5EF4-FFF2-40B4-BE49-F238E27FC236}">
                  <a16:creationId xmlns:a16="http://schemas.microsoft.com/office/drawing/2014/main" id="{1569ACD0-B8E1-8B6E-2D80-FD25A6BE8EC7}"/>
                </a:ext>
              </a:extLst>
            </p:cNvPr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>
              <a:extLst>
                <a:ext uri="{FF2B5EF4-FFF2-40B4-BE49-F238E27FC236}">
                  <a16:creationId xmlns:a16="http://schemas.microsoft.com/office/drawing/2014/main" id="{23E3D10A-69DB-1C78-89EE-2D24C0B4FD56}"/>
                </a:ext>
              </a:extLst>
            </p:cNvPr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>
              <a:extLst>
                <a:ext uri="{FF2B5EF4-FFF2-40B4-BE49-F238E27FC236}">
                  <a16:creationId xmlns:a16="http://schemas.microsoft.com/office/drawing/2014/main" id="{5FD4C469-A5D2-1428-5429-7989A05AB9B8}"/>
                </a:ext>
              </a:extLst>
            </p:cNvPr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>
              <a:extLst>
                <a:ext uri="{FF2B5EF4-FFF2-40B4-BE49-F238E27FC236}">
                  <a16:creationId xmlns:a16="http://schemas.microsoft.com/office/drawing/2014/main" id="{5259B384-23AA-6670-638B-12F6E9669AE4}"/>
                </a:ext>
              </a:extLst>
            </p:cNvPr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>
              <a:extLst>
                <a:ext uri="{FF2B5EF4-FFF2-40B4-BE49-F238E27FC236}">
                  <a16:creationId xmlns:a16="http://schemas.microsoft.com/office/drawing/2014/main" id="{BBB19A55-3CCB-FE4C-8569-38DD136CE517}"/>
                </a:ext>
              </a:extLst>
            </p:cNvPr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>
              <a:extLst>
                <a:ext uri="{FF2B5EF4-FFF2-40B4-BE49-F238E27FC236}">
                  <a16:creationId xmlns:a16="http://schemas.microsoft.com/office/drawing/2014/main" id="{C2B1242A-BB6C-4E58-3481-EFC45B48F6A4}"/>
                </a:ext>
              </a:extLst>
            </p:cNvPr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>
              <a:extLst>
                <a:ext uri="{FF2B5EF4-FFF2-40B4-BE49-F238E27FC236}">
                  <a16:creationId xmlns:a16="http://schemas.microsoft.com/office/drawing/2014/main" id="{0FBEEBF9-60B9-DD15-F45F-653896C9A4F7}"/>
                </a:ext>
              </a:extLst>
            </p:cNvPr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>
              <a:extLst>
                <a:ext uri="{FF2B5EF4-FFF2-40B4-BE49-F238E27FC236}">
                  <a16:creationId xmlns:a16="http://schemas.microsoft.com/office/drawing/2014/main" id="{082742DB-208F-BFB8-764A-DF09D3FC54F0}"/>
                </a:ext>
              </a:extLst>
            </p:cNvPr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>
              <a:extLst>
                <a:ext uri="{FF2B5EF4-FFF2-40B4-BE49-F238E27FC236}">
                  <a16:creationId xmlns:a16="http://schemas.microsoft.com/office/drawing/2014/main" id="{083A6A9D-A0E8-8968-F860-37B1FC35388D}"/>
                </a:ext>
              </a:extLst>
            </p:cNvPr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8412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5C7CA69-B35A-89E6-1A7B-026DF8D1C4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76" t="11637" r="8132" b="6799"/>
          <a:stretch/>
        </p:blipFill>
        <p:spPr>
          <a:xfrm>
            <a:off x="753690" y="482029"/>
            <a:ext cx="7634510" cy="4195220"/>
          </a:xfrm>
          <a:prstGeom prst="rect">
            <a:avLst/>
          </a:prstGeom>
        </p:spPr>
      </p:pic>
      <p:grpSp>
        <p:nvGrpSpPr>
          <p:cNvPr id="1866" name="Google Shape;1866;p36"/>
          <p:cNvGrpSpPr/>
          <p:nvPr/>
        </p:nvGrpSpPr>
        <p:grpSpPr>
          <a:xfrm>
            <a:off x="6849739" y="3490225"/>
            <a:ext cx="2023472" cy="1536701"/>
            <a:chOff x="6935864" y="2236396"/>
            <a:chExt cx="1450309" cy="1101420"/>
          </a:xfrm>
        </p:grpSpPr>
        <p:sp>
          <p:nvSpPr>
            <p:cNvPr id="1867" name="Google Shape;1867;p36"/>
            <p:cNvSpPr/>
            <p:nvPr/>
          </p:nvSpPr>
          <p:spPr>
            <a:xfrm>
              <a:off x="7453832" y="2696876"/>
              <a:ext cx="878888" cy="640940"/>
            </a:xfrm>
            <a:custGeom>
              <a:avLst/>
              <a:gdLst/>
              <a:ahLst/>
              <a:cxnLst/>
              <a:rect l="l" t="t" r="r" b="b"/>
              <a:pathLst>
                <a:path w="12200" h="8897" extrusionOk="0">
                  <a:moveTo>
                    <a:pt x="232" y="0"/>
                  </a:moveTo>
                  <a:cubicBezTo>
                    <a:pt x="102" y="0"/>
                    <a:pt x="0" y="102"/>
                    <a:pt x="0" y="223"/>
                  </a:cubicBezTo>
                  <a:lnTo>
                    <a:pt x="0" y="8674"/>
                  </a:lnTo>
                  <a:cubicBezTo>
                    <a:pt x="0" y="8795"/>
                    <a:pt x="102" y="8897"/>
                    <a:pt x="232" y="8897"/>
                  </a:cubicBezTo>
                  <a:lnTo>
                    <a:pt x="11977" y="8897"/>
                  </a:lnTo>
                  <a:cubicBezTo>
                    <a:pt x="12097" y="8897"/>
                    <a:pt x="12199" y="8795"/>
                    <a:pt x="12199" y="8674"/>
                  </a:cubicBezTo>
                  <a:lnTo>
                    <a:pt x="12199" y="223"/>
                  </a:lnTo>
                  <a:cubicBezTo>
                    <a:pt x="12199" y="102"/>
                    <a:pt x="12097" y="0"/>
                    <a:pt x="11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6"/>
            <p:cNvSpPr/>
            <p:nvPr/>
          </p:nvSpPr>
          <p:spPr>
            <a:xfrm>
              <a:off x="7503251" y="2648105"/>
              <a:ext cx="878888" cy="108276"/>
            </a:xfrm>
            <a:custGeom>
              <a:avLst/>
              <a:gdLst/>
              <a:ahLst/>
              <a:cxnLst/>
              <a:rect l="l" t="t" r="r" b="b"/>
              <a:pathLst>
                <a:path w="12200" h="1503" extrusionOk="0">
                  <a:moveTo>
                    <a:pt x="270" y="0"/>
                  </a:moveTo>
                  <a:cubicBezTo>
                    <a:pt x="121" y="0"/>
                    <a:pt x="1" y="121"/>
                    <a:pt x="1" y="269"/>
                  </a:cubicBezTo>
                  <a:lnTo>
                    <a:pt x="1" y="1503"/>
                  </a:lnTo>
                  <a:lnTo>
                    <a:pt x="12200" y="1503"/>
                  </a:lnTo>
                  <a:lnTo>
                    <a:pt x="12200" y="353"/>
                  </a:lnTo>
                  <a:cubicBezTo>
                    <a:pt x="12200" y="158"/>
                    <a:pt x="12042" y="0"/>
                    <a:pt x="11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6"/>
            <p:cNvSpPr/>
            <p:nvPr/>
          </p:nvSpPr>
          <p:spPr>
            <a:xfrm>
              <a:off x="7498568" y="2644070"/>
              <a:ext cx="887605" cy="116345"/>
            </a:xfrm>
            <a:custGeom>
              <a:avLst/>
              <a:gdLst/>
              <a:ahLst/>
              <a:cxnLst/>
              <a:rect l="l" t="t" r="r" b="b"/>
              <a:pathLst>
                <a:path w="12321" h="1615" extrusionOk="0">
                  <a:moveTo>
                    <a:pt x="11912" y="112"/>
                  </a:moveTo>
                  <a:cubicBezTo>
                    <a:pt x="12070" y="112"/>
                    <a:pt x="12209" y="251"/>
                    <a:pt x="12209" y="409"/>
                  </a:cubicBezTo>
                  <a:lnTo>
                    <a:pt x="12209" y="1494"/>
                  </a:lnTo>
                  <a:lnTo>
                    <a:pt x="122" y="1494"/>
                  </a:lnTo>
                  <a:lnTo>
                    <a:pt x="122" y="325"/>
                  </a:lnTo>
                  <a:cubicBezTo>
                    <a:pt x="122" y="214"/>
                    <a:pt x="214" y="112"/>
                    <a:pt x="335" y="112"/>
                  </a:cubicBezTo>
                  <a:close/>
                  <a:moveTo>
                    <a:pt x="335" y="0"/>
                  </a:moveTo>
                  <a:cubicBezTo>
                    <a:pt x="149" y="0"/>
                    <a:pt x="1" y="149"/>
                    <a:pt x="1" y="325"/>
                  </a:cubicBezTo>
                  <a:lnTo>
                    <a:pt x="1" y="1615"/>
                  </a:lnTo>
                  <a:lnTo>
                    <a:pt x="12320" y="1615"/>
                  </a:lnTo>
                  <a:lnTo>
                    <a:pt x="12320" y="409"/>
                  </a:lnTo>
                  <a:cubicBezTo>
                    <a:pt x="12320" y="186"/>
                    <a:pt x="12135" y="0"/>
                    <a:pt x="1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6"/>
            <p:cNvSpPr/>
            <p:nvPr/>
          </p:nvSpPr>
          <p:spPr>
            <a:xfrm>
              <a:off x="8230351" y="2680162"/>
              <a:ext cx="42215" cy="41495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1" y="112"/>
                    <a:pt x="465" y="195"/>
                    <a:pt x="465" y="288"/>
                  </a:cubicBezTo>
                  <a:cubicBezTo>
                    <a:pt x="465" y="381"/>
                    <a:pt x="391" y="464"/>
                    <a:pt x="298" y="464"/>
                  </a:cubicBezTo>
                  <a:cubicBezTo>
                    <a:pt x="196" y="464"/>
                    <a:pt x="122" y="381"/>
                    <a:pt x="122" y="288"/>
                  </a:cubicBezTo>
                  <a:cubicBezTo>
                    <a:pt x="122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6"/>
            <p:cNvSpPr/>
            <p:nvPr/>
          </p:nvSpPr>
          <p:spPr>
            <a:xfrm>
              <a:off x="8295187" y="2680162"/>
              <a:ext cx="42215" cy="41495"/>
            </a:xfrm>
            <a:custGeom>
              <a:avLst/>
              <a:gdLst/>
              <a:ahLst/>
              <a:cxnLst/>
              <a:rect l="l" t="t" r="r" b="b"/>
              <a:pathLst>
                <a:path w="586" h="576" extrusionOk="0">
                  <a:moveTo>
                    <a:pt x="298" y="112"/>
                  </a:moveTo>
                  <a:cubicBezTo>
                    <a:pt x="390" y="112"/>
                    <a:pt x="465" y="195"/>
                    <a:pt x="465" y="288"/>
                  </a:cubicBezTo>
                  <a:cubicBezTo>
                    <a:pt x="465" y="381"/>
                    <a:pt x="390" y="464"/>
                    <a:pt x="298" y="464"/>
                  </a:cubicBezTo>
                  <a:cubicBezTo>
                    <a:pt x="196" y="464"/>
                    <a:pt x="121" y="381"/>
                    <a:pt x="121" y="288"/>
                  </a:cubicBezTo>
                  <a:cubicBezTo>
                    <a:pt x="121" y="195"/>
                    <a:pt x="196" y="112"/>
                    <a:pt x="298" y="112"/>
                  </a:cubicBezTo>
                  <a:close/>
                  <a:moveTo>
                    <a:pt x="298" y="0"/>
                  </a:moveTo>
                  <a:cubicBezTo>
                    <a:pt x="131" y="0"/>
                    <a:pt x="1" y="130"/>
                    <a:pt x="1" y="288"/>
                  </a:cubicBezTo>
                  <a:cubicBezTo>
                    <a:pt x="1" y="446"/>
                    <a:pt x="131" y="576"/>
                    <a:pt x="298" y="576"/>
                  </a:cubicBezTo>
                  <a:cubicBezTo>
                    <a:pt x="455" y="576"/>
                    <a:pt x="585" y="446"/>
                    <a:pt x="585" y="288"/>
                  </a:cubicBezTo>
                  <a:cubicBezTo>
                    <a:pt x="585" y="130"/>
                    <a:pt x="455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6"/>
            <p:cNvSpPr/>
            <p:nvPr/>
          </p:nvSpPr>
          <p:spPr>
            <a:xfrm>
              <a:off x="8166235" y="2680162"/>
              <a:ext cx="41495" cy="41495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2"/>
                  </a:moveTo>
                  <a:cubicBezTo>
                    <a:pt x="381" y="112"/>
                    <a:pt x="464" y="195"/>
                    <a:pt x="464" y="288"/>
                  </a:cubicBezTo>
                  <a:cubicBezTo>
                    <a:pt x="464" y="381"/>
                    <a:pt x="381" y="464"/>
                    <a:pt x="288" y="464"/>
                  </a:cubicBezTo>
                  <a:cubicBezTo>
                    <a:pt x="195" y="464"/>
                    <a:pt x="121" y="381"/>
                    <a:pt x="121" y="288"/>
                  </a:cubicBezTo>
                  <a:cubicBezTo>
                    <a:pt x="121" y="195"/>
                    <a:pt x="195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46"/>
                    <a:pt x="130" y="576"/>
                    <a:pt x="288" y="576"/>
                  </a:cubicBezTo>
                  <a:cubicBezTo>
                    <a:pt x="446" y="576"/>
                    <a:pt x="575" y="446"/>
                    <a:pt x="575" y="288"/>
                  </a:cubicBezTo>
                  <a:cubicBezTo>
                    <a:pt x="575" y="130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6"/>
            <p:cNvSpPr/>
            <p:nvPr/>
          </p:nvSpPr>
          <p:spPr>
            <a:xfrm>
              <a:off x="7502603" y="2756309"/>
              <a:ext cx="878888" cy="528702"/>
            </a:xfrm>
            <a:custGeom>
              <a:avLst/>
              <a:gdLst/>
              <a:ahLst/>
              <a:cxnLst/>
              <a:rect l="l" t="t" r="r" b="b"/>
              <a:pathLst>
                <a:path w="12200" h="7339" extrusionOk="0">
                  <a:moveTo>
                    <a:pt x="38" y="1"/>
                  </a:moveTo>
                  <a:cubicBezTo>
                    <a:pt x="19" y="1"/>
                    <a:pt x="1" y="19"/>
                    <a:pt x="1" y="38"/>
                  </a:cubicBezTo>
                  <a:lnTo>
                    <a:pt x="1" y="7302"/>
                  </a:lnTo>
                  <a:cubicBezTo>
                    <a:pt x="1" y="7320"/>
                    <a:pt x="19" y="7339"/>
                    <a:pt x="38" y="7339"/>
                  </a:cubicBezTo>
                  <a:lnTo>
                    <a:pt x="12162" y="7339"/>
                  </a:lnTo>
                  <a:cubicBezTo>
                    <a:pt x="12181" y="7339"/>
                    <a:pt x="12199" y="7320"/>
                    <a:pt x="12199" y="7302"/>
                  </a:cubicBezTo>
                  <a:lnTo>
                    <a:pt x="12199" y="38"/>
                  </a:lnTo>
                  <a:cubicBezTo>
                    <a:pt x="12199" y="19"/>
                    <a:pt x="12181" y="1"/>
                    <a:pt x="121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6"/>
            <p:cNvSpPr/>
            <p:nvPr/>
          </p:nvSpPr>
          <p:spPr>
            <a:xfrm>
              <a:off x="7498568" y="2752346"/>
              <a:ext cx="887605" cy="536698"/>
            </a:xfrm>
            <a:custGeom>
              <a:avLst/>
              <a:gdLst/>
              <a:ahLst/>
              <a:cxnLst/>
              <a:rect l="l" t="t" r="r" b="b"/>
              <a:pathLst>
                <a:path w="12321" h="7450" extrusionOk="0">
                  <a:moveTo>
                    <a:pt x="12200" y="112"/>
                  </a:moveTo>
                  <a:lnTo>
                    <a:pt x="12200" y="7338"/>
                  </a:lnTo>
                  <a:lnTo>
                    <a:pt x="112" y="7338"/>
                  </a:lnTo>
                  <a:lnTo>
                    <a:pt x="112" y="112"/>
                  </a:lnTo>
                  <a:close/>
                  <a:moveTo>
                    <a:pt x="94" y="0"/>
                  </a:moveTo>
                  <a:cubicBezTo>
                    <a:pt x="47" y="0"/>
                    <a:pt x="1" y="37"/>
                    <a:pt x="1" y="93"/>
                  </a:cubicBezTo>
                  <a:lnTo>
                    <a:pt x="1" y="7357"/>
                  </a:lnTo>
                  <a:cubicBezTo>
                    <a:pt x="1" y="7412"/>
                    <a:pt x="47" y="7449"/>
                    <a:pt x="94" y="7449"/>
                  </a:cubicBezTo>
                  <a:lnTo>
                    <a:pt x="12218" y="7449"/>
                  </a:lnTo>
                  <a:cubicBezTo>
                    <a:pt x="12274" y="7449"/>
                    <a:pt x="12320" y="7412"/>
                    <a:pt x="12320" y="7357"/>
                  </a:cubicBezTo>
                  <a:lnTo>
                    <a:pt x="12320" y="93"/>
                  </a:lnTo>
                  <a:cubicBezTo>
                    <a:pt x="12320" y="37"/>
                    <a:pt x="12274" y="0"/>
                    <a:pt x="12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6"/>
            <p:cNvSpPr/>
            <p:nvPr/>
          </p:nvSpPr>
          <p:spPr>
            <a:xfrm>
              <a:off x="8104713" y="2863288"/>
              <a:ext cx="194580" cy="299470"/>
            </a:xfrm>
            <a:custGeom>
              <a:avLst/>
              <a:gdLst/>
              <a:ahLst/>
              <a:cxnLst/>
              <a:rect l="l" t="t" r="r" b="b"/>
              <a:pathLst>
                <a:path w="2701" h="4157" extrusionOk="0">
                  <a:moveTo>
                    <a:pt x="19" y="0"/>
                  </a:moveTo>
                  <a:cubicBezTo>
                    <a:pt x="10" y="0"/>
                    <a:pt x="1" y="9"/>
                    <a:pt x="1" y="19"/>
                  </a:cubicBezTo>
                  <a:lnTo>
                    <a:pt x="1" y="4138"/>
                  </a:lnTo>
                  <a:cubicBezTo>
                    <a:pt x="1" y="4147"/>
                    <a:pt x="10" y="4156"/>
                    <a:pt x="19" y="4156"/>
                  </a:cubicBezTo>
                  <a:lnTo>
                    <a:pt x="2682" y="4156"/>
                  </a:lnTo>
                  <a:cubicBezTo>
                    <a:pt x="2691" y="4156"/>
                    <a:pt x="2700" y="4147"/>
                    <a:pt x="2700" y="4138"/>
                  </a:cubicBezTo>
                  <a:lnTo>
                    <a:pt x="2700" y="19"/>
                  </a:lnTo>
                  <a:cubicBezTo>
                    <a:pt x="2700" y="0"/>
                    <a:pt x="2691" y="0"/>
                    <a:pt x="26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6"/>
            <p:cNvSpPr/>
            <p:nvPr/>
          </p:nvSpPr>
          <p:spPr>
            <a:xfrm>
              <a:off x="8100751" y="2858605"/>
              <a:ext cx="202576" cy="308835"/>
            </a:xfrm>
            <a:custGeom>
              <a:avLst/>
              <a:gdLst/>
              <a:ahLst/>
              <a:cxnLst/>
              <a:rect l="l" t="t" r="r" b="b"/>
              <a:pathLst>
                <a:path w="2812" h="4287" extrusionOk="0">
                  <a:moveTo>
                    <a:pt x="2700" y="121"/>
                  </a:moveTo>
                  <a:lnTo>
                    <a:pt x="2700" y="4165"/>
                  </a:lnTo>
                  <a:lnTo>
                    <a:pt x="112" y="4165"/>
                  </a:lnTo>
                  <a:lnTo>
                    <a:pt x="112" y="121"/>
                  </a:lnTo>
                  <a:close/>
                  <a:moveTo>
                    <a:pt x="74" y="0"/>
                  </a:moveTo>
                  <a:cubicBezTo>
                    <a:pt x="37" y="0"/>
                    <a:pt x="0" y="37"/>
                    <a:pt x="0" y="84"/>
                  </a:cubicBezTo>
                  <a:lnTo>
                    <a:pt x="0" y="4203"/>
                  </a:lnTo>
                  <a:cubicBezTo>
                    <a:pt x="0" y="4249"/>
                    <a:pt x="37" y="4286"/>
                    <a:pt x="74" y="4286"/>
                  </a:cubicBezTo>
                  <a:lnTo>
                    <a:pt x="2737" y="4286"/>
                  </a:lnTo>
                  <a:cubicBezTo>
                    <a:pt x="2774" y="4286"/>
                    <a:pt x="2811" y="4249"/>
                    <a:pt x="2811" y="4203"/>
                  </a:cubicBezTo>
                  <a:lnTo>
                    <a:pt x="2811" y="84"/>
                  </a:lnTo>
                  <a:cubicBezTo>
                    <a:pt x="2811" y="37"/>
                    <a:pt x="2774" y="0"/>
                    <a:pt x="27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6"/>
            <p:cNvSpPr/>
            <p:nvPr/>
          </p:nvSpPr>
          <p:spPr>
            <a:xfrm>
              <a:off x="8109396" y="2868619"/>
              <a:ext cx="187880" cy="290753"/>
            </a:xfrm>
            <a:custGeom>
              <a:avLst/>
              <a:gdLst/>
              <a:ahLst/>
              <a:cxnLst/>
              <a:rect l="l" t="t" r="r" b="b"/>
              <a:pathLst>
                <a:path w="2608" h="4036" extrusionOk="0">
                  <a:moveTo>
                    <a:pt x="1" y="0"/>
                  </a:moveTo>
                  <a:lnTo>
                    <a:pt x="2608" y="40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6"/>
            <p:cNvSpPr/>
            <p:nvPr/>
          </p:nvSpPr>
          <p:spPr>
            <a:xfrm>
              <a:off x="8104713" y="2864585"/>
              <a:ext cx="197246" cy="298822"/>
            </a:xfrm>
            <a:custGeom>
              <a:avLst/>
              <a:gdLst/>
              <a:ahLst/>
              <a:cxnLst/>
              <a:rect l="l" t="t" r="r" b="b"/>
              <a:pathLst>
                <a:path w="2738" h="4148" extrusionOk="0">
                  <a:moveTo>
                    <a:pt x="70" y="0"/>
                  </a:moveTo>
                  <a:cubicBezTo>
                    <a:pt x="59" y="0"/>
                    <a:pt x="48" y="3"/>
                    <a:pt x="38" y="10"/>
                  </a:cubicBezTo>
                  <a:cubicBezTo>
                    <a:pt x="10" y="29"/>
                    <a:pt x="1" y="66"/>
                    <a:pt x="19" y="93"/>
                  </a:cubicBezTo>
                  <a:lnTo>
                    <a:pt x="2626" y="4120"/>
                  </a:lnTo>
                  <a:cubicBezTo>
                    <a:pt x="2635" y="4138"/>
                    <a:pt x="2654" y="4147"/>
                    <a:pt x="2673" y="4147"/>
                  </a:cubicBezTo>
                  <a:cubicBezTo>
                    <a:pt x="2682" y="4147"/>
                    <a:pt x="2691" y="4147"/>
                    <a:pt x="2700" y="4138"/>
                  </a:cubicBezTo>
                  <a:cubicBezTo>
                    <a:pt x="2728" y="4120"/>
                    <a:pt x="2738" y="4082"/>
                    <a:pt x="2719" y="4055"/>
                  </a:cubicBezTo>
                  <a:lnTo>
                    <a:pt x="121" y="29"/>
                  </a:lnTo>
                  <a:cubicBezTo>
                    <a:pt x="109" y="11"/>
                    <a:pt x="90" y="0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6"/>
            <p:cNvSpPr/>
            <p:nvPr/>
          </p:nvSpPr>
          <p:spPr>
            <a:xfrm>
              <a:off x="8106082" y="2867971"/>
              <a:ext cx="187160" cy="294788"/>
            </a:xfrm>
            <a:custGeom>
              <a:avLst/>
              <a:gdLst/>
              <a:ahLst/>
              <a:cxnLst/>
              <a:rect l="l" t="t" r="r" b="b"/>
              <a:pathLst>
                <a:path w="2598" h="4092" extrusionOk="0">
                  <a:moveTo>
                    <a:pt x="2598" y="0"/>
                  </a:moveTo>
                  <a:lnTo>
                    <a:pt x="0" y="40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6"/>
            <p:cNvSpPr/>
            <p:nvPr/>
          </p:nvSpPr>
          <p:spPr>
            <a:xfrm>
              <a:off x="8101399" y="2863504"/>
              <a:ext cx="196525" cy="303937"/>
            </a:xfrm>
            <a:custGeom>
              <a:avLst/>
              <a:gdLst/>
              <a:ahLst/>
              <a:cxnLst/>
              <a:rect l="l" t="t" r="r" b="b"/>
              <a:pathLst>
                <a:path w="2728" h="4219" extrusionOk="0">
                  <a:moveTo>
                    <a:pt x="2667" y="1"/>
                  </a:moveTo>
                  <a:cubicBezTo>
                    <a:pt x="2648" y="1"/>
                    <a:pt x="2628" y="7"/>
                    <a:pt x="2617" y="25"/>
                  </a:cubicBezTo>
                  <a:lnTo>
                    <a:pt x="19" y="4125"/>
                  </a:lnTo>
                  <a:cubicBezTo>
                    <a:pt x="0" y="4153"/>
                    <a:pt x="10" y="4190"/>
                    <a:pt x="38" y="4209"/>
                  </a:cubicBezTo>
                  <a:cubicBezTo>
                    <a:pt x="47" y="4209"/>
                    <a:pt x="56" y="4218"/>
                    <a:pt x="65" y="4218"/>
                  </a:cubicBezTo>
                  <a:cubicBezTo>
                    <a:pt x="84" y="4218"/>
                    <a:pt x="103" y="4209"/>
                    <a:pt x="121" y="4190"/>
                  </a:cubicBezTo>
                  <a:lnTo>
                    <a:pt x="2719" y="90"/>
                  </a:lnTo>
                  <a:cubicBezTo>
                    <a:pt x="2728" y="62"/>
                    <a:pt x="2728" y="25"/>
                    <a:pt x="2700" y="6"/>
                  </a:cubicBezTo>
                  <a:cubicBezTo>
                    <a:pt x="2690" y="3"/>
                    <a:pt x="2678" y="1"/>
                    <a:pt x="26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6"/>
            <p:cNvSpPr/>
            <p:nvPr/>
          </p:nvSpPr>
          <p:spPr>
            <a:xfrm>
              <a:off x="7614913" y="2880001"/>
              <a:ext cx="413077" cy="8717"/>
            </a:xfrm>
            <a:custGeom>
              <a:avLst/>
              <a:gdLst/>
              <a:ahLst/>
              <a:cxnLst/>
              <a:rect l="l" t="t" r="r" b="b"/>
              <a:pathLst>
                <a:path w="5734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5677" y="121"/>
                  </a:lnTo>
                  <a:cubicBezTo>
                    <a:pt x="5705" y="121"/>
                    <a:pt x="5733" y="93"/>
                    <a:pt x="5733" y="65"/>
                  </a:cubicBezTo>
                  <a:cubicBezTo>
                    <a:pt x="5733" y="28"/>
                    <a:pt x="5705" y="0"/>
                    <a:pt x="56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6"/>
            <p:cNvSpPr/>
            <p:nvPr/>
          </p:nvSpPr>
          <p:spPr>
            <a:xfrm>
              <a:off x="7614913" y="2941451"/>
              <a:ext cx="150420" cy="8789"/>
            </a:xfrm>
            <a:custGeom>
              <a:avLst/>
              <a:gdLst/>
              <a:ahLst/>
              <a:cxnLst/>
              <a:rect l="l" t="t" r="r" b="b"/>
              <a:pathLst>
                <a:path w="2088" h="12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32" y="121"/>
                  </a:lnTo>
                  <a:cubicBezTo>
                    <a:pt x="2069" y="121"/>
                    <a:pt x="2087" y="93"/>
                    <a:pt x="2087" y="56"/>
                  </a:cubicBezTo>
                  <a:cubicBezTo>
                    <a:pt x="2087" y="28"/>
                    <a:pt x="2069" y="1"/>
                    <a:pt x="20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6"/>
            <p:cNvSpPr/>
            <p:nvPr/>
          </p:nvSpPr>
          <p:spPr>
            <a:xfrm>
              <a:off x="7815400" y="2941451"/>
              <a:ext cx="181181" cy="8789"/>
            </a:xfrm>
            <a:custGeom>
              <a:avLst/>
              <a:gdLst/>
              <a:ahLst/>
              <a:cxnLst/>
              <a:rect l="l" t="t" r="r" b="b"/>
              <a:pathLst>
                <a:path w="2515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458" y="121"/>
                  </a:lnTo>
                  <a:cubicBezTo>
                    <a:pt x="2486" y="121"/>
                    <a:pt x="2514" y="93"/>
                    <a:pt x="2514" y="56"/>
                  </a:cubicBezTo>
                  <a:cubicBezTo>
                    <a:pt x="2514" y="28"/>
                    <a:pt x="2486" y="1"/>
                    <a:pt x="24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6"/>
            <p:cNvSpPr/>
            <p:nvPr/>
          </p:nvSpPr>
          <p:spPr>
            <a:xfrm>
              <a:off x="7614913" y="3127891"/>
              <a:ext cx="268061" cy="8141"/>
            </a:xfrm>
            <a:custGeom>
              <a:avLst/>
              <a:gdLst/>
              <a:ahLst/>
              <a:cxnLst/>
              <a:rect l="l" t="t" r="r" b="b"/>
              <a:pathLst>
                <a:path w="3721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655" y="112"/>
                  </a:lnTo>
                  <a:cubicBezTo>
                    <a:pt x="3692" y="112"/>
                    <a:pt x="3720" y="93"/>
                    <a:pt x="3720" y="56"/>
                  </a:cubicBezTo>
                  <a:cubicBezTo>
                    <a:pt x="3720" y="29"/>
                    <a:pt x="3692" y="1"/>
                    <a:pt x="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6"/>
            <p:cNvSpPr/>
            <p:nvPr/>
          </p:nvSpPr>
          <p:spPr>
            <a:xfrm>
              <a:off x="7614913" y="3006287"/>
              <a:ext cx="416391" cy="8068"/>
            </a:xfrm>
            <a:custGeom>
              <a:avLst/>
              <a:gdLst/>
              <a:ahLst/>
              <a:cxnLst/>
              <a:rect l="l" t="t" r="r" b="b"/>
              <a:pathLst>
                <a:path w="5780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5724" y="112"/>
                  </a:lnTo>
                  <a:cubicBezTo>
                    <a:pt x="5761" y="112"/>
                    <a:pt x="5779" y="84"/>
                    <a:pt x="5779" y="56"/>
                  </a:cubicBezTo>
                  <a:cubicBezTo>
                    <a:pt x="5779" y="19"/>
                    <a:pt x="5761" y="0"/>
                    <a:pt x="57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6"/>
            <p:cNvSpPr/>
            <p:nvPr/>
          </p:nvSpPr>
          <p:spPr>
            <a:xfrm>
              <a:off x="7614913" y="3067738"/>
              <a:ext cx="137740" cy="8141"/>
            </a:xfrm>
            <a:custGeom>
              <a:avLst/>
              <a:gdLst/>
              <a:ahLst/>
              <a:cxnLst/>
              <a:rect l="l" t="t" r="r" b="b"/>
              <a:pathLst>
                <a:path w="1912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855" y="112"/>
                  </a:lnTo>
                  <a:cubicBezTo>
                    <a:pt x="1883" y="112"/>
                    <a:pt x="1911" y="84"/>
                    <a:pt x="1911" y="56"/>
                  </a:cubicBezTo>
                  <a:cubicBezTo>
                    <a:pt x="1911" y="19"/>
                    <a:pt x="1883" y="1"/>
                    <a:pt x="1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6"/>
            <p:cNvSpPr/>
            <p:nvPr/>
          </p:nvSpPr>
          <p:spPr>
            <a:xfrm>
              <a:off x="7783991" y="3067738"/>
              <a:ext cx="243999" cy="8141"/>
            </a:xfrm>
            <a:custGeom>
              <a:avLst/>
              <a:gdLst/>
              <a:ahLst/>
              <a:cxnLst/>
              <a:rect l="l" t="t" r="r" b="b"/>
              <a:pathLst>
                <a:path w="3387" h="113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3330" y="112"/>
                  </a:lnTo>
                  <a:cubicBezTo>
                    <a:pt x="3358" y="112"/>
                    <a:pt x="3386" y="84"/>
                    <a:pt x="3386" y="56"/>
                  </a:cubicBezTo>
                  <a:cubicBezTo>
                    <a:pt x="3386" y="19"/>
                    <a:pt x="3358" y="1"/>
                    <a:pt x="3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6"/>
            <p:cNvSpPr/>
            <p:nvPr/>
          </p:nvSpPr>
          <p:spPr>
            <a:xfrm>
              <a:off x="7828728" y="2978192"/>
              <a:ext cx="1441" cy="25502"/>
            </a:xfrm>
            <a:custGeom>
              <a:avLst/>
              <a:gdLst/>
              <a:ahLst/>
              <a:cxnLst/>
              <a:rect l="l" t="t" r="r" b="b"/>
              <a:pathLst>
                <a:path w="20" h="354" extrusionOk="0">
                  <a:moveTo>
                    <a:pt x="19" y="353"/>
                  </a:moveTo>
                  <a:cubicBezTo>
                    <a:pt x="19" y="233"/>
                    <a:pt x="19" y="121"/>
                    <a:pt x="1" y="1"/>
                  </a:cubicBezTo>
                  <a:lnTo>
                    <a:pt x="1" y="1"/>
                  </a:lnTo>
                  <a:lnTo>
                    <a:pt x="1" y="1"/>
                  </a:lnTo>
                  <a:cubicBezTo>
                    <a:pt x="19" y="121"/>
                    <a:pt x="19" y="233"/>
                    <a:pt x="1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6"/>
            <p:cNvSpPr/>
            <p:nvPr/>
          </p:nvSpPr>
          <p:spPr>
            <a:xfrm>
              <a:off x="6940547" y="2426870"/>
              <a:ext cx="670404" cy="477265"/>
            </a:xfrm>
            <a:custGeom>
              <a:avLst/>
              <a:gdLst/>
              <a:ahLst/>
              <a:cxnLst/>
              <a:rect l="l" t="t" r="r" b="b"/>
              <a:pathLst>
                <a:path w="9306" h="6625" extrusionOk="0">
                  <a:moveTo>
                    <a:pt x="168" y="1"/>
                  </a:moveTo>
                  <a:cubicBezTo>
                    <a:pt x="75" y="1"/>
                    <a:pt x="1" y="75"/>
                    <a:pt x="1" y="168"/>
                  </a:cubicBezTo>
                  <a:lnTo>
                    <a:pt x="1" y="6457"/>
                  </a:lnTo>
                  <a:cubicBezTo>
                    <a:pt x="1" y="6550"/>
                    <a:pt x="75" y="6624"/>
                    <a:pt x="168" y="6624"/>
                  </a:cubicBezTo>
                  <a:lnTo>
                    <a:pt x="9129" y="6624"/>
                  </a:lnTo>
                  <a:cubicBezTo>
                    <a:pt x="9222" y="6624"/>
                    <a:pt x="9305" y="6550"/>
                    <a:pt x="9305" y="6457"/>
                  </a:cubicBezTo>
                  <a:lnTo>
                    <a:pt x="9305" y="168"/>
                  </a:lnTo>
                  <a:cubicBezTo>
                    <a:pt x="9305" y="75"/>
                    <a:pt x="9222" y="1"/>
                    <a:pt x="9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6"/>
            <p:cNvSpPr/>
            <p:nvPr/>
          </p:nvSpPr>
          <p:spPr>
            <a:xfrm>
              <a:off x="6935864" y="2422187"/>
              <a:ext cx="679121" cy="486558"/>
            </a:xfrm>
            <a:custGeom>
              <a:avLst/>
              <a:gdLst/>
              <a:ahLst/>
              <a:cxnLst/>
              <a:rect l="l" t="t" r="r" b="b"/>
              <a:pathLst>
                <a:path w="9427" h="6754" extrusionOk="0">
                  <a:moveTo>
                    <a:pt x="9194" y="121"/>
                  </a:moveTo>
                  <a:cubicBezTo>
                    <a:pt x="9259" y="121"/>
                    <a:pt x="9305" y="177"/>
                    <a:pt x="9305" y="233"/>
                  </a:cubicBezTo>
                  <a:lnTo>
                    <a:pt x="9305" y="6522"/>
                  </a:lnTo>
                  <a:cubicBezTo>
                    <a:pt x="9305" y="6587"/>
                    <a:pt x="9259" y="6633"/>
                    <a:pt x="9194" y="6633"/>
                  </a:cubicBezTo>
                  <a:lnTo>
                    <a:pt x="233" y="6633"/>
                  </a:lnTo>
                  <a:cubicBezTo>
                    <a:pt x="168" y="6633"/>
                    <a:pt x="122" y="6587"/>
                    <a:pt x="122" y="6522"/>
                  </a:cubicBezTo>
                  <a:lnTo>
                    <a:pt x="122" y="233"/>
                  </a:lnTo>
                  <a:cubicBezTo>
                    <a:pt x="122" y="177"/>
                    <a:pt x="177" y="121"/>
                    <a:pt x="233" y="121"/>
                  </a:cubicBezTo>
                  <a:close/>
                  <a:moveTo>
                    <a:pt x="233" y="1"/>
                  </a:moveTo>
                  <a:cubicBezTo>
                    <a:pt x="103" y="1"/>
                    <a:pt x="1" y="112"/>
                    <a:pt x="1" y="233"/>
                  </a:cubicBezTo>
                  <a:lnTo>
                    <a:pt x="1" y="6522"/>
                  </a:lnTo>
                  <a:cubicBezTo>
                    <a:pt x="1" y="6652"/>
                    <a:pt x="103" y="6754"/>
                    <a:pt x="233" y="6754"/>
                  </a:cubicBezTo>
                  <a:lnTo>
                    <a:pt x="9194" y="6754"/>
                  </a:lnTo>
                  <a:cubicBezTo>
                    <a:pt x="9324" y="6754"/>
                    <a:pt x="9426" y="6652"/>
                    <a:pt x="9426" y="6522"/>
                  </a:cubicBezTo>
                  <a:lnTo>
                    <a:pt x="9426" y="233"/>
                  </a:lnTo>
                  <a:cubicBezTo>
                    <a:pt x="9426" y="112"/>
                    <a:pt x="9324" y="1"/>
                    <a:pt x="9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6"/>
            <p:cNvSpPr/>
            <p:nvPr/>
          </p:nvSpPr>
          <p:spPr>
            <a:xfrm>
              <a:off x="6978007" y="2390778"/>
              <a:ext cx="670332" cy="80253"/>
            </a:xfrm>
            <a:custGeom>
              <a:avLst/>
              <a:gdLst/>
              <a:ahLst/>
              <a:cxnLst/>
              <a:rect l="l" t="t" r="r" b="b"/>
              <a:pathLst>
                <a:path w="9305" h="1114" extrusionOk="0">
                  <a:moveTo>
                    <a:pt x="204" y="1"/>
                  </a:moveTo>
                  <a:cubicBezTo>
                    <a:pt x="93" y="1"/>
                    <a:pt x="0" y="93"/>
                    <a:pt x="0" y="205"/>
                  </a:cubicBezTo>
                  <a:lnTo>
                    <a:pt x="0" y="1114"/>
                  </a:lnTo>
                  <a:lnTo>
                    <a:pt x="9305" y="1114"/>
                  </a:lnTo>
                  <a:lnTo>
                    <a:pt x="9305" y="260"/>
                  </a:lnTo>
                  <a:cubicBezTo>
                    <a:pt x="9305" y="112"/>
                    <a:pt x="9184" y="1"/>
                    <a:pt x="90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6"/>
            <p:cNvSpPr/>
            <p:nvPr/>
          </p:nvSpPr>
          <p:spPr>
            <a:xfrm>
              <a:off x="6973973" y="2386095"/>
              <a:ext cx="678401" cy="88969"/>
            </a:xfrm>
            <a:custGeom>
              <a:avLst/>
              <a:gdLst/>
              <a:ahLst/>
              <a:cxnLst/>
              <a:rect l="l" t="t" r="r" b="b"/>
              <a:pathLst>
                <a:path w="9417" h="1235" extrusionOk="0">
                  <a:moveTo>
                    <a:pt x="9092" y="121"/>
                  </a:moveTo>
                  <a:cubicBezTo>
                    <a:pt x="9203" y="121"/>
                    <a:pt x="9296" y="214"/>
                    <a:pt x="9296" y="325"/>
                  </a:cubicBezTo>
                  <a:lnTo>
                    <a:pt x="9296" y="1123"/>
                  </a:lnTo>
                  <a:lnTo>
                    <a:pt x="112" y="1123"/>
                  </a:lnTo>
                  <a:lnTo>
                    <a:pt x="112" y="270"/>
                  </a:lnTo>
                  <a:cubicBezTo>
                    <a:pt x="112" y="186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12" y="1"/>
                    <a:pt x="1" y="121"/>
                    <a:pt x="1" y="270"/>
                  </a:cubicBezTo>
                  <a:lnTo>
                    <a:pt x="1" y="1234"/>
                  </a:lnTo>
                  <a:lnTo>
                    <a:pt x="9417" y="1234"/>
                  </a:lnTo>
                  <a:lnTo>
                    <a:pt x="9417" y="325"/>
                  </a:lnTo>
                  <a:cubicBezTo>
                    <a:pt x="9417" y="149"/>
                    <a:pt x="9268" y="1"/>
                    <a:pt x="90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6"/>
            <p:cNvSpPr/>
            <p:nvPr/>
          </p:nvSpPr>
          <p:spPr>
            <a:xfrm>
              <a:off x="7049471" y="2413470"/>
              <a:ext cx="32850" cy="32850"/>
            </a:xfrm>
            <a:custGeom>
              <a:avLst/>
              <a:gdLst/>
              <a:ahLst/>
              <a:cxnLst/>
              <a:rect l="l" t="t" r="r" b="b"/>
              <a:pathLst>
                <a:path w="456" h="456" extrusionOk="0">
                  <a:moveTo>
                    <a:pt x="233" y="112"/>
                  </a:moveTo>
                  <a:cubicBezTo>
                    <a:pt x="289" y="112"/>
                    <a:pt x="344" y="168"/>
                    <a:pt x="344" y="224"/>
                  </a:cubicBezTo>
                  <a:cubicBezTo>
                    <a:pt x="344" y="289"/>
                    <a:pt x="289" y="344"/>
                    <a:pt x="233" y="344"/>
                  </a:cubicBezTo>
                  <a:cubicBezTo>
                    <a:pt x="168" y="344"/>
                    <a:pt x="112" y="289"/>
                    <a:pt x="112" y="224"/>
                  </a:cubicBezTo>
                  <a:cubicBezTo>
                    <a:pt x="11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53" y="456"/>
                    <a:pt x="456" y="354"/>
                    <a:pt x="456" y="233"/>
                  </a:cubicBezTo>
                  <a:cubicBezTo>
                    <a:pt x="456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6"/>
            <p:cNvSpPr/>
            <p:nvPr/>
          </p:nvSpPr>
          <p:spPr>
            <a:xfrm>
              <a:off x="7097594" y="2413470"/>
              <a:ext cx="33499" cy="32850"/>
            </a:xfrm>
            <a:custGeom>
              <a:avLst/>
              <a:gdLst/>
              <a:ahLst/>
              <a:cxnLst/>
              <a:rect l="l" t="t" r="r" b="b"/>
              <a:pathLst>
                <a:path w="465" h="456" extrusionOk="0">
                  <a:moveTo>
                    <a:pt x="233" y="112"/>
                  </a:moveTo>
                  <a:cubicBezTo>
                    <a:pt x="298" y="112"/>
                    <a:pt x="344" y="168"/>
                    <a:pt x="344" y="224"/>
                  </a:cubicBezTo>
                  <a:cubicBezTo>
                    <a:pt x="344" y="289"/>
                    <a:pt x="298" y="344"/>
                    <a:pt x="233" y="344"/>
                  </a:cubicBezTo>
                  <a:cubicBezTo>
                    <a:pt x="168" y="344"/>
                    <a:pt x="122" y="289"/>
                    <a:pt x="122" y="224"/>
                  </a:cubicBezTo>
                  <a:cubicBezTo>
                    <a:pt x="122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54"/>
                    <a:pt x="103" y="456"/>
                    <a:pt x="233" y="456"/>
                  </a:cubicBezTo>
                  <a:cubicBezTo>
                    <a:pt x="363" y="456"/>
                    <a:pt x="465" y="354"/>
                    <a:pt x="465" y="233"/>
                  </a:cubicBezTo>
                  <a:cubicBezTo>
                    <a:pt x="465" y="103"/>
                    <a:pt x="353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6"/>
            <p:cNvSpPr/>
            <p:nvPr/>
          </p:nvSpPr>
          <p:spPr>
            <a:xfrm>
              <a:off x="7001420" y="2413470"/>
              <a:ext cx="33427" cy="32850"/>
            </a:xfrm>
            <a:custGeom>
              <a:avLst/>
              <a:gdLst/>
              <a:ahLst/>
              <a:cxnLst/>
              <a:rect l="l" t="t" r="r" b="b"/>
              <a:pathLst>
                <a:path w="464" h="456" extrusionOk="0">
                  <a:moveTo>
                    <a:pt x="232" y="112"/>
                  </a:moveTo>
                  <a:cubicBezTo>
                    <a:pt x="297" y="112"/>
                    <a:pt x="343" y="168"/>
                    <a:pt x="343" y="224"/>
                  </a:cubicBezTo>
                  <a:cubicBezTo>
                    <a:pt x="343" y="289"/>
                    <a:pt x="297" y="344"/>
                    <a:pt x="232" y="344"/>
                  </a:cubicBezTo>
                  <a:cubicBezTo>
                    <a:pt x="167" y="344"/>
                    <a:pt x="121" y="289"/>
                    <a:pt x="121" y="224"/>
                  </a:cubicBezTo>
                  <a:cubicBezTo>
                    <a:pt x="121" y="168"/>
                    <a:pt x="167" y="112"/>
                    <a:pt x="232" y="112"/>
                  </a:cubicBezTo>
                  <a:close/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cubicBezTo>
                    <a:pt x="0" y="354"/>
                    <a:pt x="102" y="456"/>
                    <a:pt x="232" y="456"/>
                  </a:cubicBezTo>
                  <a:cubicBezTo>
                    <a:pt x="362" y="456"/>
                    <a:pt x="464" y="354"/>
                    <a:pt x="464" y="233"/>
                  </a:cubicBezTo>
                  <a:cubicBezTo>
                    <a:pt x="464" y="103"/>
                    <a:pt x="362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6"/>
            <p:cNvSpPr/>
            <p:nvPr/>
          </p:nvSpPr>
          <p:spPr>
            <a:xfrm>
              <a:off x="6977359" y="2470958"/>
              <a:ext cx="670332" cy="393699"/>
            </a:xfrm>
            <a:custGeom>
              <a:avLst/>
              <a:gdLst/>
              <a:ahLst/>
              <a:cxnLst/>
              <a:rect l="l" t="t" r="r" b="b"/>
              <a:pathLst>
                <a:path w="9305" h="5465" extrusionOk="0">
                  <a:moveTo>
                    <a:pt x="37" y="1"/>
                  </a:moveTo>
                  <a:cubicBezTo>
                    <a:pt x="19" y="1"/>
                    <a:pt x="0" y="19"/>
                    <a:pt x="0" y="29"/>
                  </a:cubicBezTo>
                  <a:lnTo>
                    <a:pt x="0" y="5437"/>
                  </a:lnTo>
                  <a:cubicBezTo>
                    <a:pt x="0" y="5455"/>
                    <a:pt x="19" y="5465"/>
                    <a:pt x="37" y="5465"/>
                  </a:cubicBezTo>
                  <a:lnTo>
                    <a:pt x="9277" y="5465"/>
                  </a:lnTo>
                  <a:cubicBezTo>
                    <a:pt x="9295" y="5465"/>
                    <a:pt x="9305" y="5455"/>
                    <a:pt x="9305" y="5437"/>
                  </a:cubicBezTo>
                  <a:lnTo>
                    <a:pt x="9305" y="29"/>
                  </a:lnTo>
                  <a:cubicBezTo>
                    <a:pt x="9305" y="19"/>
                    <a:pt x="9295" y="1"/>
                    <a:pt x="9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6"/>
            <p:cNvSpPr/>
            <p:nvPr/>
          </p:nvSpPr>
          <p:spPr>
            <a:xfrm>
              <a:off x="6973325" y="2466996"/>
              <a:ext cx="679049" cy="402343"/>
            </a:xfrm>
            <a:custGeom>
              <a:avLst/>
              <a:gdLst/>
              <a:ahLst/>
              <a:cxnLst/>
              <a:rect l="l" t="t" r="r" b="b"/>
              <a:pathLst>
                <a:path w="9426" h="5585" extrusionOk="0">
                  <a:moveTo>
                    <a:pt x="9305" y="111"/>
                  </a:moveTo>
                  <a:lnTo>
                    <a:pt x="9305" y="5464"/>
                  </a:lnTo>
                  <a:lnTo>
                    <a:pt x="121" y="5464"/>
                  </a:lnTo>
                  <a:lnTo>
                    <a:pt x="121" y="111"/>
                  </a:lnTo>
                  <a:close/>
                  <a:moveTo>
                    <a:pt x="93" y="0"/>
                  </a:moveTo>
                  <a:cubicBezTo>
                    <a:pt x="38" y="0"/>
                    <a:pt x="0" y="37"/>
                    <a:pt x="0" y="84"/>
                  </a:cubicBezTo>
                  <a:lnTo>
                    <a:pt x="0" y="5492"/>
                  </a:lnTo>
                  <a:cubicBezTo>
                    <a:pt x="0" y="5538"/>
                    <a:pt x="38" y="5585"/>
                    <a:pt x="93" y="5585"/>
                  </a:cubicBezTo>
                  <a:lnTo>
                    <a:pt x="9333" y="5585"/>
                  </a:lnTo>
                  <a:cubicBezTo>
                    <a:pt x="9379" y="5585"/>
                    <a:pt x="9426" y="5538"/>
                    <a:pt x="9426" y="5492"/>
                  </a:cubicBezTo>
                  <a:lnTo>
                    <a:pt x="9426" y="84"/>
                  </a:lnTo>
                  <a:cubicBezTo>
                    <a:pt x="9426" y="37"/>
                    <a:pt x="9379" y="0"/>
                    <a:pt x="9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6"/>
            <p:cNvSpPr/>
            <p:nvPr/>
          </p:nvSpPr>
          <p:spPr>
            <a:xfrm>
              <a:off x="7280720" y="2562521"/>
              <a:ext cx="284126" cy="8141"/>
            </a:xfrm>
            <a:custGeom>
              <a:avLst/>
              <a:gdLst/>
              <a:ahLst/>
              <a:cxnLst/>
              <a:rect l="l" t="t" r="r" b="b"/>
              <a:pathLst>
                <a:path w="3944" h="113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888" y="112"/>
                  </a:lnTo>
                  <a:cubicBezTo>
                    <a:pt x="3915" y="112"/>
                    <a:pt x="3943" y="84"/>
                    <a:pt x="3943" y="56"/>
                  </a:cubicBezTo>
                  <a:cubicBezTo>
                    <a:pt x="3943" y="19"/>
                    <a:pt x="3915" y="1"/>
                    <a:pt x="38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6"/>
            <p:cNvSpPr/>
            <p:nvPr/>
          </p:nvSpPr>
          <p:spPr>
            <a:xfrm>
              <a:off x="7280720" y="2607978"/>
              <a:ext cx="105034" cy="8789"/>
            </a:xfrm>
            <a:custGeom>
              <a:avLst/>
              <a:gdLst/>
              <a:ahLst/>
              <a:cxnLst/>
              <a:rect l="l" t="t" r="r" b="b"/>
              <a:pathLst>
                <a:path w="1458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401" y="121"/>
                  </a:lnTo>
                  <a:cubicBezTo>
                    <a:pt x="1429" y="121"/>
                    <a:pt x="1457" y="93"/>
                    <a:pt x="1457" y="56"/>
                  </a:cubicBezTo>
                  <a:cubicBezTo>
                    <a:pt x="1457" y="28"/>
                    <a:pt x="1429" y="0"/>
                    <a:pt x="1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6"/>
            <p:cNvSpPr/>
            <p:nvPr/>
          </p:nvSpPr>
          <p:spPr>
            <a:xfrm>
              <a:off x="7417091" y="2607978"/>
              <a:ext cx="126358" cy="8789"/>
            </a:xfrm>
            <a:custGeom>
              <a:avLst/>
              <a:gdLst/>
              <a:ahLst/>
              <a:cxnLst/>
              <a:rect l="l" t="t" r="r" b="b"/>
              <a:pathLst>
                <a:path w="1754" h="12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698" y="121"/>
                  </a:lnTo>
                  <a:cubicBezTo>
                    <a:pt x="1726" y="121"/>
                    <a:pt x="1753" y="93"/>
                    <a:pt x="1753" y="56"/>
                  </a:cubicBezTo>
                  <a:cubicBezTo>
                    <a:pt x="1753" y="28"/>
                    <a:pt x="1726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6"/>
            <p:cNvSpPr/>
            <p:nvPr/>
          </p:nvSpPr>
          <p:spPr>
            <a:xfrm>
              <a:off x="7280720" y="2747015"/>
              <a:ext cx="185215" cy="8068"/>
            </a:xfrm>
            <a:custGeom>
              <a:avLst/>
              <a:gdLst/>
              <a:ahLst/>
              <a:cxnLst/>
              <a:rect l="l" t="t" r="r" b="b"/>
              <a:pathLst>
                <a:path w="2571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2515" y="111"/>
                  </a:lnTo>
                  <a:cubicBezTo>
                    <a:pt x="2543" y="111"/>
                    <a:pt x="2570" y="84"/>
                    <a:pt x="2570" y="56"/>
                  </a:cubicBezTo>
                  <a:cubicBezTo>
                    <a:pt x="2570" y="19"/>
                    <a:pt x="2543" y="0"/>
                    <a:pt x="2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6"/>
            <p:cNvSpPr/>
            <p:nvPr/>
          </p:nvSpPr>
          <p:spPr>
            <a:xfrm>
              <a:off x="7280720" y="2656101"/>
              <a:ext cx="286791" cy="8068"/>
            </a:xfrm>
            <a:custGeom>
              <a:avLst/>
              <a:gdLst/>
              <a:ahLst/>
              <a:cxnLst/>
              <a:rect l="l" t="t" r="r" b="b"/>
              <a:pathLst>
                <a:path w="3981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3925" y="112"/>
                  </a:lnTo>
                  <a:cubicBezTo>
                    <a:pt x="3953" y="112"/>
                    <a:pt x="3980" y="93"/>
                    <a:pt x="3980" y="56"/>
                  </a:cubicBezTo>
                  <a:cubicBezTo>
                    <a:pt x="3980" y="28"/>
                    <a:pt x="3953" y="0"/>
                    <a:pt x="3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6"/>
            <p:cNvSpPr/>
            <p:nvPr/>
          </p:nvSpPr>
          <p:spPr>
            <a:xfrm>
              <a:off x="7280720" y="2701558"/>
              <a:ext cx="96317" cy="8717"/>
            </a:xfrm>
            <a:custGeom>
              <a:avLst/>
              <a:gdLst/>
              <a:ahLst/>
              <a:cxnLst/>
              <a:rect l="l" t="t" r="r" b="b"/>
              <a:pathLst>
                <a:path w="133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81" y="121"/>
                  </a:lnTo>
                  <a:cubicBezTo>
                    <a:pt x="1309" y="121"/>
                    <a:pt x="1337" y="93"/>
                    <a:pt x="1337" y="65"/>
                  </a:cubicBezTo>
                  <a:cubicBezTo>
                    <a:pt x="1337" y="28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6"/>
            <p:cNvSpPr/>
            <p:nvPr/>
          </p:nvSpPr>
          <p:spPr>
            <a:xfrm>
              <a:off x="7395695" y="2701558"/>
              <a:ext cx="169150" cy="8717"/>
            </a:xfrm>
            <a:custGeom>
              <a:avLst/>
              <a:gdLst/>
              <a:ahLst/>
              <a:cxnLst/>
              <a:rect l="l" t="t" r="r" b="b"/>
              <a:pathLst>
                <a:path w="234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292" y="121"/>
                  </a:lnTo>
                  <a:cubicBezTo>
                    <a:pt x="2319" y="121"/>
                    <a:pt x="2347" y="93"/>
                    <a:pt x="2347" y="65"/>
                  </a:cubicBezTo>
                  <a:cubicBezTo>
                    <a:pt x="2347" y="28"/>
                    <a:pt x="2319" y="0"/>
                    <a:pt x="2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6"/>
            <p:cNvSpPr/>
            <p:nvPr/>
          </p:nvSpPr>
          <p:spPr>
            <a:xfrm>
              <a:off x="7028147" y="2542494"/>
              <a:ext cx="203225" cy="203225"/>
            </a:xfrm>
            <a:custGeom>
              <a:avLst/>
              <a:gdLst/>
              <a:ahLst/>
              <a:cxnLst/>
              <a:rect l="l" t="t" r="r" b="b"/>
              <a:pathLst>
                <a:path w="2821" h="2821" extrusionOk="0">
                  <a:moveTo>
                    <a:pt x="1410" y="0"/>
                  </a:moveTo>
                  <a:cubicBezTo>
                    <a:pt x="631" y="0"/>
                    <a:pt x="0" y="631"/>
                    <a:pt x="0" y="1410"/>
                  </a:cubicBezTo>
                  <a:cubicBezTo>
                    <a:pt x="0" y="2190"/>
                    <a:pt x="631" y="2820"/>
                    <a:pt x="1410" y="2820"/>
                  </a:cubicBezTo>
                  <a:cubicBezTo>
                    <a:pt x="2189" y="2820"/>
                    <a:pt x="2820" y="2190"/>
                    <a:pt x="2820" y="1410"/>
                  </a:cubicBezTo>
                  <a:lnTo>
                    <a:pt x="1410" y="1410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6"/>
            <p:cNvSpPr/>
            <p:nvPr/>
          </p:nvSpPr>
          <p:spPr>
            <a:xfrm>
              <a:off x="7024113" y="2538460"/>
              <a:ext cx="211221" cy="211942"/>
            </a:xfrm>
            <a:custGeom>
              <a:avLst/>
              <a:gdLst/>
              <a:ahLst/>
              <a:cxnLst/>
              <a:rect l="l" t="t" r="r" b="b"/>
              <a:pathLst>
                <a:path w="2932" h="2942" extrusionOk="0">
                  <a:moveTo>
                    <a:pt x="1411" y="121"/>
                  </a:moveTo>
                  <a:lnTo>
                    <a:pt x="1411" y="1466"/>
                  </a:lnTo>
                  <a:cubicBezTo>
                    <a:pt x="1411" y="1504"/>
                    <a:pt x="1438" y="1531"/>
                    <a:pt x="1466" y="1531"/>
                  </a:cubicBezTo>
                  <a:lnTo>
                    <a:pt x="2821" y="1531"/>
                  </a:lnTo>
                  <a:cubicBezTo>
                    <a:pt x="2783" y="2246"/>
                    <a:pt x="2190" y="2821"/>
                    <a:pt x="1466" y="2821"/>
                  </a:cubicBezTo>
                  <a:cubicBezTo>
                    <a:pt x="724" y="2821"/>
                    <a:pt x="112" y="2218"/>
                    <a:pt x="112" y="1466"/>
                  </a:cubicBezTo>
                  <a:cubicBezTo>
                    <a:pt x="112" y="743"/>
                    <a:pt x="687" y="149"/>
                    <a:pt x="1411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76"/>
                  </a:cubicBezTo>
                  <a:cubicBezTo>
                    <a:pt x="0" y="2283"/>
                    <a:pt x="659" y="2941"/>
                    <a:pt x="1466" y="2941"/>
                  </a:cubicBezTo>
                  <a:cubicBezTo>
                    <a:pt x="2273" y="2941"/>
                    <a:pt x="2932" y="2283"/>
                    <a:pt x="2932" y="1476"/>
                  </a:cubicBezTo>
                  <a:cubicBezTo>
                    <a:pt x="2932" y="1439"/>
                    <a:pt x="2913" y="1411"/>
                    <a:pt x="2876" y="1411"/>
                  </a:cubicBezTo>
                  <a:lnTo>
                    <a:pt x="1522" y="1411"/>
                  </a:lnTo>
                  <a:lnTo>
                    <a:pt x="1522" y="56"/>
                  </a:lnTo>
                  <a:cubicBezTo>
                    <a:pt x="1522" y="29"/>
                    <a:pt x="1503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6"/>
            <p:cNvSpPr/>
            <p:nvPr/>
          </p:nvSpPr>
          <p:spPr>
            <a:xfrm>
              <a:off x="7019430" y="2543791"/>
              <a:ext cx="203225" cy="203297"/>
            </a:xfrm>
            <a:custGeom>
              <a:avLst/>
              <a:gdLst/>
              <a:ahLst/>
              <a:cxnLst/>
              <a:rect l="l" t="t" r="r" b="b"/>
              <a:pathLst>
                <a:path w="2821" h="2822" extrusionOk="0">
                  <a:moveTo>
                    <a:pt x="1411" y="1"/>
                  </a:moveTo>
                  <a:cubicBezTo>
                    <a:pt x="631" y="1"/>
                    <a:pt x="1" y="632"/>
                    <a:pt x="1" y="1411"/>
                  </a:cubicBezTo>
                  <a:cubicBezTo>
                    <a:pt x="1" y="2190"/>
                    <a:pt x="631" y="2821"/>
                    <a:pt x="1411" y="2821"/>
                  </a:cubicBezTo>
                  <a:cubicBezTo>
                    <a:pt x="2190" y="2821"/>
                    <a:pt x="2821" y="2190"/>
                    <a:pt x="2821" y="1411"/>
                  </a:cubicBez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6"/>
            <p:cNvSpPr/>
            <p:nvPr/>
          </p:nvSpPr>
          <p:spPr>
            <a:xfrm>
              <a:off x="7015396" y="2539828"/>
              <a:ext cx="211293" cy="211870"/>
            </a:xfrm>
            <a:custGeom>
              <a:avLst/>
              <a:gdLst/>
              <a:ahLst/>
              <a:cxnLst/>
              <a:rect l="l" t="t" r="r" b="b"/>
              <a:pathLst>
                <a:path w="2933" h="2941" extrusionOk="0">
                  <a:moveTo>
                    <a:pt x="1411" y="121"/>
                  </a:moveTo>
                  <a:lnTo>
                    <a:pt x="1411" y="1531"/>
                  </a:lnTo>
                  <a:lnTo>
                    <a:pt x="2812" y="1531"/>
                  </a:lnTo>
                  <a:cubicBezTo>
                    <a:pt x="2784" y="2245"/>
                    <a:pt x="2190" y="2820"/>
                    <a:pt x="1467" y="2820"/>
                  </a:cubicBezTo>
                  <a:cubicBezTo>
                    <a:pt x="715" y="2820"/>
                    <a:pt x="112" y="2217"/>
                    <a:pt x="112" y="1466"/>
                  </a:cubicBezTo>
                  <a:cubicBezTo>
                    <a:pt x="112" y="742"/>
                    <a:pt x="687" y="149"/>
                    <a:pt x="1411" y="121"/>
                  </a:cubicBezTo>
                  <a:close/>
                  <a:moveTo>
                    <a:pt x="1467" y="0"/>
                  </a:moveTo>
                  <a:cubicBezTo>
                    <a:pt x="660" y="0"/>
                    <a:pt x="1" y="659"/>
                    <a:pt x="1" y="1466"/>
                  </a:cubicBezTo>
                  <a:cubicBezTo>
                    <a:pt x="1" y="2282"/>
                    <a:pt x="660" y="2941"/>
                    <a:pt x="1467" y="2941"/>
                  </a:cubicBezTo>
                  <a:cubicBezTo>
                    <a:pt x="2274" y="2941"/>
                    <a:pt x="2932" y="2282"/>
                    <a:pt x="2932" y="1466"/>
                  </a:cubicBezTo>
                  <a:lnTo>
                    <a:pt x="2932" y="1410"/>
                  </a:lnTo>
                  <a:lnTo>
                    <a:pt x="1522" y="1410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6"/>
            <p:cNvSpPr/>
            <p:nvPr/>
          </p:nvSpPr>
          <p:spPr>
            <a:xfrm>
              <a:off x="7465214" y="2255991"/>
              <a:ext cx="339525" cy="302136"/>
            </a:xfrm>
            <a:custGeom>
              <a:avLst/>
              <a:gdLst/>
              <a:ahLst/>
              <a:cxnLst/>
              <a:rect l="l" t="t" r="r" b="b"/>
              <a:pathLst>
                <a:path w="4713" h="4194" extrusionOk="0">
                  <a:moveTo>
                    <a:pt x="2354" y="0"/>
                  </a:moveTo>
                  <a:cubicBezTo>
                    <a:pt x="1744" y="0"/>
                    <a:pt x="1140" y="266"/>
                    <a:pt x="724" y="777"/>
                  </a:cubicBezTo>
                  <a:cubicBezTo>
                    <a:pt x="0" y="1677"/>
                    <a:pt x="130" y="2994"/>
                    <a:pt x="1030" y="3727"/>
                  </a:cubicBezTo>
                  <a:cubicBezTo>
                    <a:pt x="1420" y="4040"/>
                    <a:pt x="1888" y="4194"/>
                    <a:pt x="2352" y="4194"/>
                  </a:cubicBezTo>
                  <a:cubicBezTo>
                    <a:pt x="2961" y="4194"/>
                    <a:pt x="3564" y="3931"/>
                    <a:pt x="3980" y="3421"/>
                  </a:cubicBezTo>
                  <a:cubicBezTo>
                    <a:pt x="4713" y="2521"/>
                    <a:pt x="4573" y="1204"/>
                    <a:pt x="3674" y="471"/>
                  </a:cubicBezTo>
                  <a:cubicBezTo>
                    <a:pt x="3285" y="154"/>
                    <a:pt x="2818" y="0"/>
                    <a:pt x="2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6"/>
            <p:cNvSpPr/>
            <p:nvPr/>
          </p:nvSpPr>
          <p:spPr>
            <a:xfrm>
              <a:off x="7479910" y="2252461"/>
              <a:ext cx="310132" cy="310132"/>
            </a:xfrm>
            <a:custGeom>
              <a:avLst/>
              <a:gdLst/>
              <a:ahLst/>
              <a:cxnLst/>
              <a:rect l="l" t="t" r="r" b="b"/>
              <a:pathLst>
                <a:path w="4305" h="4305" extrusionOk="0">
                  <a:moveTo>
                    <a:pt x="2152" y="112"/>
                  </a:moveTo>
                  <a:cubicBezTo>
                    <a:pt x="3275" y="112"/>
                    <a:pt x="4193" y="1030"/>
                    <a:pt x="4193" y="2153"/>
                  </a:cubicBezTo>
                  <a:cubicBezTo>
                    <a:pt x="4193" y="3275"/>
                    <a:pt x="3275" y="4193"/>
                    <a:pt x="2152" y="4193"/>
                  </a:cubicBezTo>
                  <a:cubicBezTo>
                    <a:pt x="1030" y="4193"/>
                    <a:pt x="111" y="3275"/>
                    <a:pt x="111" y="2153"/>
                  </a:cubicBezTo>
                  <a:cubicBezTo>
                    <a:pt x="111" y="1030"/>
                    <a:pt x="1030" y="112"/>
                    <a:pt x="2152" y="112"/>
                  </a:cubicBezTo>
                  <a:close/>
                  <a:moveTo>
                    <a:pt x="2152" y="0"/>
                  </a:moveTo>
                  <a:cubicBezTo>
                    <a:pt x="965" y="0"/>
                    <a:pt x="0" y="965"/>
                    <a:pt x="0" y="2153"/>
                  </a:cubicBezTo>
                  <a:cubicBezTo>
                    <a:pt x="0" y="3340"/>
                    <a:pt x="965" y="4305"/>
                    <a:pt x="2152" y="4305"/>
                  </a:cubicBezTo>
                  <a:cubicBezTo>
                    <a:pt x="3340" y="4305"/>
                    <a:pt x="4305" y="3340"/>
                    <a:pt x="4305" y="2153"/>
                  </a:cubicBezTo>
                  <a:cubicBezTo>
                    <a:pt x="4305" y="965"/>
                    <a:pt x="3340" y="0"/>
                    <a:pt x="2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6"/>
            <p:cNvSpPr/>
            <p:nvPr/>
          </p:nvSpPr>
          <p:spPr>
            <a:xfrm>
              <a:off x="7489275" y="2240430"/>
              <a:ext cx="324828" cy="302064"/>
            </a:xfrm>
            <a:custGeom>
              <a:avLst/>
              <a:gdLst/>
              <a:ahLst/>
              <a:cxnLst/>
              <a:rect l="l" t="t" r="r" b="b"/>
              <a:pathLst>
                <a:path w="4509" h="4193" extrusionOk="0">
                  <a:moveTo>
                    <a:pt x="2260" y="1"/>
                  </a:moveTo>
                  <a:cubicBezTo>
                    <a:pt x="2148" y="1"/>
                    <a:pt x="2035" y="10"/>
                    <a:pt x="1920" y="28"/>
                  </a:cubicBezTo>
                  <a:cubicBezTo>
                    <a:pt x="779" y="214"/>
                    <a:pt x="0" y="1290"/>
                    <a:pt x="186" y="2431"/>
                  </a:cubicBezTo>
                  <a:cubicBezTo>
                    <a:pt x="353" y="3459"/>
                    <a:pt x="1242" y="4193"/>
                    <a:pt x="2251" y="4193"/>
                  </a:cubicBezTo>
                  <a:cubicBezTo>
                    <a:pt x="2362" y="4193"/>
                    <a:pt x="2475" y="4184"/>
                    <a:pt x="2588" y="4166"/>
                  </a:cubicBezTo>
                  <a:cubicBezTo>
                    <a:pt x="3739" y="3980"/>
                    <a:pt x="4509" y="2904"/>
                    <a:pt x="4323" y="1763"/>
                  </a:cubicBezTo>
                  <a:cubicBezTo>
                    <a:pt x="4156" y="728"/>
                    <a:pt x="3268" y="1"/>
                    <a:pt x="2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6"/>
            <p:cNvSpPr/>
            <p:nvPr/>
          </p:nvSpPr>
          <p:spPr>
            <a:xfrm>
              <a:off x="7496623" y="2236396"/>
              <a:ext cx="310781" cy="310204"/>
            </a:xfrm>
            <a:custGeom>
              <a:avLst/>
              <a:gdLst/>
              <a:ahLst/>
              <a:cxnLst/>
              <a:rect l="l" t="t" r="r" b="b"/>
              <a:pathLst>
                <a:path w="4314" h="4306" extrusionOk="0">
                  <a:moveTo>
                    <a:pt x="2162" y="121"/>
                  </a:moveTo>
                  <a:cubicBezTo>
                    <a:pt x="3284" y="121"/>
                    <a:pt x="4193" y="1030"/>
                    <a:pt x="4193" y="2153"/>
                  </a:cubicBezTo>
                  <a:cubicBezTo>
                    <a:pt x="4193" y="3275"/>
                    <a:pt x="3284" y="4194"/>
                    <a:pt x="2162" y="4194"/>
                  </a:cubicBezTo>
                  <a:cubicBezTo>
                    <a:pt x="1030" y="4194"/>
                    <a:pt x="121" y="3275"/>
                    <a:pt x="121" y="2153"/>
                  </a:cubicBezTo>
                  <a:cubicBezTo>
                    <a:pt x="121" y="1030"/>
                    <a:pt x="1030" y="121"/>
                    <a:pt x="2162" y="121"/>
                  </a:cubicBezTo>
                  <a:close/>
                  <a:moveTo>
                    <a:pt x="2162" y="1"/>
                  </a:moveTo>
                  <a:cubicBezTo>
                    <a:pt x="974" y="1"/>
                    <a:pt x="0" y="965"/>
                    <a:pt x="0" y="2153"/>
                  </a:cubicBezTo>
                  <a:cubicBezTo>
                    <a:pt x="0" y="3340"/>
                    <a:pt x="974" y="4305"/>
                    <a:pt x="2162" y="4305"/>
                  </a:cubicBezTo>
                  <a:cubicBezTo>
                    <a:pt x="3349" y="4305"/>
                    <a:pt x="4314" y="3340"/>
                    <a:pt x="4314" y="2153"/>
                  </a:cubicBezTo>
                  <a:cubicBezTo>
                    <a:pt x="4314" y="965"/>
                    <a:pt x="3349" y="1"/>
                    <a:pt x="2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6"/>
            <p:cNvSpPr/>
            <p:nvPr/>
          </p:nvSpPr>
          <p:spPr>
            <a:xfrm>
              <a:off x="7602162" y="2236396"/>
              <a:ext cx="98335" cy="310204"/>
            </a:xfrm>
            <a:custGeom>
              <a:avLst/>
              <a:gdLst/>
              <a:ahLst/>
              <a:cxnLst/>
              <a:rect l="l" t="t" r="r" b="b"/>
              <a:pathLst>
                <a:path w="1365" h="4306" extrusionOk="0">
                  <a:moveTo>
                    <a:pt x="678" y="121"/>
                  </a:moveTo>
                  <a:cubicBezTo>
                    <a:pt x="947" y="121"/>
                    <a:pt x="1244" y="956"/>
                    <a:pt x="1244" y="2153"/>
                  </a:cubicBezTo>
                  <a:cubicBezTo>
                    <a:pt x="1244" y="3359"/>
                    <a:pt x="947" y="4194"/>
                    <a:pt x="678" y="4194"/>
                  </a:cubicBezTo>
                  <a:cubicBezTo>
                    <a:pt x="409" y="4194"/>
                    <a:pt x="112" y="3359"/>
                    <a:pt x="112" y="2153"/>
                  </a:cubicBezTo>
                  <a:cubicBezTo>
                    <a:pt x="112" y="956"/>
                    <a:pt x="409" y="121"/>
                    <a:pt x="678" y="121"/>
                  </a:cubicBezTo>
                  <a:close/>
                  <a:moveTo>
                    <a:pt x="678" y="1"/>
                  </a:moveTo>
                  <a:cubicBezTo>
                    <a:pt x="233" y="1"/>
                    <a:pt x="1" y="1114"/>
                    <a:pt x="1" y="2153"/>
                  </a:cubicBezTo>
                  <a:cubicBezTo>
                    <a:pt x="1" y="3201"/>
                    <a:pt x="233" y="4305"/>
                    <a:pt x="678" y="4305"/>
                  </a:cubicBezTo>
                  <a:cubicBezTo>
                    <a:pt x="1123" y="4305"/>
                    <a:pt x="1364" y="3201"/>
                    <a:pt x="1364" y="2153"/>
                  </a:cubicBezTo>
                  <a:cubicBezTo>
                    <a:pt x="1364" y="1114"/>
                    <a:pt x="1123" y="1"/>
                    <a:pt x="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6"/>
            <p:cNvSpPr/>
            <p:nvPr/>
          </p:nvSpPr>
          <p:spPr>
            <a:xfrm>
              <a:off x="7507934" y="2339341"/>
              <a:ext cx="285422" cy="8068"/>
            </a:xfrm>
            <a:custGeom>
              <a:avLst/>
              <a:gdLst/>
              <a:ahLst/>
              <a:cxnLst/>
              <a:rect l="l" t="t" r="r" b="b"/>
              <a:pathLst>
                <a:path w="3962" h="112" extrusionOk="0">
                  <a:moveTo>
                    <a:pt x="1" y="0"/>
                  </a:moveTo>
                  <a:lnTo>
                    <a:pt x="1" y="112"/>
                  </a:lnTo>
                  <a:lnTo>
                    <a:pt x="3962" y="112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6"/>
            <p:cNvSpPr/>
            <p:nvPr/>
          </p:nvSpPr>
          <p:spPr>
            <a:xfrm>
              <a:off x="7507934" y="2440917"/>
              <a:ext cx="285422" cy="8717"/>
            </a:xfrm>
            <a:custGeom>
              <a:avLst/>
              <a:gdLst/>
              <a:ahLst/>
              <a:cxnLst/>
              <a:rect l="l" t="t" r="r" b="b"/>
              <a:pathLst>
                <a:path w="3962" h="121" extrusionOk="0">
                  <a:moveTo>
                    <a:pt x="1" y="0"/>
                  </a:moveTo>
                  <a:lnTo>
                    <a:pt x="1" y="121"/>
                  </a:lnTo>
                  <a:lnTo>
                    <a:pt x="3962" y="121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>
          <a:extLst>
            <a:ext uri="{FF2B5EF4-FFF2-40B4-BE49-F238E27FC236}">
              <a16:creationId xmlns:a16="http://schemas.microsoft.com/office/drawing/2014/main" id="{B487BA5C-505B-0DEF-FBAC-336F4AFB8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>
            <a:extLst>
              <a:ext uri="{FF2B5EF4-FFF2-40B4-BE49-F238E27FC236}">
                <a16:creationId xmlns:a16="http://schemas.microsoft.com/office/drawing/2014/main" id="{6AF5F8D7-9FB5-029B-ED39-3DDD5B6D6C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2194" y="2350683"/>
            <a:ext cx="4300200" cy="15723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Visualización en pagina</a:t>
            </a:r>
          </a:p>
        </p:txBody>
      </p:sp>
      <p:sp>
        <p:nvSpPr>
          <p:cNvPr id="1290" name="Google Shape;1290;p28">
            <a:extLst>
              <a:ext uri="{FF2B5EF4-FFF2-40B4-BE49-F238E27FC236}">
                <a16:creationId xmlns:a16="http://schemas.microsoft.com/office/drawing/2014/main" id="{1A60C827-5477-B450-FDFC-746521A1DCC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1291" name="Google Shape;1291;p28">
            <a:extLst>
              <a:ext uri="{FF2B5EF4-FFF2-40B4-BE49-F238E27FC236}">
                <a16:creationId xmlns:a16="http://schemas.microsoft.com/office/drawing/2014/main" id="{86D3A8CB-0F08-1E3E-0622-A872280E16C8}"/>
              </a:ext>
            </a:extLst>
          </p:cNvPr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>
              <a:extLst>
                <a:ext uri="{FF2B5EF4-FFF2-40B4-BE49-F238E27FC236}">
                  <a16:creationId xmlns:a16="http://schemas.microsoft.com/office/drawing/2014/main" id="{3BDCDC75-71F0-7BC8-35BB-098DF0F9507E}"/>
                </a:ext>
              </a:extLst>
            </p:cNvPr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>
              <a:extLst>
                <a:ext uri="{FF2B5EF4-FFF2-40B4-BE49-F238E27FC236}">
                  <a16:creationId xmlns:a16="http://schemas.microsoft.com/office/drawing/2014/main" id="{82DBE000-0DCA-DB29-0C16-9FF5269D4E1A}"/>
                </a:ext>
              </a:extLst>
            </p:cNvPr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>
              <a:extLst>
                <a:ext uri="{FF2B5EF4-FFF2-40B4-BE49-F238E27FC236}">
                  <a16:creationId xmlns:a16="http://schemas.microsoft.com/office/drawing/2014/main" id="{47B9C03D-1959-0DF0-AE94-82E5CFC1594E}"/>
                </a:ext>
              </a:extLst>
            </p:cNvPr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>
              <a:extLst>
                <a:ext uri="{FF2B5EF4-FFF2-40B4-BE49-F238E27FC236}">
                  <a16:creationId xmlns:a16="http://schemas.microsoft.com/office/drawing/2014/main" id="{E85FC196-2A9C-BC6C-12EB-1964EEA062CE}"/>
                </a:ext>
              </a:extLst>
            </p:cNvPr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>
              <a:extLst>
                <a:ext uri="{FF2B5EF4-FFF2-40B4-BE49-F238E27FC236}">
                  <a16:creationId xmlns:a16="http://schemas.microsoft.com/office/drawing/2014/main" id="{AF4490DB-F5E1-6DB5-4FB1-4EBCE790BEC6}"/>
                </a:ext>
              </a:extLst>
            </p:cNvPr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>
              <a:extLst>
                <a:ext uri="{FF2B5EF4-FFF2-40B4-BE49-F238E27FC236}">
                  <a16:creationId xmlns:a16="http://schemas.microsoft.com/office/drawing/2014/main" id="{26BDF1B9-04DC-DA7D-FB9D-746BB134BA97}"/>
                </a:ext>
              </a:extLst>
            </p:cNvPr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>
              <a:extLst>
                <a:ext uri="{FF2B5EF4-FFF2-40B4-BE49-F238E27FC236}">
                  <a16:creationId xmlns:a16="http://schemas.microsoft.com/office/drawing/2014/main" id="{DFB85B6C-1498-1ADD-4F8C-CC09AFAF3123}"/>
                </a:ext>
              </a:extLst>
            </p:cNvPr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>
              <a:extLst>
                <a:ext uri="{FF2B5EF4-FFF2-40B4-BE49-F238E27FC236}">
                  <a16:creationId xmlns:a16="http://schemas.microsoft.com/office/drawing/2014/main" id="{F7E1DE2F-75C2-F072-60E1-034175475470}"/>
                </a:ext>
              </a:extLst>
            </p:cNvPr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>
              <a:extLst>
                <a:ext uri="{FF2B5EF4-FFF2-40B4-BE49-F238E27FC236}">
                  <a16:creationId xmlns:a16="http://schemas.microsoft.com/office/drawing/2014/main" id="{0156300A-9F89-9031-30F6-6135CC1D7C4F}"/>
                </a:ext>
              </a:extLst>
            </p:cNvPr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>
              <a:extLst>
                <a:ext uri="{FF2B5EF4-FFF2-40B4-BE49-F238E27FC236}">
                  <a16:creationId xmlns:a16="http://schemas.microsoft.com/office/drawing/2014/main" id="{A31DD1E1-7E27-0A34-1A99-6C812966EFA2}"/>
                </a:ext>
              </a:extLst>
            </p:cNvPr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>
              <a:extLst>
                <a:ext uri="{FF2B5EF4-FFF2-40B4-BE49-F238E27FC236}">
                  <a16:creationId xmlns:a16="http://schemas.microsoft.com/office/drawing/2014/main" id="{CCABB2A5-9670-7833-1846-42A1BDCE4E21}"/>
                </a:ext>
              </a:extLst>
            </p:cNvPr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>
              <a:extLst>
                <a:ext uri="{FF2B5EF4-FFF2-40B4-BE49-F238E27FC236}">
                  <a16:creationId xmlns:a16="http://schemas.microsoft.com/office/drawing/2014/main" id="{21E27312-C401-4ED4-6426-3E7A10F5E9DA}"/>
                </a:ext>
              </a:extLst>
            </p:cNvPr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>
              <a:extLst>
                <a:ext uri="{FF2B5EF4-FFF2-40B4-BE49-F238E27FC236}">
                  <a16:creationId xmlns:a16="http://schemas.microsoft.com/office/drawing/2014/main" id="{6593E065-B337-D274-0C31-8372DEA62EB3}"/>
                </a:ext>
              </a:extLst>
            </p:cNvPr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>
              <a:extLst>
                <a:ext uri="{FF2B5EF4-FFF2-40B4-BE49-F238E27FC236}">
                  <a16:creationId xmlns:a16="http://schemas.microsoft.com/office/drawing/2014/main" id="{F9B9B6A2-3E51-CE9F-9C4F-E36370C28063}"/>
                </a:ext>
              </a:extLst>
            </p:cNvPr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>
              <a:extLst>
                <a:ext uri="{FF2B5EF4-FFF2-40B4-BE49-F238E27FC236}">
                  <a16:creationId xmlns:a16="http://schemas.microsoft.com/office/drawing/2014/main" id="{86FC8902-BB4E-54F8-E5C2-5AF6457DEC02}"/>
                </a:ext>
              </a:extLst>
            </p:cNvPr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>
              <a:extLst>
                <a:ext uri="{FF2B5EF4-FFF2-40B4-BE49-F238E27FC236}">
                  <a16:creationId xmlns:a16="http://schemas.microsoft.com/office/drawing/2014/main" id="{356B6F12-CB9D-6689-AF97-B3E586B7318A}"/>
                </a:ext>
              </a:extLst>
            </p:cNvPr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>
              <a:extLst>
                <a:ext uri="{FF2B5EF4-FFF2-40B4-BE49-F238E27FC236}">
                  <a16:creationId xmlns:a16="http://schemas.microsoft.com/office/drawing/2014/main" id="{C5387150-F1B0-B66B-D804-9D8D5D3A4D5B}"/>
                </a:ext>
              </a:extLst>
            </p:cNvPr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>
              <a:extLst>
                <a:ext uri="{FF2B5EF4-FFF2-40B4-BE49-F238E27FC236}">
                  <a16:creationId xmlns:a16="http://schemas.microsoft.com/office/drawing/2014/main" id="{8F6D1D58-BF7C-B633-D7E4-23AE6E63F260}"/>
                </a:ext>
              </a:extLst>
            </p:cNvPr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>
              <a:extLst>
                <a:ext uri="{FF2B5EF4-FFF2-40B4-BE49-F238E27FC236}">
                  <a16:creationId xmlns:a16="http://schemas.microsoft.com/office/drawing/2014/main" id="{83208521-2C5C-93F9-E07A-8DEA4A1831FE}"/>
                </a:ext>
              </a:extLst>
            </p:cNvPr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>
              <a:extLst>
                <a:ext uri="{FF2B5EF4-FFF2-40B4-BE49-F238E27FC236}">
                  <a16:creationId xmlns:a16="http://schemas.microsoft.com/office/drawing/2014/main" id="{0778E1BE-BD09-0C1A-ACAB-71C8E14BE5EE}"/>
                </a:ext>
              </a:extLst>
            </p:cNvPr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>
              <a:extLst>
                <a:ext uri="{FF2B5EF4-FFF2-40B4-BE49-F238E27FC236}">
                  <a16:creationId xmlns:a16="http://schemas.microsoft.com/office/drawing/2014/main" id="{D20C8EC2-B1C1-2413-BD52-899B1899D784}"/>
                </a:ext>
              </a:extLst>
            </p:cNvPr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>
              <a:extLst>
                <a:ext uri="{FF2B5EF4-FFF2-40B4-BE49-F238E27FC236}">
                  <a16:creationId xmlns:a16="http://schemas.microsoft.com/office/drawing/2014/main" id="{E694B9ED-6AD8-C2DD-78BF-A0DA6583917C}"/>
                </a:ext>
              </a:extLst>
            </p:cNvPr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>
              <a:extLst>
                <a:ext uri="{FF2B5EF4-FFF2-40B4-BE49-F238E27FC236}">
                  <a16:creationId xmlns:a16="http://schemas.microsoft.com/office/drawing/2014/main" id="{C2678634-2760-E0B2-1F14-35A9D76DED87}"/>
                </a:ext>
              </a:extLst>
            </p:cNvPr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>
              <a:extLst>
                <a:ext uri="{FF2B5EF4-FFF2-40B4-BE49-F238E27FC236}">
                  <a16:creationId xmlns:a16="http://schemas.microsoft.com/office/drawing/2014/main" id="{38B85653-20A5-17AD-C628-AA1FCB162EBB}"/>
                </a:ext>
              </a:extLst>
            </p:cNvPr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>
              <a:extLst>
                <a:ext uri="{FF2B5EF4-FFF2-40B4-BE49-F238E27FC236}">
                  <a16:creationId xmlns:a16="http://schemas.microsoft.com/office/drawing/2014/main" id="{747E774E-CAC4-1D70-4231-599DB2BFC03B}"/>
                </a:ext>
              </a:extLst>
            </p:cNvPr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>
              <a:extLst>
                <a:ext uri="{FF2B5EF4-FFF2-40B4-BE49-F238E27FC236}">
                  <a16:creationId xmlns:a16="http://schemas.microsoft.com/office/drawing/2014/main" id="{80F1426C-8B1F-A402-BED3-526B50481644}"/>
                </a:ext>
              </a:extLst>
            </p:cNvPr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>
              <a:extLst>
                <a:ext uri="{FF2B5EF4-FFF2-40B4-BE49-F238E27FC236}">
                  <a16:creationId xmlns:a16="http://schemas.microsoft.com/office/drawing/2014/main" id="{53227DD0-F7E6-1FB3-10DB-A6FB388F3E58}"/>
                </a:ext>
              </a:extLst>
            </p:cNvPr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>
              <a:extLst>
                <a:ext uri="{FF2B5EF4-FFF2-40B4-BE49-F238E27FC236}">
                  <a16:creationId xmlns:a16="http://schemas.microsoft.com/office/drawing/2014/main" id="{D10776ED-348A-0C2A-AAF5-B78F232400DB}"/>
                </a:ext>
              </a:extLst>
            </p:cNvPr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>
              <a:extLst>
                <a:ext uri="{FF2B5EF4-FFF2-40B4-BE49-F238E27FC236}">
                  <a16:creationId xmlns:a16="http://schemas.microsoft.com/office/drawing/2014/main" id="{2D3E6B96-6FC2-D143-34DA-41377B513F70}"/>
                </a:ext>
              </a:extLst>
            </p:cNvPr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>
              <a:extLst>
                <a:ext uri="{FF2B5EF4-FFF2-40B4-BE49-F238E27FC236}">
                  <a16:creationId xmlns:a16="http://schemas.microsoft.com/office/drawing/2014/main" id="{7CF80F48-384C-958D-70F1-FEF3E64EA168}"/>
                </a:ext>
              </a:extLst>
            </p:cNvPr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>
              <a:extLst>
                <a:ext uri="{FF2B5EF4-FFF2-40B4-BE49-F238E27FC236}">
                  <a16:creationId xmlns:a16="http://schemas.microsoft.com/office/drawing/2014/main" id="{3068DCDF-DE6A-D8D8-0E04-EF67833EE623}"/>
                </a:ext>
              </a:extLst>
            </p:cNvPr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>
              <a:extLst>
                <a:ext uri="{FF2B5EF4-FFF2-40B4-BE49-F238E27FC236}">
                  <a16:creationId xmlns:a16="http://schemas.microsoft.com/office/drawing/2014/main" id="{3E90B88C-EE4B-D278-88F2-40A403258824}"/>
                </a:ext>
              </a:extLst>
            </p:cNvPr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>
              <a:extLst>
                <a:ext uri="{FF2B5EF4-FFF2-40B4-BE49-F238E27FC236}">
                  <a16:creationId xmlns:a16="http://schemas.microsoft.com/office/drawing/2014/main" id="{D114766B-70BD-162F-D32C-BA0B04F9EECA}"/>
                </a:ext>
              </a:extLst>
            </p:cNvPr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>
              <a:extLst>
                <a:ext uri="{FF2B5EF4-FFF2-40B4-BE49-F238E27FC236}">
                  <a16:creationId xmlns:a16="http://schemas.microsoft.com/office/drawing/2014/main" id="{D573C96C-8727-C48C-2C1B-882D9CBE5D57}"/>
                </a:ext>
              </a:extLst>
            </p:cNvPr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>
              <a:extLst>
                <a:ext uri="{FF2B5EF4-FFF2-40B4-BE49-F238E27FC236}">
                  <a16:creationId xmlns:a16="http://schemas.microsoft.com/office/drawing/2014/main" id="{2ACCA67A-291E-273D-AC95-92AF9BAAE54F}"/>
                </a:ext>
              </a:extLst>
            </p:cNvPr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>
              <a:extLst>
                <a:ext uri="{FF2B5EF4-FFF2-40B4-BE49-F238E27FC236}">
                  <a16:creationId xmlns:a16="http://schemas.microsoft.com/office/drawing/2014/main" id="{95344AB3-3496-1CFB-E769-A88AF03AD671}"/>
                </a:ext>
              </a:extLst>
            </p:cNvPr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>
              <a:extLst>
                <a:ext uri="{FF2B5EF4-FFF2-40B4-BE49-F238E27FC236}">
                  <a16:creationId xmlns:a16="http://schemas.microsoft.com/office/drawing/2014/main" id="{8FCCFE03-E361-05CC-B9A9-839C94058F64}"/>
                </a:ext>
              </a:extLst>
            </p:cNvPr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>
              <a:extLst>
                <a:ext uri="{FF2B5EF4-FFF2-40B4-BE49-F238E27FC236}">
                  <a16:creationId xmlns:a16="http://schemas.microsoft.com/office/drawing/2014/main" id="{6CC8D08F-4793-F806-A213-BE5AD98C5FBF}"/>
                </a:ext>
              </a:extLst>
            </p:cNvPr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>
              <a:extLst>
                <a:ext uri="{FF2B5EF4-FFF2-40B4-BE49-F238E27FC236}">
                  <a16:creationId xmlns:a16="http://schemas.microsoft.com/office/drawing/2014/main" id="{31EEEE1C-7016-D6BE-E4CE-80C0CCC3F5CB}"/>
                </a:ext>
              </a:extLst>
            </p:cNvPr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>
              <a:extLst>
                <a:ext uri="{FF2B5EF4-FFF2-40B4-BE49-F238E27FC236}">
                  <a16:creationId xmlns:a16="http://schemas.microsoft.com/office/drawing/2014/main" id="{CFBACE5B-BECF-8D36-A82E-02C3EAD513F1}"/>
                </a:ext>
              </a:extLst>
            </p:cNvPr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>
              <a:extLst>
                <a:ext uri="{FF2B5EF4-FFF2-40B4-BE49-F238E27FC236}">
                  <a16:creationId xmlns:a16="http://schemas.microsoft.com/office/drawing/2014/main" id="{524CCCB2-BBFF-28F8-111F-73684A5C2849}"/>
                </a:ext>
              </a:extLst>
            </p:cNvPr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>
              <a:extLst>
                <a:ext uri="{FF2B5EF4-FFF2-40B4-BE49-F238E27FC236}">
                  <a16:creationId xmlns:a16="http://schemas.microsoft.com/office/drawing/2014/main" id="{8CDA767F-D023-EF6F-85E0-B28BF10EEC8B}"/>
                </a:ext>
              </a:extLst>
            </p:cNvPr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>
              <a:extLst>
                <a:ext uri="{FF2B5EF4-FFF2-40B4-BE49-F238E27FC236}">
                  <a16:creationId xmlns:a16="http://schemas.microsoft.com/office/drawing/2014/main" id="{19E0A43E-515C-B9B8-CBCB-C5F66AF7EA5F}"/>
                </a:ext>
              </a:extLst>
            </p:cNvPr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>
              <a:extLst>
                <a:ext uri="{FF2B5EF4-FFF2-40B4-BE49-F238E27FC236}">
                  <a16:creationId xmlns:a16="http://schemas.microsoft.com/office/drawing/2014/main" id="{53CD392F-9809-BBFD-F64F-2F9C29A499EE}"/>
                </a:ext>
              </a:extLst>
            </p:cNvPr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>
              <a:extLst>
                <a:ext uri="{FF2B5EF4-FFF2-40B4-BE49-F238E27FC236}">
                  <a16:creationId xmlns:a16="http://schemas.microsoft.com/office/drawing/2014/main" id="{344AF9DB-0464-5200-B03F-CE7150A22A97}"/>
                </a:ext>
              </a:extLst>
            </p:cNvPr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>
              <a:extLst>
                <a:ext uri="{FF2B5EF4-FFF2-40B4-BE49-F238E27FC236}">
                  <a16:creationId xmlns:a16="http://schemas.microsoft.com/office/drawing/2014/main" id="{177EADA8-610F-B97D-5812-F3A789BF93F2}"/>
                </a:ext>
              </a:extLst>
            </p:cNvPr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>
              <a:extLst>
                <a:ext uri="{FF2B5EF4-FFF2-40B4-BE49-F238E27FC236}">
                  <a16:creationId xmlns:a16="http://schemas.microsoft.com/office/drawing/2014/main" id="{E4FA8170-AC77-52CF-BC4B-60269C704A22}"/>
                </a:ext>
              </a:extLst>
            </p:cNvPr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>
              <a:extLst>
                <a:ext uri="{FF2B5EF4-FFF2-40B4-BE49-F238E27FC236}">
                  <a16:creationId xmlns:a16="http://schemas.microsoft.com/office/drawing/2014/main" id="{F5164767-D103-231E-0557-5F759DAA57E1}"/>
                </a:ext>
              </a:extLst>
            </p:cNvPr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>
              <a:extLst>
                <a:ext uri="{FF2B5EF4-FFF2-40B4-BE49-F238E27FC236}">
                  <a16:creationId xmlns:a16="http://schemas.microsoft.com/office/drawing/2014/main" id="{802FFB52-07F7-5183-841A-7C0AEC776195}"/>
                </a:ext>
              </a:extLst>
            </p:cNvPr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>
              <a:extLst>
                <a:ext uri="{FF2B5EF4-FFF2-40B4-BE49-F238E27FC236}">
                  <a16:creationId xmlns:a16="http://schemas.microsoft.com/office/drawing/2014/main" id="{C4E8307B-088E-A660-7A7F-1CDE77C0558C}"/>
                </a:ext>
              </a:extLst>
            </p:cNvPr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>
              <a:extLst>
                <a:ext uri="{FF2B5EF4-FFF2-40B4-BE49-F238E27FC236}">
                  <a16:creationId xmlns:a16="http://schemas.microsoft.com/office/drawing/2014/main" id="{C7C37F8F-4C6D-8D9C-4467-9E03700108CA}"/>
                </a:ext>
              </a:extLst>
            </p:cNvPr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>
              <a:extLst>
                <a:ext uri="{FF2B5EF4-FFF2-40B4-BE49-F238E27FC236}">
                  <a16:creationId xmlns:a16="http://schemas.microsoft.com/office/drawing/2014/main" id="{A49FEE60-5F91-AB0C-FFCB-21F8DD0ED353}"/>
                </a:ext>
              </a:extLst>
            </p:cNvPr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>
              <a:extLst>
                <a:ext uri="{FF2B5EF4-FFF2-40B4-BE49-F238E27FC236}">
                  <a16:creationId xmlns:a16="http://schemas.microsoft.com/office/drawing/2014/main" id="{1F173A70-E4EA-6012-4EF5-ED85ADFAE17F}"/>
                </a:ext>
              </a:extLst>
            </p:cNvPr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>
              <a:extLst>
                <a:ext uri="{FF2B5EF4-FFF2-40B4-BE49-F238E27FC236}">
                  <a16:creationId xmlns:a16="http://schemas.microsoft.com/office/drawing/2014/main" id="{C32495E7-EA6D-DD78-CF3D-558FF58DF256}"/>
                </a:ext>
              </a:extLst>
            </p:cNvPr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>
              <a:extLst>
                <a:ext uri="{FF2B5EF4-FFF2-40B4-BE49-F238E27FC236}">
                  <a16:creationId xmlns:a16="http://schemas.microsoft.com/office/drawing/2014/main" id="{4011079B-A40B-1F38-1DE3-72C9261CAB35}"/>
                </a:ext>
              </a:extLst>
            </p:cNvPr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>
              <a:extLst>
                <a:ext uri="{FF2B5EF4-FFF2-40B4-BE49-F238E27FC236}">
                  <a16:creationId xmlns:a16="http://schemas.microsoft.com/office/drawing/2014/main" id="{E2AD086C-1DE8-A335-5419-9149247DF666}"/>
                </a:ext>
              </a:extLst>
            </p:cNvPr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>
              <a:extLst>
                <a:ext uri="{FF2B5EF4-FFF2-40B4-BE49-F238E27FC236}">
                  <a16:creationId xmlns:a16="http://schemas.microsoft.com/office/drawing/2014/main" id="{2A4D9766-9C15-D49D-76E8-1C9649F298D7}"/>
                </a:ext>
              </a:extLst>
            </p:cNvPr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>
              <a:extLst>
                <a:ext uri="{FF2B5EF4-FFF2-40B4-BE49-F238E27FC236}">
                  <a16:creationId xmlns:a16="http://schemas.microsoft.com/office/drawing/2014/main" id="{7C6141C9-0AC3-D73E-027B-F28504F3A535}"/>
                </a:ext>
              </a:extLst>
            </p:cNvPr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>
              <a:extLst>
                <a:ext uri="{FF2B5EF4-FFF2-40B4-BE49-F238E27FC236}">
                  <a16:creationId xmlns:a16="http://schemas.microsoft.com/office/drawing/2014/main" id="{3A89D14F-0C9D-8E88-F3CD-632E8F19899C}"/>
                </a:ext>
              </a:extLst>
            </p:cNvPr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>
              <a:extLst>
                <a:ext uri="{FF2B5EF4-FFF2-40B4-BE49-F238E27FC236}">
                  <a16:creationId xmlns:a16="http://schemas.microsoft.com/office/drawing/2014/main" id="{5AFC9B15-C2D5-5DA7-5C67-D779743E713E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>
              <a:extLst>
                <a:ext uri="{FF2B5EF4-FFF2-40B4-BE49-F238E27FC236}">
                  <a16:creationId xmlns:a16="http://schemas.microsoft.com/office/drawing/2014/main" id="{F2470C89-25D5-0EA3-050E-E4FD58CF3F27}"/>
                </a:ext>
              </a:extLst>
            </p:cNvPr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>
              <a:extLst>
                <a:ext uri="{FF2B5EF4-FFF2-40B4-BE49-F238E27FC236}">
                  <a16:creationId xmlns:a16="http://schemas.microsoft.com/office/drawing/2014/main" id="{073120C7-2E33-4B1D-D008-4824F17B6D31}"/>
                </a:ext>
              </a:extLst>
            </p:cNvPr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>
              <a:extLst>
                <a:ext uri="{FF2B5EF4-FFF2-40B4-BE49-F238E27FC236}">
                  <a16:creationId xmlns:a16="http://schemas.microsoft.com/office/drawing/2014/main" id="{37D09A9C-4EC3-FADE-16AB-4005E2C02B81}"/>
                </a:ext>
              </a:extLst>
            </p:cNvPr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>
              <a:extLst>
                <a:ext uri="{FF2B5EF4-FFF2-40B4-BE49-F238E27FC236}">
                  <a16:creationId xmlns:a16="http://schemas.microsoft.com/office/drawing/2014/main" id="{521006BA-7FEF-5F48-3E49-FA5CA50B253B}"/>
                </a:ext>
              </a:extLst>
            </p:cNvPr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>
              <a:extLst>
                <a:ext uri="{FF2B5EF4-FFF2-40B4-BE49-F238E27FC236}">
                  <a16:creationId xmlns:a16="http://schemas.microsoft.com/office/drawing/2014/main" id="{62A522B6-3769-175D-8765-98573F1A56E4}"/>
                </a:ext>
              </a:extLst>
            </p:cNvPr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>
              <a:extLst>
                <a:ext uri="{FF2B5EF4-FFF2-40B4-BE49-F238E27FC236}">
                  <a16:creationId xmlns:a16="http://schemas.microsoft.com/office/drawing/2014/main" id="{B47F6BA3-A467-05EE-62D8-FA53DF4C84B0}"/>
                </a:ext>
              </a:extLst>
            </p:cNvPr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>
              <a:extLst>
                <a:ext uri="{FF2B5EF4-FFF2-40B4-BE49-F238E27FC236}">
                  <a16:creationId xmlns:a16="http://schemas.microsoft.com/office/drawing/2014/main" id="{F28F0E91-23D0-E3BE-58E0-EDB29D93F0B4}"/>
                </a:ext>
              </a:extLst>
            </p:cNvPr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>
              <a:extLst>
                <a:ext uri="{FF2B5EF4-FFF2-40B4-BE49-F238E27FC236}">
                  <a16:creationId xmlns:a16="http://schemas.microsoft.com/office/drawing/2014/main" id="{D31DB538-2A55-D45F-1D8B-E1054E2EC44B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>
              <a:extLst>
                <a:ext uri="{FF2B5EF4-FFF2-40B4-BE49-F238E27FC236}">
                  <a16:creationId xmlns:a16="http://schemas.microsoft.com/office/drawing/2014/main" id="{48DBB00C-BB8D-5542-6605-B456511C44DE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>
              <a:extLst>
                <a:ext uri="{FF2B5EF4-FFF2-40B4-BE49-F238E27FC236}">
                  <a16:creationId xmlns:a16="http://schemas.microsoft.com/office/drawing/2014/main" id="{F2A630BA-D845-1533-4429-14F48E2DF300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>
              <a:extLst>
                <a:ext uri="{FF2B5EF4-FFF2-40B4-BE49-F238E27FC236}">
                  <a16:creationId xmlns:a16="http://schemas.microsoft.com/office/drawing/2014/main" id="{2B2B83F7-F341-7808-4D1C-6B8A0EC7C5D1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>
              <a:extLst>
                <a:ext uri="{FF2B5EF4-FFF2-40B4-BE49-F238E27FC236}">
                  <a16:creationId xmlns:a16="http://schemas.microsoft.com/office/drawing/2014/main" id="{02C9037F-6BD2-DB43-2032-C826C867A771}"/>
                </a:ext>
              </a:extLst>
            </p:cNvPr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>
              <a:extLst>
                <a:ext uri="{FF2B5EF4-FFF2-40B4-BE49-F238E27FC236}">
                  <a16:creationId xmlns:a16="http://schemas.microsoft.com/office/drawing/2014/main" id="{B5A00CDA-B63A-72FC-59E9-3D402597A2CF}"/>
                </a:ext>
              </a:extLst>
            </p:cNvPr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>
              <a:extLst>
                <a:ext uri="{FF2B5EF4-FFF2-40B4-BE49-F238E27FC236}">
                  <a16:creationId xmlns:a16="http://schemas.microsoft.com/office/drawing/2014/main" id="{7F20B159-115E-BE66-1131-DB7930C4336B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>
              <a:extLst>
                <a:ext uri="{FF2B5EF4-FFF2-40B4-BE49-F238E27FC236}">
                  <a16:creationId xmlns:a16="http://schemas.microsoft.com/office/drawing/2014/main" id="{4638855B-A476-DF21-1E3F-0A67E77FD738}"/>
                </a:ext>
              </a:extLst>
            </p:cNvPr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>
              <a:extLst>
                <a:ext uri="{FF2B5EF4-FFF2-40B4-BE49-F238E27FC236}">
                  <a16:creationId xmlns:a16="http://schemas.microsoft.com/office/drawing/2014/main" id="{3858016F-703D-2054-9EF9-7B6FFB37BDDD}"/>
                </a:ext>
              </a:extLst>
            </p:cNvPr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>
              <a:extLst>
                <a:ext uri="{FF2B5EF4-FFF2-40B4-BE49-F238E27FC236}">
                  <a16:creationId xmlns:a16="http://schemas.microsoft.com/office/drawing/2014/main" id="{39E01B95-1CBA-E2B0-B226-A4A856BD7CB9}"/>
                </a:ext>
              </a:extLst>
            </p:cNvPr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>
              <a:extLst>
                <a:ext uri="{FF2B5EF4-FFF2-40B4-BE49-F238E27FC236}">
                  <a16:creationId xmlns:a16="http://schemas.microsoft.com/office/drawing/2014/main" id="{7059F4A8-BCD2-DCCA-69B8-5629A2D942C8}"/>
                </a:ext>
              </a:extLst>
            </p:cNvPr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>
              <a:extLst>
                <a:ext uri="{FF2B5EF4-FFF2-40B4-BE49-F238E27FC236}">
                  <a16:creationId xmlns:a16="http://schemas.microsoft.com/office/drawing/2014/main" id="{38373618-FBDE-D47A-7A20-E24A70407B8F}"/>
                </a:ext>
              </a:extLst>
            </p:cNvPr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>
              <a:extLst>
                <a:ext uri="{FF2B5EF4-FFF2-40B4-BE49-F238E27FC236}">
                  <a16:creationId xmlns:a16="http://schemas.microsoft.com/office/drawing/2014/main" id="{8F944670-6E22-E2A8-832E-37DD725D5897}"/>
                </a:ext>
              </a:extLst>
            </p:cNvPr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>
              <a:extLst>
                <a:ext uri="{FF2B5EF4-FFF2-40B4-BE49-F238E27FC236}">
                  <a16:creationId xmlns:a16="http://schemas.microsoft.com/office/drawing/2014/main" id="{990C18AE-5AD3-3ABE-4491-9589ED75AAA9}"/>
                </a:ext>
              </a:extLst>
            </p:cNvPr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>
              <a:extLst>
                <a:ext uri="{FF2B5EF4-FFF2-40B4-BE49-F238E27FC236}">
                  <a16:creationId xmlns:a16="http://schemas.microsoft.com/office/drawing/2014/main" id="{8230A917-4DF0-BB64-4313-426477BB0CC1}"/>
                </a:ext>
              </a:extLst>
            </p:cNvPr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>
              <a:extLst>
                <a:ext uri="{FF2B5EF4-FFF2-40B4-BE49-F238E27FC236}">
                  <a16:creationId xmlns:a16="http://schemas.microsoft.com/office/drawing/2014/main" id="{5AA73B88-104C-1DA5-440A-BEE8068A2149}"/>
                </a:ext>
              </a:extLst>
            </p:cNvPr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>
              <a:extLst>
                <a:ext uri="{FF2B5EF4-FFF2-40B4-BE49-F238E27FC236}">
                  <a16:creationId xmlns:a16="http://schemas.microsoft.com/office/drawing/2014/main" id="{DAC4E169-354F-3C45-CA3C-9C5D478CAF54}"/>
                </a:ext>
              </a:extLst>
            </p:cNvPr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>
              <a:extLst>
                <a:ext uri="{FF2B5EF4-FFF2-40B4-BE49-F238E27FC236}">
                  <a16:creationId xmlns:a16="http://schemas.microsoft.com/office/drawing/2014/main" id="{329B1A41-BB84-3B5B-17C8-63CAC91F2455}"/>
                </a:ext>
              </a:extLst>
            </p:cNvPr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>
              <a:extLst>
                <a:ext uri="{FF2B5EF4-FFF2-40B4-BE49-F238E27FC236}">
                  <a16:creationId xmlns:a16="http://schemas.microsoft.com/office/drawing/2014/main" id="{E28461F1-99A2-8642-599D-FC97A6D4CC8F}"/>
                </a:ext>
              </a:extLst>
            </p:cNvPr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>
              <a:extLst>
                <a:ext uri="{FF2B5EF4-FFF2-40B4-BE49-F238E27FC236}">
                  <a16:creationId xmlns:a16="http://schemas.microsoft.com/office/drawing/2014/main" id="{B0855C50-CCD6-E59A-4E6A-0A4DBE116304}"/>
                </a:ext>
              </a:extLst>
            </p:cNvPr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>
              <a:extLst>
                <a:ext uri="{FF2B5EF4-FFF2-40B4-BE49-F238E27FC236}">
                  <a16:creationId xmlns:a16="http://schemas.microsoft.com/office/drawing/2014/main" id="{F3BC1D48-C4CA-A925-E093-13E0C353AACD}"/>
                </a:ext>
              </a:extLst>
            </p:cNvPr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>
              <a:extLst>
                <a:ext uri="{FF2B5EF4-FFF2-40B4-BE49-F238E27FC236}">
                  <a16:creationId xmlns:a16="http://schemas.microsoft.com/office/drawing/2014/main" id="{028FFE05-E7B1-8CA7-54CD-14C113CE4A1A}"/>
                </a:ext>
              </a:extLst>
            </p:cNvPr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>
              <a:extLst>
                <a:ext uri="{FF2B5EF4-FFF2-40B4-BE49-F238E27FC236}">
                  <a16:creationId xmlns:a16="http://schemas.microsoft.com/office/drawing/2014/main" id="{1894B7E6-D0C3-2A40-BB5E-1B699CFDF0A5}"/>
                </a:ext>
              </a:extLst>
            </p:cNvPr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>
              <a:extLst>
                <a:ext uri="{FF2B5EF4-FFF2-40B4-BE49-F238E27FC236}">
                  <a16:creationId xmlns:a16="http://schemas.microsoft.com/office/drawing/2014/main" id="{E813216B-6702-3567-ACB2-CEB0F86CD0F3}"/>
                </a:ext>
              </a:extLst>
            </p:cNvPr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>
              <a:extLst>
                <a:ext uri="{FF2B5EF4-FFF2-40B4-BE49-F238E27FC236}">
                  <a16:creationId xmlns:a16="http://schemas.microsoft.com/office/drawing/2014/main" id="{20CF712F-1FDD-CD74-EB5A-BE4C72372069}"/>
                </a:ext>
              </a:extLst>
            </p:cNvPr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>
              <a:extLst>
                <a:ext uri="{FF2B5EF4-FFF2-40B4-BE49-F238E27FC236}">
                  <a16:creationId xmlns:a16="http://schemas.microsoft.com/office/drawing/2014/main" id="{F11678AA-3429-00DE-A4FD-2A66EB480579}"/>
                </a:ext>
              </a:extLst>
            </p:cNvPr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>
              <a:extLst>
                <a:ext uri="{FF2B5EF4-FFF2-40B4-BE49-F238E27FC236}">
                  <a16:creationId xmlns:a16="http://schemas.microsoft.com/office/drawing/2014/main" id="{7DE20BD8-2643-F98F-8E41-D457C23D868E}"/>
                </a:ext>
              </a:extLst>
            </p:cNvPr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>
              <a:extLst>
                <a:ext uri="{FF2B5EF4-FFF2-40B4-BE49-F238E27FC236}">
                  <a16:creationId xmlns:a16="http://schemas.microsoft.com/office/drawing/2014/main" id="{C7C5200A-9CB6-DEA3-4C41-59FDB7BEB61B}"/>
                </a:ext>
              </a:extLst>
            </p:cNvPr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>
              <a:extLst>
                <a:ext uri="{FF2B5EF4-FFF2-40B4-BE49-F238E27FC236}">
                  <a16:creationId xmlns:a16="http://schemas.microsoft.com/office/drawing/2014/main" id="{7ECB1D25-FCA1-D123-C23A-7B993099D204}"/>
                </a:ext>
              </a:extLst>
            </p:cNvPr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>
              <a:extLst>
                <a:ext uri="{FF2B5EF4-FFF2-40B4-BE49-F238E27FC236}">
                  <a16:creationId xmlns:a16="http://schemas.microsoft.com/office/drawing/2014/main" id="{E663B49F-B4C8-475D-E5D6-6655A3CF2184}"/>
                </a:ext>
              </a:extLst>
            </p:cNvPr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>
              <a:extLst>
                <a:ext uri="{FF2B5EF4-FFF2-40B4-BE49-F238E27FC236}">
                  <a16:creationId xmlns:a16="http://schemas.microsoft.com/office/drawing/2014/main" id="{A7797542-27D1-66E3-A684-34A5AD29F61C}"/>
                </a:ext>
              </a:extLst>
            </p:cNvPr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>
              <a:extLst>
                <a:ext uri="{FF2B5EF4-FFF2-40B4-BE49-F238E27FC236}">
                  <a16:creationId xmlns:a16="http://schemas.microsoft.com/office/drawing/2014/main" id="{D5E75454-EC5E-5D44-FA10-36B2AFC9943F}"/>
                </a:ext>
              </a:extLst>
            </p:cNvPr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>
              <a:extLst>
                <a:ext uri="{FF2B5EF4-FFF2-40B4-BE49-F238E27FC236}">
                  <a16:creationId xmlns:a16="http://schemas.microsoft.com/office/drawing/2014/main" id="{FFE043FB-3357-7221-5B3C-9F97C614CBB1}"/>
                </a:ext>
              </a:extLst>
            </p:cNvPr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>
              <a:extLst>
                <a:ext uri="{FF2B5EF4-FFF2-40B4-BE49-F238E27FC236}">
                  <a16:creationId xmlns:a16="http://schemas.microsoft.com/office/drawing/2014/main" id="{7ED40B8D-5233-064C-EAC2-215CFA9B753D}"/>
                </a:ext>
              </a:extLst>
            </p:cNvPr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>
              <a:extLst>
                <a:ext uri="{FF2B5EF4-FFF2-40B4-BE49-F238E27FC236}">
                  <a16:creationId xmlns:a16="http://schemas.microsoft.com/office/drawing/2014/main" id="{53D530F7-4597-B94F-D73F-18DE53D2A992}"/>
                </a:ext>
              </a:extLst>
            </p:cNvPr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>
              <a:extLst>
                <a:ext uri="{FF2B5EF4-FFF2-40B4-BE49-F238E27FC236}">
                  <a16:creationId xmlns:a16="http://schemas.microsoft.com/office/drawing/2014/main" id="{36AAFF0D-7DE9-561D-B341-077136EFEDC0}"/>
                </a:ext>
              </a:extLst>
            </p:cNvPr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>
              <a:extLst>
                <a:ext uri="{FF2B5EF4-FFF2-40B4-BE49-F238E27FC236}">
                  <a16:creationId xmlns:a16="http://schemas.microsoft.com/office/drawing/2014/main" id="{DCED9F19-47E6-E85D-20EB-FDF76A60D4DF}"/>
                </a:ext>
              </a:extLst>
            </p:cNvPr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>
              <a:extLst>
                <a:ext uri="{FF2B5EF4-FFF2-40B4-BE49-F238E27FC236}">
                  <a16:creationId xmlns:a16="http://schemas.microsoft.com/office/drawing/2014/main" id="{E3EA08EA-CADE-0880-576C-7996E58DA55E}"/>
                </a:ext>
              </a:extLst>
            </p:cNvPr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>
              <a:extLst>
                <a:ext uri="{FF2B5EF4-FFF2-40B4-BE49-F238E27FC236}">
                  <a16:creationId xmlns:a16="http://schemas.microsoft.com/office/drawing/2014/main" id="{08FB9A85-BE9D-6BC5-4452-D608B49058DD}"/>
                </a:ext>
              </a:extLst>
            </p:cNvPr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>
              <a:extLst>
                <a:ext uri="{FF2B5EF4-FFF2-40B4-BE49-F238E27FC236}">
                  <a16:creationId xmlns:a16="http://schemas.microsoft.com/office/drawing/2014/main" id="{E93CEDBB-AC19-8F73-B050-34BC5639F806}"/>
                </a:ext>
              </a:extLst>
            </p:cNvPr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>
              <a:extLst>
                <a:ext uri="{FF2B5EF4-FFF2-40B4-BE49-F238E27FC236}">
                  <a16:creationId xmlns:a16="http://schemas.microsoft.com/office/drawing/2014/main" id="{5EBDA739-AE54-540A-0284-FB7F80DD5C77}"/>
                </a:ext>
              </a:extLst>
            </p:cNvPr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>
              <a:extLst>
                <a:ext uri="{FF2B5EF4-FFF2-40B4-BE49-F238E27FC236}">
                  <a16:creationId xmlns:a16="http://schemas.microsoft.com/office/drawing/2014/main" id="{38087CF3-A831-69CB-1122-11C08DC024DA}"/>
                </a:ext>
              </a:extLst>
            </p:cNvPr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>
              <a:extLst>
                <a:ext uri="{FF2B5EF4-FFF2-40B4-BE49-F238E27FC236}">
                  <a16:creationId xmlns:a16="http://schemas.microsoft.com/office/drawing/2014/main" id="{F98ACFCA-95B8-7154-7E54-0AAD3DB4E56E}"/>
                </a:ext>
              </a:extLst>
            </p:cNvPr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>
              <a:extLst>
                <a:ext uri="{FF2B5EF4-FFF2-40B4-BE49-F238E27FC236}">
                  <a16:creationId xmlns:a16="http://schemas.microsoft.com/office/drawing/2014/main" id="{23426885-3BD3-6578-EC5C-BF93CE4F839C}"/>
                </a:ext>
              </a:extLst>
            </p:cNvPr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>
              <a:extLst>
                <a:ext uri="{FF2B5EF4-FFF2-40B4-BE49-F238E27FC236}">
                  <a16:creationId xmlns:a16="http://schemas.microsoft.com/office/drawing/2014/main" id="{6281F9DC-76D5-8373-F617-9B6F34DFA071}"/>
                </a:ext>
              </a:extLst>
            </p:cNvPr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>
              <a:extLst>
                <a:ext uri="{FF2B5EF4-FFF2-40B4-BE49-F238E27FC236}">
                  <a16:creationId xmlns:a16="http://schemas.microsoft.com/office/drawing/2014/main" id="{44865C86-FCFB-340E-64D7-5036B7BFAAD2}"/>
                </a:ext>
              </a:extLst>
            </p:cNvPr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>
              <a:extLst>
                <a:ext uri="{FF2B5EF4-FFF2-40B4-BE49-F238E27FC236}">
                  <a16:creationId xmlns:a16="http://schemas.microsoft.com/office/drawing/2014/main" id="{AF02EA13-3EF2-6840-2F68-7C5E00578182}"/>
                </a:ext>
              </a:extLst>
            </p:cNvPr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>
              <a:extLst>
                <a:ext uri="{FF2B5EF4-FFF2-40B4-BE49-F238E27FC236}">
                  <a16:creationId xmlns:a16="http://schemas.microsoft.com/office/drawing/2014/main" id="{D1E1D930-846F-5D22-D597-D19266EC855A}"/>
                </a:ext>
              </a:extLst>
            </p:cNvPr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>
              <a:extLst>
                <a:ext uri="{FF2B5EF4-FFF2-40B4-BE49-F238E27FC236}">
                  <a16:creationId xmlns:a16="http://schemas.microsoft.com/office/drawing/2014/main" id="{431BE05E-51F9-ABFE-5DD7-1DCEF3692C30}"/>
                </a:ext>
              </a:extLst>
            </p:cNvPr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>
              <a:extLst>
                <a:ext uri="{FF2B5EF4-FFF2-40B4-BE49-F238E27FC236}">
                  <a16:creationId xmlns:a16="http://schemas.microsoft.com/office/drawing/2014/main" id="{1F849B72-2DC4-31A2-941D-EE09B36A9592}"/>
                </a:ext>
              </a:extLst>
            </p:cNvPr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>
              <a:extLst>
                <a:ext uri="{FF2B5EF4-FFF2-40B4-BE49-F238E27FC236}">
                  <a16:creationId xmlns:a16="http://schemas.microsoft.com/office/drawing/2014/main" id="{DAE43D81-63E3-136B-73F4-A320C0D05D76}"/>
                </a:ext>
              </a:extLst>
            </p:cNvPr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>
              <a:extLst>
                <a:ext uri="{FF2B5EF4-FFF2-40B4-BE49-F238E27FC236}">
                  <a16:creationId xmlns:a16="http://schemas.microsoft.com/office/drawing/2014/main" id="{6826C592-4014-14AD-33FD-B1749C0AF60A}"/>
                </a:ext>
              </a:extLst>
            </p:cNvPr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>
              <a:extLst>
                <a:ext uri="{FF2B5EF4-FFF2-40B4-BE49-F238E27FC236}">
                  <a16:creationId xmlns:a16="http://schemas.microsoft.com/office/drawing/2014/main" id="{8E5CE9DD-74CB-BC4E-E1F6-792C11D40EE2}"/>
                </a:ext>
              </a:extLst>
            </p:cNvPr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>
              <a:extLst>
                <a:ext uri="{FF2B5EF4-FFF2-40B4-BE49-F238E27FC236}">
                  <a16:creationId xmlns:a16="http://schemas.microsoft.com/office/drawing/2014/main" id="{6FDFC1DC-8B25-4FEE-7DAB-77A5555028E1}"/>
                </a:ext>
              </a:extLst>
            </p:cNvPr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>
              <a:extLst>
                <a:ext uri="{FF2B5EF4-FFF2-40B4-BE49-F238E27FC236}">
                  <a16:creationId xmlns:a16="http://schemas.microsoft.com/office/drawing/2014/main" id="{3A1E1E6F-FDFF-A6E6-EDD0-ED90D3F3E890}"/>
                </a:ext>
              </a:extLst>
            </p:cNvPr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>
              <a:extLst>
                <a:ext uri="{FF2B5EF4-FFF2-40B4-BE49-F238E27FC236}">
                  <a16:creationId xmlns:a16="http://schemas.microsoft.com/office/drawing/2014/main" id="{440CB5EB-C266-E948-499E-20DC26649B25}"/>
                </a:ext>
              </a:extLst>
            </p:cNvPr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>
              <a:extLst>
                <a:ext uri="{FF2B5EF4-FFF2-40B4-BE49-F238E27FC236}">
                  <a16:creationId xmlns:a16="http://schemas.microsoft.com/office/drawing/2014/main" id="{442419DE-5754-7106-DF76-44627CA9DDB1}"/>
                </a:ext>
              </a:extLst>
            </p:cNvPr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>
              <a:extLst>
                <a:ext uri="{FF2B5EF4-FFF2-40B4-BE49-F238E27FC236}">
                  <a16:creationId xmlns:a16="http://schemas.microsoft.com/office/drawing/2014/main" id="{F55CF519-604A-3691-700A-5C0E94CB4521}"/>
                </a:ext>
              </a:extLst>
            </p:cNvPr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>
              <a:extLst>
                <a:ext uri="{FF2B5EF4-FFF2-40B4-BE49-F238E27FC236}">
                  <a16:creationId xmlns:a16="http://schemas.microsoft.com/office/drawing/2014/main" id="{46652FF3-5D71-6508-1DFC-12AF388DB195}"/>
                </a:ext>
              </a:extLst>
            </p:cNvPr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>
              <a:extLst>
                <a:ext uri="{FF2B5EF4-FFF2-40B4-BE49-F238E27FC236}">
                  <a16:creationId xmlns:a16="http://schemas.microsoft.com/office/drawing/2014/main" id="{6363692D-66CC-99F5-F0A7-CBA5D2EA5E9B}"/>
                </a:ext>
              </a:extLst>
            </p:cNvPr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>
              <a:extLst>
                <a:ext uri="{FF2B5EF4-FFF2-40B4-BE49-F238E27FC236}">
                  <a16:creationId xmlns:a16="http://schemas.microsoft.com/office/drawing/2014/main" id="{105389E9-F1D9-B6C4-580E-DD02D762AB41}"/>
                </a:ext>
              </a:extLst>
            </p:cNvPr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>
              <a:extLst>
                <a:ext uri="{FF2B5EF4-FFF2-40B4-BE49-F238E27FC236}">
                  <a16:creationId xmlns:a16="http://schemas.microsoft.com/office/drawing/2014/main" id="{CAA51F0E-11D3-0454-1E25-ABDC5CA03E54}"/>
                </a:ext>
              </a:extLst>
            </p:cNvPr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>
              <a:extLst>
                <a:ext uri="{FF2B5EF4-FFF2-40B4-BE49-F238E27FC236}">
                  <a16:creationId xmlns:a16="http://schemas.microsoft.com/office/drawing/2014/main" id="{9ED96B42-9C83-97A7-0BCD-B600D13A799A}"/>
                </a:ext>
              </a:extLst>
            </p:cNvPr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>
              <a:extLst>
                <a:ext uri="{FF2B5EF4-FFF2-40B4-BE49-F238E27FC236}">
                  <a16:creationId xmlns:a16="http://schemas.microsoft.com/office/drawing/2014/main" id="{89E82F7B-A9BD-BC75-F4C1-FBE466A5F0C8}"/>
                </a:ext>
              </a:extLst>
            </p:cNvPr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>
              <a:extLst>
                <a:ext uri="{FF2B5EF4-FFF2-40B4-BE49-F238E27FC236}">
                  <a16:creationId xmlns:a16="http://schemas.microsoft.com/office/drawing/2014/main" id="{A01CBA29-F7AD-5756-9A86-868E9F7387FB}"/>
                </a:ext>
              </a:extLst>
            </p:cNvPr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>
              <a:extLst>
                <a:ext uri="{FF2B5EF4-FFF2-40B4-BE49-F238E27FC236}">
                  <a16:creationId xmlns:a16="http://schemas.microsoft.com/office/drawing/2014/main" id="{F46A0D05-D38A-50BE-4AF0-6E273816812D}"/>
                </a:ext>
              </a:extLst>
            </p:cNvPr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>
              <a:extLst>
                <a:ext uri="{FF2B5EF4-FFF2-40B4-BE49-F238E27FC236}">
                  <a16:creationId xmlns:a16="http://schemas.microsoft.com/office/drawing/2014/main" id="{F7647972-EB43-CBC5-A184-291F4AEA3661}"/>
                </a:ext>
              </a:extLst>
            </p:cNvPr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>
              <a:extLst>
                <a:ext uri="{FF2B5EF4-FFF2-40B4-BE49-F238E27FC236}">
                  <a16:creationId xmlns:a16="http://schemas.microsoft.com/office/drawing/2014/main" id="{051538C6-A647-31D4-F6FA-3DD36A8314CA}"/>
                </a:ext>
              </a:extLst>
            </p:cNvPr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>
              <a:extLst>
                <a:ext uri="{FF2B5EF4-FFF2-40B4-BE49-F238E27FC236}">
                  <a16:creationId xmlns:a16="http://schemas.microsoft.com/office/drawing/2014/main" id="{05E253E5-3D9B-47B0-79C6-D1DBBD6C9030}"/>
                </a:ext>
              </a:extLst>
            </p:cNvPr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>
              <a:extLst>
                <a:ext uri="{FF2B5EF4-FFF2-40B4-BE49-F238E27FC236}">
                  <a16:creationId xmlns:a16="http://schemas.microsoft.com/office/drawing/2014/main" id="{6A913435-4ABC-932E-8CC3-8027C1EB092E}"/>
                </a:ext>
              </a:extLst>
            </p:cNvPr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>
              <a:extLst>
                <a:ext uri="{FF2B5EF4-FFF2-40B4-BE49-F238E27FC236}">
                  <a16:creationId xmlns:a16="http://schemas.microsoft.com/office/drawing/2014/main" id="{91E99A61-BA2A-FD0E-FB41-98AD42617E93}"/>
                </a:ext>
              </a:extLst>
            </p:cNvPr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>
              <a:extLst>
                <a:ext uri="{FF2B5EF4-FFF2-40B4-BE49-F238E27FC236}">
                  <a16:creationId xmlns:a16="http://schemas.microsoft.com/office/drawing/2014/main" id="{A90406FA-9D5C-B314-93AE-D6016266CFB8}"/>
                </a:ext>
              </a:extLst>
            </p:cNvPr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>
              <a:extLst>
                <a:ext uri="{FF2B5EF4-FFF2-40B4-BE49-F238E27FC236}">
                  <a16:creationId xmlns:a16="http://schemas.microsoft.com/office/drawing/2014/main" id="{4BBB0E56-4670-408C-180D-AC518637DA6C}"/>
                </a:ext>
              </a:extLst>
            </p:cNvPr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>
              <a:extLst>
                <a:ext uri="{FF2B5EF4-FFF2-40B4-BE49-F238E27FC236}">
                  <a16:creationId xmlns:a16="http://schemas.microsoft.com/office/drawing/2014/main" id="{9BA65582-C164-E4E6-B825-252CC720D181}"/>
                </a:ext>
              </a:extLst>
            </p:cNvPr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>
              <a:extLst>
                <a:ext uri="{FF2B5EF4-FFF2-40B4-BE49-F238E27FC236}">
                  <a16:creationId xmlns:a16="http://schemas.microsoft.com/office/drawing/2014/main" id="{9B56D499-4583-BDE2-2AAE-CBF573D5202F}"/>
                </a:ext>
              </a:extLst>
            </p:cNvPr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>
              <a:extLst>
                <a:ext uri="{FF2B5EF4-FFF2-40B4-BE49-F238E27FC236}">
                  <a16:creationId xmlns:a16="http://schemas.microsoft.com/office/drawing/2014/main" id="{1C5F3D20-5325-43EC-1D49-664053913F3F}"/>
                </a:ext>
              </a:extLst>
            </p:cNvPr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>
              <a:extLst>
                <a:ext uri="{FF2B5EF4-FFF2-40B4-BE49-F238E27FC236}">
                  <a16:creationId xmlns:a16="http://schemas.microsoft.com/office/drawing/2014/main" id="{DB0AC9C4-3A39-2681-B25E-76A57F1D9DF4}"/>
                </a:ext>
              </a:extLst>
            </p:cNvPr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>
              <a:extLst>
                <a:ext uri="{FF2B5EF4-FFF2-40B4-BE49-F238E27FC236}">
                  <a16:creationId xmlns:a16="http://schemas.microsoft.com/office/drawing/2014/main" id="{28EF061A-EEA7-88CC-5B02-5074439EF74D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>
              <a:extLst>
                <a:ext uri="{FF2B5EF4-FFF2-40B4-BE49-F238E27FC236}">
                  <a16:creationId xmlns:a16="http://schemas.microsoft.com/office/drawing/2014/main" id="{A4E4F9A2-FB17-CF46-44B2-F811CE5BA5AE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>
              <a:extLst>
                <a:ext uri="{FF2B5EF4-FFF2-40B4-BE49-F238E27FC236}">
                  <a16:creationId xmlns:a16="http://schemas.microsoft.com/office/drawing/2014/main" id="{5EE4DCD9-2909-3C55-017A-8936307AEBEA}"/>
                </a:ext>
              </a:extLst>
            </p:cNvPr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>
              <a:extLst>
                <a:ext uri="{FF2B5EF4-FFF2-40B4-BE49-F238E27FC236}">
                  <a16:creationId xmlns:a16="http://schemas.microsoft.com/office/drawing/2014/main" id="{BC40A19F-4FBD-AA2D-B0C8-14C4335C9958}"/>
                </a:ext>
              </a:extLst>
            </p:cNvPr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>
              <a:extLst>
                <a:ext uri="{FF2B5EF4-FFF2-40B4-BE49-F238E27FC236}">
                  <a16:creationId xmlns:a16="http://schemas.microsoft.com/office/drawing/2014/main" id="{8C213408-1872-172D-CB35-2C8FFAE22DBD}"/>
                </a:ext>
              </a:extLst>
            </p:cNvPr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>
              <a:extLst>
                <a:ext uri="{FF2B5EF4-FFF2-40B4-BE49-F238E27FC236}">
                  <a16:creationId xmlns:a16="http://schemas.microsoft.com/office/drawing/2014/main" id="{D497A287-4B89-B8D0-0666-187E75BBD5CB}"/>
                </a:ext>
              </a:extLst>
            </p:cNvPr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>
              <a:extLst>
                <a:ext uri="{FF2B5EF4-FFF2-40B4-BE49-F238E27FC236}">
                  <a16:creationId xmlns:a16="http://schemas.microsoft.com/office/drawing/2014/main" id="{762367AA-C933-14FF-98E3-02CB5D6A6090}"/>
                </a:ext>
              </a:extLst>
            </p:cNvPr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>
              <a:extLst>
                <a:ext uri="{FF2B5EF4-FFF2-40B4-BE49-F238E27FC236}">
                  <a16:creationId xmlns:a16="http://schemas.microsoft.com/office/drawing/2014/main" id="{295D70DD-B4E7-423C-AA30-76062DA6860C}"/>
                </a:ext>
              </a:extLst>
            </p:cNvPr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>
              <a:extLst>
                <a:ext uri="{FF2B5EF4-FFF2-40B4-BE49-F238E27FC236}">
                  <a16:creationId xmlns:a16="http://schemas.microsoft.com/office/drawing/2014/main" id="{6559BB9D-1846-B56F-B8D1-6109F52BFD4E}"/>
                </a:ext>
              </a:extLst>
            </p:cNvPr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>
              <a:extLst>
                <a:ext uri="{FF2B5EF4-FFF2-40B4-BE49-F238E27FC236}">
                  <a16:creationId xmlns:a16="http://schemas.microsoft.com/office/drawing/2014/main" id="{93736FD2-745E-D03D-F38B-0372F6D75F7B}"/>
                </a:ext>
              </a:extLst>
            </p:cNvPr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>
              <a:extLst>
                <a:ext uri="{FF2B5EF4-FFF2-40B4-BE49-F238E27FC236}">
                  <a16:creationId xmlns:a16="http://schemas.microsoft.com/office/drawing/2014/main" id="{85FB5ED9-12CA-35E2-329E-EEBE4C2CABF9}"/>
                </a:ext>
              </a:extLst>
            </p:cNvPr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>
              <a:extLst>
                <a:ext uri="{FF2B5EF4-FFF2-40B4-BE49-F238E27FC236}">
                  <a16:creationId xmlns:a16="http://schemas.microsoft.com/office/drawing/2014/main" id="{8FFD5A14-083F-1382-9B6F-D88A210CCB34}"/>
                </a:ext>
              </a:extLst>
            </p:cNvPr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>
              <a:extLst>
                <a:ext uri="{FF2B5EF4-FFF2-40B4-BE49-F238E27FC236}">
                  <a16:creationId xmlns:a16="http://schemas.microsoft.com/office/drawing/2014/main" id="{721F838B-7D9F-41EF-AE5D-05567DBCFBA7}"/>
                </a:ext>
              </a:extLst>
            </p:cNvPr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>
              <a:extLst>
                <a:ext uri="{FF2B5EF4-FFF2-40B4-BE49-F238E27FC236}">
                  <a16:creationId xmlns:a16="http://schemas.microsoft.com/office/drawing/2014/main" id="{9823FD0B-D041-2BB3-9479-1AAD379501A2}"/>
                </a:ext>
              </a:extLst>
            </p:cNvPr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>
              <a:extLst>
                <a:ext uri="{FF2B5EF4-FFF2-40B4-BE49-F238E27FC236}">
                  <a16:creationId xmlns:a16="http://schemas.microsoft.com/office/drawing/2014/main" id="{51E7E7E8-F5F1-D67E-0F39-412EDB10104A}"/>
                </a:ext>
              </a:extLst>
            </p:cNvPr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>
              <a:extLst>
                <a:ext uri="{FF2B5EF4-FFF2-40B4-BE49-F238E27FC236}">
                  <a16:creationId xmlns:a16="http://schemas.microsoft.com/office/drawing/2014/main" id="{AE8A8110-1989-BAB6-AA7A-A4BB33BBEACB}"/>
                </a:ext>
              </a:extLst>
            </p:cNvPr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>
              <a:extLst>
                <a:ext uri="{FF2B5EF4-FFF2-40B4-BE49-F238E27FC236}">
                  <a16:creationId xmlns:a16="http://schemas.microsoft.com/office/drawing/2014/main" id="{E48C15F4-B652-0269-E0AA-E734B572062B}"/>
                </a:ext>
              </a:extLst>
            </p:cNvPr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>
              <a:extLst>
                <a:ext uri="{FF2B5EF4-FFF2-40B4-BE49-F238E27FC236}">
                  <a16:creationId xmlns:a16="http://schemas.microsoft.com/office/drawing/2014/main" id="{7C9C0A99-B1B0-A24E-7148-372E4E907C41}"/>
                </a:ext>
              </a:extLst>
            </p:cNvPr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>
              <a:extLst>
                <a:ext uri="{FF2B5EF4-FFF2-40B4-BE49-F238E27FC236}">
                  <a16:creationId xmlns:a16="http://schemas.microsoft.com/office/drawing/2014/main" id="{27F3F2CE-FE79-74F7-1B6B-7D6B788EB4D0}"/>
                </a:ext>
              </a:extLst>
            </p:cNvPr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>
              <a:extLst>
                <a:ext uri="{FF2B5EF4-FFF2-40B4-BE49-F238E27FC236}">
                  <a16:creationId xmlns:a16="http://schemas.microsoft.com/office/drawing/2014/main" id="{BF07CF45-0CE2-10F1-EB07-3EA699EE6B1B}"/>
                </a:ext>
              </a:extLst>
            </p:cNvPr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>
              <a:extLst>
                <a:ext uri="{FF2B5EF4-FFF2-40B4-BE49-F238E27FC236}">
                  <a16:creationId xmlns:a16="http://schemas.microsoft.com/office/drawing/2014/main" id="{79CF4896-503D-57B4-8AB6-0C9BBDDAFB97}"/>
                </a:ext>
              </a:extLst>
            </p:cNvPr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>
              <a:extLst>
                <a:ext uri="{FF2B5EF4-FFF2-40B4-BE49-F238E27FC236}">
                  <a16:creationId xmlns:a16="http://schemas.microsoft.com/office/drawing/2014/main" id="{58E68C90-08F9-AF13-EB9B-30A9EC76087C}"/>
                </a:ext>
              </a:extLst>
            </p:cNvPr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>
              <a:extLst>
                <a:ext uri="{FF2B5EF4-FFF2-40B4-BE49-F238E27FC236}">
                  <a16:creationId xmlns:a16="http://schemas.microsoft.com/office/drawing/2014/main" id="{F820D596-705C-E7D9-D3BF-F8955BE4E3A2}"/>
                </a:ext>
              </a:extLst>
            </p:cNvPr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>
              <a:extLst>
                <a:ext uri="{FF2B5EF4-FFF2-40B4-BE49-F238E27FC236}">
                  <a16:creationId xmlns:a16="http://schemas.microsoft.com/office/drawing/2014/main" id="{CEF09320-30DF-B1D3-9D7B-1EA30766E87C}"/>
                </a:ext>
              </a:extLst>
            </p:cNvPr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>
              <a:extLst>
                <a:ext uri="{FF2B5EF4-FFF2-40B4-BE49-F238E27FC236}">
                  <a16:creationId xmlns:a16="http://schemas.microsoft.com/office/drawing/2014/main" id="{FC739168-159C-87BC-52FD-E5D5EEBE1BB6}"/>
                </a:ext>
              </a:extLst>
            </p:cNvPr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>
              <a:extLst>
                <a:ext uri="{FF2B5EF4-FFF2-40B4-BE49-F238E27FC236}">
                  <a16:creationId xmlns:a16="http://schemas.microsoft.com/office/drawing/2014/main" id="{8D604079-67A3-D4A8-FB51-1B3615CA37F3}"/>
                </a:ext>
              </a:extLst>
            </p:cNvPr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>
              <a:extLst>
                <a:ext uri="{FF2B5EF4-FFF2-40B4-BE49-F238E27FC236}">
                  <a16:creationId xmlns:a16="http://schemas.microsoft.com/office/drawing/2014/main" id="{5FE84D16-4C01-D1D3-29CF-4AD0A24CAAE1}"/>
                </a:ext>
              </a:extLst>
            </p:cNvPr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>
              <a:extLst>
                <a:ext uri="{FF2B5EF4-FFF2-40B4-BE49-F238E27FC236}">
                  <a16:creationId xmlns:a16="http://schemas.microsoft.com/office/drawing/2014/main" id="{AD5AA41D-2682-EC39-934D-924131E4AAA2}"/>
                </a:ext>
              </a:extLst>
            </p:cNvPr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>
              <a:extLst>
                <a:ext uri="{FF2B5EF4-FFF2-40B4-BE49-F238E27FC236}">
                  <a16:creationId xmlns:a16="http://schemas.microsoft.com/office/drawing/2014/main" id="{2BDDA7C8-5C26-6C41-1EDB-246E9D3FC457}"/>
                </a:ext>
              </a:extLst>
            </p:cNvPr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>
              <a:extLst>
                <a:ext uri="{FF2B5EF4-FFF2-40B4-BE49-F238E27FC236}">
                  <a16:creationId xmlns:a16="http://schemas.microsoft.com/office/drawing/2014/main" id="{1BFC6618-97D1-BC9D-47B7-D685599BD56A}"/>
                </a:ext>
              </a:extLst>
            </p:cNvPr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>
              <a:extLst>
                <a:ext uri="{FF2B5EF4-FFF2-40B4-BE49-F238E27FC236}">
                  <a16:creationId xmlns:a16="http://schemas.microsoft.com/office/drawing/2014/main" id="{7436AA14-7081-901A-6068-59823CC712C9}"/>
                </a:ext>
              </a:extLst>
            </p:cNvPr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>
              <a:extLst>
                <a:ext uri="{FF2B5EF4-FFF2-40B4-BE49-F238E27FC236}">
                  <a16:creationId xmlns:a16="http://schemas.microsoft.com/office/drawing/2014/main" id="{ABFD1E46-31BC-2CE2-FD0D-39545EF49EE5}"/>
                </a:ext>
              </a:extLst>
            </p:cNvPr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>
              <a:extLst>
                <a:ext uri="{FF2B5EF4-FFF2-40B4-BE49-F238E27FC236}">
                  <a16:creationId xmlns:a16="http://schemas.microsoft.com/office/drawing/2014/main" id="{36441B21-719A-F202-FE5C-9317841E52CF}"/>
                </a:ext>
              </a:extLst>
            </p:cNvPr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>
              <a:extLst>
                <a:ext uri="{FF2B5EF4-FFF2-40B4-BE49-F238E27FC236}">
                  <a16:creationId xmlns:a16="http://schemas.microsoft.com/office/drawing/2014/main" id="{8CBB4D48-66C5-CC78-D0AF-29332E22DCCA}"/>
                </a:ext>
              </a:extLst>
            </p:cNvPr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>
              <a:extLst>
                <a:ext uri="{FF2B5EF4-FFF2-40B4-BE49-F238E27FC236}">
                  <a16:creationId xmlns:a16="http://schemas.microsoft.com/office/drawing/2014/main" id="{0B789D49-5B00-A1B8-CFE4-6E0511027C8D}"/>
                </a:ext>
              </a:extLst>
            </p:cNvPr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>
              <a:extLst>
                <a:ext uri="{FF2B5EF4-FFF2-40B4-BE49-F238E27FC236}">
                  <a16:creationId xmlns:a16="http://schemas.microsoft.com/office/drawing/2014/main" id="{C72C1146-7957-DCFE-F1E6-8F3C9785A980}"/>
                </a:ext>
              </a:extLst>
            </p:cNvPr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>
              <a:extLst>
                <a:ext uri="{FF2B5EF4-FFF2-40B4-BE49-F238E27FC236}">
                  <a16:creationId xmlns:a16="http://schemas.microsoft.com/office/drawing/2014/main" id="{4DB5B0DD-6F19-0825-4B68-9EDCFA000A75}"/>
                </a:ext>
              </a:extLst>
            </p:cNvPr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>
              <a:extLst>
                <a:ext uri="{FF2B5EF4-FFF2-40B4-BE49-F238E27FC236}">
                  <a16:creationId xmlns:a16="http://schemas.microsoft.com/office/drawing/2014/main" id="{6EBCBC47-7F84-5AF0-CF73-1D7DA9BCEF41}"/>
                </a:ext>
              </a:extLst>
            </p:cNvPr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>
              <a:extLst>
                <a:ext uri="{FF2B5EF4-FFF2-40B4-BE49-F238E27FC236}">
                  <a16:creationId xmlns:a16="http://schemas.microsoft.com/office/drawing/2014/main" id="{03D73FD3-EB8E-41FC-814D-DB2134733043}"/>
                </a:ext>
              </a:extLst>
            </p:cNvPr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>
              <a:extLst>
                <a:ext uri="{FF2B5EF4-FFF2-40B4-BE49-F238E27FC236}">
                  <a16:creationId xmlns:a16="http://schemas.microsoft.com/office/drawing/2014/main" id="{97F60A71-A2D0-4445-27D2-44E10278B912}"/>
                </a:ext>
              </a:extLst>
            </p:cNvPr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>
              <a:extLst>
                <a:ext uri="{FF2B5EF4-FFF2-40B4-BE49-F238E27FC236}">
                  <a16:creationId xmlns:a16="http://schemas.microsoft.com/office/drawing/2014/main" id="{1633948C-2BC3-5AD1-C00D-4625A01614E5}"/>
                </a:ext>
              </a:extLst>
            </p:cNvPr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>
              <a:extLst>
                <a:ext uri="{FF2B5EF4-FFF2-40B4-BE49-F238E27FC236}">
                  <a16:creationId xmlns:a16="http://schemas.microsoft.com/office/drawing/2014/main" id="{E703171B-B606-D0E8-30EE-1D55D409E880}"/>
                </a:ext>
              </a:extLst>
            </p:cNvPr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>
              <a:extLst>
                <a:ext uri="{FF2B5EF4-FFF2-40B4-BE49-F238E27FC236}">
                  <a16:creationId xmlns:a16="http://schemas.microsoft.com/office/drawing/2014/main" id="{9058ECAC-3BDB-15BE-1D9B-C01A9DCB8127}"/>
                </a:ext>
              </a:extLst>
            </p:cNvPr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>
              <a:extLst>
                <a:ext uri="{FF2B5EF4-FFF2-40B4-BE49-F238E27FC236}">
                  <a16:creationId xmlns:a16="http://schemas.microsoft.com/office/drawing/2014/main" id="{520F75A6-5C1C-3B12-F428-47DE90B8F17B}"/>
                </a:ext>
              </a:extLst>
            </p:cNvPr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>
              <a:extLst>
                <a:ext uri="{FF2B5EF4-FFF2-40B4-BE49-F238E27FC236}">
                  <a16:creationId xmlns:a16="http://schemas.microsoft.com/office/drawing/2014/main" id="{59E8CF32-236D-CF8D-11D8-50E5912FCDFE}"/>
                </a:ext>
              </a:extLst>
            </p:cNvPr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>
              <a:extLst>
                <a:ext uri="{FF2B5EF4-FFF2-40B4-BE49-F238E27FC236}">
                  <a16:creationId xmlns:a16="http://schemas.microsoft.com/office/drawing/2014/main" id="{39365044-D3EB-A37A-6E62-B3A3A1DF5156}"/>
                </a:ext>
              </a:extLst>
            </p:cNvPr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>
              <a:extLst>
                <a:ext uri="{FF2B5EF4-FFF2-40B4-BE49-F238E27FC236}">
                  <a16:creationId xmlns:a16="http://schemas.microsoft.com/office/drawing/2014/main" id="{145ABAC8-8A1F-8A38-AB1F-CA297AFDE83F}"/>
                </a:ext>
              </a:extLst>
            </p:cNvPr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>
              <a:extLst>
                <a:ext uri="{FF2B5EF4-FFF2-40B4-BE49-F238E27FC236}">
                  <a16:creationId xmlns:a16="http://schemas.microsoft.com/office/drawing/2014/main" id="{F2F8CED6-7D69-BEBB-0EC0-EAA025B6EA88}"/>
                </a:ext>
              </a:extLst>
            </p:cNvPr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>
              <a:extLst>
                <a:ext uri="{FF2B5EF4-FFF2-40B4-BE49-F238E27FC236}">
                  <a16:creationId xmlns:a16="http://schemas.microsoft.com/office/drawing/2014/main" id="{F6000ABB-F4DE-9B16-1964-83E73A9D3256}"/>
                </a:ext>
              </a:extLst>
            </p:cNvPr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>
              <a:extLst>
                <a:ext uri="{FF2B5EF4-FFF2-40B4-BE49-F238E27FC236}">
                  <a16:creationId xmlns:a16="http://schemas.microsoft.com/office/drawing/2014/main" id="{D5836A61-B35C-9454-F49A-D31BD0A02B8D}"/>
                </a:ext>
              </a:extLst>
            </p:cNvPr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>
              <a:extLst>
                <a:ext uri="{FF2B5EF4-FFF2-40B4-BE49-F238E27FC236}">
                  <a16:creationId xmlns:a16="http://schemas.microsoft.com/office/drawing/2014/main" id="{C38AF62E-3C81-B5C6-F8E9-30C38BC776CC}"/>
                </a:ext>
              </a:extLst>
            </p:cNvPr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>
              <a:extLst>
                <a:ext uri="{FF2B5EF4-FFF2-40B4-BE49-F238E27FC236}">
                  <a16:creationId xmlns:a16="http://schemas.microsoft.com/office/drawing/2014/main" id="{345C336A-ABD3-6870-D8EB-10AB1EA2B6C5}"/>
                </a:ext>
              </a:extLst>
            </p:cNvPr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>
              <a:extLst>
                <a:ext uri="{FF2B5EF4-FFF2-40B4-BE49-F238E27FC236}">
                  <a16:creationId xmlns:a16="http://schemas.microsoft.com/office/drawing/2014/main" id="{90E4092C-8D92-BD70-7DCF-2B319B5CF96C}"/>
                </a:ext>
              </a:extLst>
            </p:cNvPr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>
              <a:extLst>
                <a:ext uri="{FF2B5EF4-FFF2-40B4-BE49-F238E27FC236}">
                  <a16:creationId xmlns:a16="http://schemas.microsoft.com/office/drawing/2014/main" id="{1C39ACBA-6A18-497E-C497-FF22747DF8BB}"/>
                </a:ext>
              </a:extLst>
            </p:cNvPr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>
              <a:extLst>
                <a:ext uri="{FF2B5EF4-FFF2-40B4-BE49-F238E27FC236}">
                  <a16:creationId xmlns:a16="http://schemas.microsoft.com/office/drawing/2014/main" id="{C2B26B9F-3B9D-947A-BDA1-C5F9FF086B69}"/>
                </a:ext>
              </a:extLst>
            </p:cNvPr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>
              <a:extLst>
                <a:ext uri="{FF2B5EF4-FFF2-40B4-BE49-F238E27FC236}">
                  <a16:creationId xmlns:a16="http://schemas.microsoft.com/office/drawing/2014/main" id="{EBF3C691-B630-84E1-1B81-A5355BCDA058}"/>
                </a:ext>
              </a:extLst>
            </p:cNvPr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>
              <a:extLst>
                <a:ext uri="{FF2B5EF4-FFF2-40B4-BE49-F238E27FC236}">
                  <a16:creationId xmlns:a16="http://schemas.microsoft.com/office/drawing/2014/main" id="{250AE870-C90A-24DF-2F6A-9851EE4F109C}"/>
                </a:ext>
              </a:extLst>
            </p:cNvPr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>
              <a:extLst>
                <a:ext uri="{FF2B5EF4-FFF2-40B4-BE49-F238E27FC236}">
                  <a16:creationId xmlns:a16="http://schemas.microsoft.com/office/drawing/2014/main" id="{4A5ED3C3-7EE9-F4BD-9AD3-1612BE509C1D}"/>
                </a:ext>
              </a:extLst>
            </p:cNvPr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>
              <a:extLst>
                <a:ext uri="{FF2B5EF4-FFF2-40B4-BE49-F238E27FC236}">
                  <a16:creationId xmlns:a16="http://schemas.microsoft.com/office/drawing/2014/main" id="{4A99D59B-D880-BAB4-E653-93BF6C5EE19C}"/>
                </a:ext>
              </a:extLst>
            </p:cNvPr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82977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0727B6E-9C45-CBED-4791-3DB7E66FCF7C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B9D55E-D8A8-335A-051B-31EE152345F0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ACCESO SEGURO A LA EMPRESA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5492322-246A-71D2-C103-0C07D2B9F12F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A60EF1B-C805-5FB8-4977-E880637D9439}"/>
              </a:ext>
            </a:extLst>
          </p:cNvPr>
          <p:cNvSpPr txBox="1"/>
          <p:nvPr/>
        </p:nvSpPr>
        <p:spPr>
          <a:xfrm>
            <a:off x="2223318" y="2271251"/>
            <a:ext cx="4564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Sora" panose="020B0604020202020204" charset="0"/>
                <a:cs typeface="Sora" panose="020B0604020202020204" charset="0"/>
              </a:rPr>
              <a:t>Ingrese la contraseña Empresarial dada por el administrador: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9" name="Rectángulo: esquinas redondeadas 8">
            <a:hlinkClick r:id="rId2" action="ppaction://hlinksldjump"/>
            <a:extLst>
              <a:ext uri="{FF2B5EF4-FFF2-40B4-BE49-F238E27FC236}">
                <a16:creationId xmlns:a16="http://schemas.microsoft.com/office/drawing/2014/main" id="{7027B484-DB26-C0A6-884D-D7ECACA54690}"/>
              </a:ext>
            </a:extLst>
          </p:cNvPr>
          <p:cNvSpPr/>
          <p:nvPr/>
        </p:nvSpPr>
        <p:spPr>
          <a:xfrm>
            <a:off x="5545394" y="3119284"/>
            <a:ext cx="1489586" cy="44210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Sora" panose="020B0604020202020204" charset="0"/>
                <a:cs typeface="Sora" panose="020B0604020202020204" charset="0"/>
              </a:rPr>
              <a:t>SIGUIENTE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B206548-DCCD-5922-C714-C3792CB0FE63}"/>
              </a:ext>
            </a:extLst>
          </p:cNvPr>
          <p:cNvSpPr/>
          <p:nvPr/>
        </p:nvSpPr>
        <p:spPr>
          <a:xfrm>
            <a:off x="2274939" y="2984531"/>
            <a:ext cx="2647336" cy="3558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B49EBD6-20F6-3222-2AAB-23512E31D57F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0310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30676-7FB6-2AC4-B9A3-A11DE59D0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6005C40-CB18-6083-6D3C-AD85E4C90426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6B7847E-E49B-1C5F-4A1F-40EBC87EDDC8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ACCESO SEGURO A LA EMPRESA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81BF890-ABF3-6B26-E311-68ACC4C1BD03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CF75A37-0F4D-A2A5-8658-1F3872C537E4}"/>
              </a:ext>
            </a:extLst>
          </p:cNvPr>
          <p:cNvSpPr txBox="1"/>
          <p:nvPr/>
        </p:nvSpPr>
        <p:spPr>
          <a:xfrm>
            <a:off x="2223318" y="2271251"/>
            <a:ext cx="4564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Sora" panose="020B0604020202020204" charset="0"/>
                <a:cs typeface="Sora" panose="020B0604020202020204" charset="0"/>
              </a:rPr>
              <a:t>Ingrese la contraseña Empresarial dada por el administrador: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9" name="Rectángulo: esquinas redondeadas 8">
            <a:hlinkClick r:id="rId2" action="ppaction://hlinksldjump"/>
            <a:extLst>
              <a:ext uri="{FF2B5EF4-FFF2-40B4-BE49-F238E27FC236}">
                <a16:creationId xmlns:a16="http://schemas.microsoft.com/office/drawing/2014/main" id="{200DD1A2-98F0-C6E6-9AC5-D78154CA77CA}"/>
              </a:ext>
            </a:extLst>
          </p:cNvPr>
          <p:cNvSpPr/>
          <p:nvPr/>
        </p:nvSpPr>
        <p:spPr>
          <a:xfrm>
            <a:off x="5545394" y="3119284"/>
            <a:ext cx="1489586" cy="44210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Sora" panose="020B0604020202020204" charset="0"/>
                <a:cs typeface="Sora" panose="020B0604020202020204" charset="0"/>
              </a:rPr>
              <a:t>SIGUIENTE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8FE534B-1EFF-BEDE-AC99-540E6C154D96}"/>
              </a:ext>
            </a:extLst>
          </p:cNvPr>
          <p:cNvSpPr/>
          <p:nvPr/>
        </p:nvSpPr>
        <p:spPr>
          <a:xfrm>
            <a:off x="2274939" y="2984531"/>
            <a:ext cx="2647336" cy="3558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AF31A77-048C-E6FA-E6B1-57AB88660290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4887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E9C40-3CFB-0E63-7BF2-142535011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63CA083D-3CEF-3B6B-BDBF-A28339E194CA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D5B3270-E1F3-3512-A5E4-F4F1A051CB78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ACCESO SEGURO A LA EMPRESA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2FB9DFE-298C-0DF3-80CB-3F5BC0B42C72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FE7FC76-263B-C11F-B33D-8F3613716C60}"/>
              </a:ext>
            </a:extLst>
          </p:cNvPr>
          <p:cNvSpPr txBox="1"/>
          <p:nvPr/>
        </p:nvSpPr>
        <p:spPr>
          <a:xfrm>
            <a:off x="2223318" y="2271251"/>
            <a:ext cx="4564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Sora" panose="020B0604020202020204" charset="0"/>
                <a:cs typeface="Sora" panose="020B0604020202020204" charset="0"/>
              </a:rPr>
              <a:t>Contraseña incorrecta. Te quedan 2 intentos.</a:t>
            </a:r>
            <a:endParaRPr lang="es-CO" b="1" dirty="0">
              <a:solidFill>
                <a:srgbClr val="C0000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9" name="Rectángulo: esquinas redondeadas 8">
            <a:hlinkClick r:id="rId2" action="ppaction://hlinksldjump"/>
            <a:extLst>
              <a:ext uri="{FF2B5EF4-FFF2-40B4-BE49-F238E27FC236}">
                <a16:creationId xmlns:a16="http://schemas.microsoft.com/office/drawing/2014/main" id="{D4905807-8E7A-3D9F-7383-D6414B3B4E97}"/>
              </a:ext>
            </a:extLst>
          </p:cNvPr>
          <p:cNvSpPr/>
          <p:nvPr/>
        </p:nvSpPr>
        <p:spPr>
          <a:xfrm>
            <a:off x="5545394" y="3119284"/>
            <a:ext cx="1489586" cy="44210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Sora" panose="020B0604020202020204" charset="0"/>
                <a:cs typeface="Sora" panose="020B0604020202020204" charset="0"/>
              </a:rPr>
              <a:t>SIGUIENTE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765E8D2-B0D1-59E3-BA8B-A5D608F2DABD}"/>
              </a:ext>
            </a:extLst>
          </p:cNvPr>
          <p:cNvSpPr/>
          <p:nvPr/>
        </p:nvSpPr>
        <p:spPr>
          <a:xfrm>
            <a:off x="2274939" y="2984531"/>
            <a:ext cx="2647336" cy="3558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4406F9-49D3-9A70-F572-9B1A1B842C69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3083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EA24-FDD3-343B-8A4C-4BFD1CD0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A4396C6-6D46-FB76-95E4-6C7DE8A50432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C4650B3-CDB9-7A5D-D504-E60CEF8BE71A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ACCESO SEGURO A LA EMPRESA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4D1DA3D-C3A4-959F-DB55-FD9C35F3BC0A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0DD8B3B-D1B7-1516-D464-56D20F428475}"/>
              </a:ext>
            </a:extLst>
          </p:cNvPr>
          <p:cNvSpPr txBox="1"/>
          <p:nvPr/>
        </p:nvSpPr>
        <p:spPr>
          <a:xfrm>
            <a:off x="2223318" y="2271251"/>
            <a:ext cx="4564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Sora" panose="020B0604020202020204" charset="0"/>
                <a:cs typeface="Sora" panose="020B0604020202020204" charset="0"/>
              </a:rPr>
              <a:t>Contraseña incorrecta. Te quedan 1 intentos.</a:t>
            </a:r>
            <a:endParaRPr lang="es-CO" b="1" dirty="0">
              <a:solidFill>
                <a:srgbClr val="C0000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9" name="Rectángulo: esquinas redondeadas 8">
            <a:hlinkClick r:id="rId2" action="ppaction://hlinksldjump"/>
            <a:extLst>
              <a:ext uri="{FF2B5EF4-FFF2-40B4-BE49-F238E27FC236}">
                <a16:creationId xmlns:a16="http://schemas.microsoft.com/office/drawing/2014/main" id="{4586890F-7F55-B09E-48A9-2F33CE30B776}"/>
              </a:ext>
            </a:extLst>
          </p:cNvPr>
          <p:cNvSpPr/>
          <p:nvPr/>
        </p:nvSpPr>
        <p:spPr>
          <a:xfrm>
            <a:off x="5545394" y="3119284"/>
            <a:ext cx="1489586" cy="44210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Sora" panose="020B0604020202020204" charset="0"/>
                <a:cs typeface="Sora" panose="020B0604020202020204" charset="0"/>
              </a:rPr>
              <a:t>SIGUIENTE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F9DBBF0-5E0F-1950-1360-64239F267AF7}"/>
              </a:ext>
            </a:extLst>
          </p:cNvPr>
          <p:cNvSpPr/>
          <p:nvPr/>
        </p:nvSpPr>
        <p:spPr>
          <a:xfrm>
            <a:off x="2274939" y="2984531"/>
            <a:ext cx="2647336" cy="3558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0FCD81D-224D-A5DD-F126-CB5D68A6FE19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2556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9D1C-910A-234D-8D40-1519CADE8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C6E518D-CA4A-076D-EC28-9BD7F012D4EB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3B52E1D-8D69-491F-763B-C398E9D84FDB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ACCESO SEGURO A LA EMPRESA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C66C3C2-97D5-1861-C9D8-AF26D121F16C}"/>
              </a:ext>
            </a:extLst>
          </p:cNvPr>
          <p:cNvSpPr/>
          <p:nvPr/>
        </p:nvSpPr>
        <p:spPr>
          <a:xfrm>
            <a:off x="1976283" y="2158968"/>
            <a:ext cx="5058697" cy="5322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9E46795-F63C-D9D7-9407-2B658BAD9723}"/>
              </a:ext>
            </a:extLst>
          </p:cNvPr>
          <p:cNvSpPr txBox="1"/>
          <p:nvPr/>
        </p:nvSpPr>
        <p:spPr>
          <a:xfrm>
            <a:off x="2223318" y="2271251"/>
            <a:ext cx="4564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Sora" panose="020B0604020202020204" charset="0"/>
                <a:cs typeface="Sora" panose="020B0604020202020204" charset="0"/>
              </a:rPr>
              <a:t>Contraseña incorrecta. Te quedan 0 intentos.</a:t>
            </a:r>
            <a:endParaRPr lang="es-CO" b="1" dirty="0">
              <a:solidFill>
                <a:srgbClr val="C0000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F01A685-C4BE-2286-39DF-5F1567EFB75A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3238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6A3EC-4FBE-6F8C-6F20-2BB9A6568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61F213B-167F-AFC0-777D-8937C99AA1E9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7D4C7DC-2E74-A30A-196F-301CD30940DD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ACCESO SEGURO A LA EMPRESA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68752BC-EE66-1375-808A-A809D5C407E9}"/>
              </a:ext>
            </a:extLst>
          </p:cNvPr>
          <p:cNvSpPr/>
          <p:nvPr/>
        </p:nvSpPr>
        <p:spPr>
          <a:xfrm>
            <a:off x="1976281" y="2188814"/>
            <a:ext cx="5058697" cy="5322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34BB92-B477-B680-14EB-66ADF52D9B4A}"/>
              </a:ext>
            </a:extLst>
          </p:cNvPr>
          <p:cNvSpPr txBox="1"/>
          <p:nvPr/>
        </p:nvSpPr>
        <p:spPr>
          <a:xfrm>
            <a:off x="2223315" y="2313779"/>
            <a:ext cx="4564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Sora" panose="020B0604020202020204" charset="0"/>
                <a:cs typeface="Sora" panose="020B0604020202020204" charset="0"/>
              </a:rPr>
              <a:t>Has agotado todos los intentos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4547211-7B8B-B1AE-3D3D-D8584CF36BCC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FB34BDB-CB84-7B2A-38D0-D371EFEC885F}"/>
              </a:ext>
            </a:extLst>
          </p:cNvPr>
          <p:cNvSpPr txBox="1"/>
          <p:nvPr/>
        </p:nvSpPr>
        <p:spPr>
          <a:xfrm>
            <a:off x="3012357" y="2675921"/>
            <a:ext cx="3067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C00000"/>
                </a:solidFill>
                <a:latin typeface="Sora" panose="020B0604020202020204" charset="0"/>
                <a:cs typeface="Sora" panose="020B0604020202020204" charset="0"/>
              </a:rPr>
              <a:t>Acceso denegado</a:t>
            </a:r>
            <a:endParaRPr lang="es-CO" sz="240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7CF5A5F-BD20-3FDB-8963-7DB21E8D7577}"/>
              </a:ext>
            </a:extLst>
          </p:cNvPr>
          <p:cNvSpPr/>
          <p:nvPr/>
        </p:nvSpPr>
        <p:spPr>
          <a:xfrm>
            <a:off x="1976280" y="3137586"/>
            <a:ext cx="5058697" cy="5322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>
                <a:solidFill>
                  <a:srgbClr val="C00000"/>
                </a:solidFill>
                <a:latin typeface="Sora" panose="020B0604020202020204" charset="0"/>
                <a:cs typeface="Sora" panose="020B0604020202020204" charset="0"/>
              </a:rPr>
              <a:t>       Consulta al administrador.</a:t>
            </a:r>
          </a:p>
        </p:txBody>
      </p:sp>
      <p:sp>
        <p:nvSpPr>
          <p:cNvPr id="9" name="Diagrama de flujo: conector 8">
            <a:hlinkClick r:id="rId2" action="ppaction://hlinksldjump"/>
            <a:extLst>
              <a:ext uri="{FF2B5EF4-FFF2-40B4-BE49-F238E27FC236}">
                <a16:creationId xmlns:a16="http://schemas.microsoft.com/office/drawing/2014/main" id="{59B887AE-5085-F060-7E37-7C136E7B8E61}"/>
              </a:ext>
            </a:extLst>
          </p:cNvPr>
          <p:cNvSpPr/>
          <p:nvPr/>
        </p:nvSpPr>
        <p:spPr>
          <a:xfrm>
            <a:off x="8192729" y="4151671"/>
            <a:ext cx="1732935" cy="148221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412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301FC-0CE9-B677-5C12-85698912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C9349D2-7722-7648-C2BC-3C4773D53A4D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0C95DF1-8BBF-C52D-AA02-CF3AF17374D8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ACCESO SEGURO A LA EMPRESA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2B72C7B-8FDF-3EA6-1229-2B8946534C67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E2E0548-FFF8-1710-4527-4225A61D4482}"/>
              </a:ext>
            </a:extLst>
          </p:cNvPr>
          <p:cNvSpPr txBox="1"/>
          <p:nvPr/>
        </p:nvSpPr>
        <p:spPr>
          <a:xfrm>
            <a:off x="2263877" y="2211046"/>
            <a:ext cx="4564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rgbClr val="00B050"/>
                </a:solidFill>
                <a:latin typeface="Sora" panose="020B0604020202020204" charset="0"/>
                <a:cs typeface="Sora" panose="020B0604020202020204" charset="0"/>
              </a:rPr>
              <a:t>Contraseña correcta.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6270BCF-2499-5EB1-E85F-5EAC34D00C94}"/>
              </a:ext>
            </a:extLst>
          </p:cNvPr>
          <p:cNvSpPr/>
          <p:nvPr/>
        </p:nvSpPr>
        <p:spPr>
          <a:xfrm>
            <a:off x="5545394" y="3119284"/>
            <a:ext cx="1489586" cy="44210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Sora" panose="020B0604020202020204" charset="0"/>
                <a:cs typeface="Sora" panose="020B0604020202020204" charset="0"/>
              </a:rPr>
              <a:t>SIGUIENTE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DBE2D62-F93C-98B1-B6B4-858F78C36CCC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C2779C-5777-F868-0327-04F5629D0D4D}"/>
              </a:ext>
            </a:extLst>
          </p:cNvPr>
          <p:cNvSpPr txBox="1"/>
          <p:nvPr/>
        </p:nvSpPr>
        <p:spPr>
          <a:xfrm>
            <a:off x="2263877" y="2546764"/>
            <a:ext cx="2735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rgbClr val="00B050"/>
                </a:solidFill>
                <a:latin typeface="Sora" panose="020B0604020202020204" charset="0"/>
                <a:cs typeface="Sora" panose="020B0604020202020204" charset="0"/>
              </a:rPr>
              <a:t>Acceso concedido.</a:t>
            </a:r>
            <a:endParaRPr lang="es-CO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461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98879-DEF6-AC95-3527-AE1C0323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BC248620-D437-B540-3A14-3390ABA54805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E183182-3994-29DA-44D6-8D460A7F3197}"/>
              </a:ext>
            </a:extLst>
          </p:cNvPr>
          <p:cNvSpPr txBox="1"/>
          <p:nvPr/>
        </p:nvSpPr>
        <p:spPr>
          <a:xfrm>
            <a:off x="2415048" y="1430921"/>
            <a:ext cx="4313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MENU DE REGISTRO DE ASISTENCIA Y PUNTUALIDAD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13B7CB7-6EA7-B0E1-C410-53586C8D24A0}"/>
              </a:ext>
            </a:extLst>
          </p:cNvPr>
          <p:cNvSpPr/>
          <p:nvPr/>
        </p:nvSpPr>
        <p:spPr>
          <a:xfrm>
            <a:off x="-11061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87F7A0A-85CD-4EB1-1ECB-1E52B921694F}"/>
              </a:ext>
            </a:extLst>
          </p:cNvPr>
          <p:cNvGrpSpPr/>
          <p:nvPr/>
        </p:nvGrpSpPr>
        <p:grpSpPr>
          <a:xfrm>
            <a:off x="589360" y="2043770"/>
            <a:ext cx="664795" cy="677778"/>
            <a:chOff x="589360" y="2043770"/>
            <a:chExt cx="664795" cy="677778"/>
          </a:xfrm>
        </p:grpSpPr>
        <p:sp>
          <p:nvSpPr>
            <p:cNvPr id="43" name="Diagrama de flujo: conector 42">
              <a:hlinkClick r:id="rId2" action="ppaction://hlinksldjump"/>
              <a:extLst>
                <a:ext uri="{FF2B5EF4-FFF2-40B4-BE49-F238E27FC236}">
                  <a16:creationId xmlns:a16="http://schemas.microsoft.com/office/drawing/2014/main" id="{B88CC73E-09CD-6A6F-0C61-5BDEDF6485AE}"/>
                </a:ext>
              </a:extLst>
            </p:cNvPr>
            <p:cNvSpPr/>
            <p:nvPr/>
          </p:nvSpPr>
          <p:spPr>
            <a:xfrm>
              <a:off x="589360" y="2043770"/>
              <a:ext cx="664795" cy="677778"/>
            </a:xfrm>
            <a:prstGeom prst="flowChartConnector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001">
              <a:schemeClr val="dk2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3" name="Google Shape;10187;p58">
              <a:extLst>
                <a:ext uri="{FF2B5EF4-FFF2-40B4-BE49-F238E27FC236}">
                  <a16:creationId xmlns:a16="http://schemas.microsoft.com/office/drawing/2014/main" id="{8CDEAFBE-0A6F-864B-F6B6-73613317061A}"/>
                </a:ext>
              </a:extLst>
            </p:cNvPr>
            <p:cNvGrpSpPr/>
            <p:nvPr/>
          </p:nvGrpSpPr>
          <p:grpSpPr>
            <a:xfrm>
              <a:off x="684085" y="2137125"/>
              <a:ext cx="486696" cy="434625"/>
              <a:chOff x="5302988" y="3389839"/>
              <a:chExt cx="394609" cy="286523"/>
            </a:xfrm>
          </p:grpSpPr>
          <p:sp>
            <p:nvSpPr>
              <p:cNvPr id="4" name="Google Shape;10188;p58">
                <a:extLst>
                  <a:ext uri="{FF2B5EF4-FFF2-40B4-BE49-F238E27FC236}">
                    <a16:creationId xmlns:a16="http://schemas.microsoft.com/office/drawing/2014/main" id="{1FDABB41-9261-C7D0-6C06-9253F77FD1C0}"/>
                  </a:ext>
                </a:extLst>
              </p:cNvPr>
              <p:cNvSpPr/>
              <p:nvPr/>
            </p:nvSpPr>
            <p:spPr>
              <a:xfrm>
                <a:off x="5589485" y="3491859"/>
                <a:ext cx="31696" cy="69904"/>
              </a:xfrm>
              <a:custGeom>
                <a:avLst/>
                <a:gdLst/>
                <a:ahLst/>
                <a:cxnLst/>
                <a:rect l="l" t="t" r="r" b="b"/>
                <a:pathLst>
                  <a:path w="1207" h="2662" extrusionOk="0">
                    <a:moveTo>
                      <a:pt x="728" y="1"/>
                    </a:moveTo>
                    <a:cubicBezTo>
                      <a:pt x="326" y="1"/>
                      <a:pt x="1" y="326"/>
                      <a:pt x="1" y="728"/>
                    </a:cubicBezTo>
                    <a:lnTo>
                      <a:pt x="1" y="891"/>
                    </a:lnTo>
                    <a:cubicBezTo>
                      <a:pt x="1" y="1101"/>
                      <a:pt x="30" y="1312"/>
                      <a:pt x="97" y="1503"/>
                    </a:cubicBezTo>
                    <a:lnTo>
                      <a:pt x="479" y="2661"/>
                    </a:lnTo>
                    <a:lnTo>
                      <a:pt x="1207" y="2661"/>
                    </a:lnTo>
                    <a:lnTo>
                      <a:pt x="1207" y="1"/>
                    </a:lnTo>
                    <a:close/>
                  </a:path>
                </a:pathLst>
              </a:custGeom>
              <a:solidFill>
                <a:srgbClr val="3E1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0189;p58">
                <a:extLst>
                  <a:ext uri="{FF2B5EF4-FFF2-40B4-BE49-F238E27FC236}">
                    <a16:creationId xmlns:a16="http://schemas.microsoft.com/office/drawing/2014/main" id="{9BD0ECA9-436C-F3DB-B6C6-A286D4A96A52}"/>
                  </a:ext>
                </a:extLst>
              </p:cNvPr>
              <p:cNvSpPr/>
              <p:nvPr/>
            </p:nvSpPr>
            <p:spPr>
              <a:xfrm>
                <a:off x="5602063" y="3485583"/>
                <a:ext cx="76417" cy="76180"/>
              </a:xfrm>
              <a:custGeom>
                <a:avLst/>
                <a:gdLst/>
                <a:ahLst/>
                <a:cxnLst/>
                <a:rect l="l" t="t" r="r" b="b"/>
                <a:pathLst>
                  <a:path w="2910" h="2901" extrusionOk="0">
                    <a:moveTo>
                      <a:pt x="728" y="1"/>
                    </a:moveTo>
                    <a:cubicBezTo>
                      <a:pt x="326" y="1"/>
                      <a:pt x="0" y="326"/>
                      <a:pt x="0" y="728"/>
                    </a:cubicBezTo>
                    <a:cubicBezTo>
                      <a:pt x="0" y="986"/>
                      <a:pt x="220" y="1206"/>
                      <a:pt x="488" y="1206"/>
                    </a:cubicBezTo>
                    <a:lnTo>
                      <a:pt x="2422" y="2900"/>
                    </a:lnTo>
                    <a:lnTo>
                      <a:pt x="2833" y="1465"/>
                    </a:lnTo>
                    <a:cubicBezTo>
                      <a:pt x="2881" y="1293"/>
                      <a:pt x="2910" y="1120"/>
                      <a:pt x="2910" y="938"/>
                    </a:cubicBezTo>
                    <a:lnTo>
                      <a:pt x="2910" y="479"/>
                    </a:lnTo>
                    <a:cubicBezTo>
                      <a:pt x="2910" y="211"/>
                      <a:pt x="2690" y="1"/>
                      <a:pt x="2431" y="1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" name="Google Shape;10190;p58">
                <a:extLst>
                  <a:ext uri="{FF2B5EF4-FFF2-40B4-BE49-F238E27FC236}">
                    <a16:creationId xmlns:a16="http://schemas.microsoft.com/office/drawing/2014/main" id="{9434CE51-369E-A80F-DB0F-022341F0FF4F}"/>
                  </a:ext>
                </a:extLst>
              </p:cNvPr>
              <p:cNvSpPr/>
              <p:nvPr/>
            </p:nvSpPr>
            <p:spPr>
              <a:xfrm>
                <a:off x="5614878" y="3580828"/>
                <a:ext cx="38235" cy="28177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1073" extrusionOk="0">
                    <a:moveTo>
                      <a:pt x="0" y="1"/>
                    </a:moveTo>
                    <a:lnTo>
                      <a:pt x="0" y="1073"/>
                    </a:lnTo>
                    <a:lnTo>
                      <a:pt x="1455" y="1073"/>
                    </a:lnTo>
                    <a:lnTo>
                      <a:pt x="1455" y="1"/>
                    </a:lnTo>
                    <a:close/>
                  </a:path>
                </a:pathLst>
              </a:custGeom>
              <a:solidFill>
                <a:srgbClr val="FFCC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0191;p58">
                <a:extLst>
                  <a:ext uri="{FF2B5EF4-FFF2-40B4-BE49-F238E27FC236}">
                    <a16:creationId xmlns:a16="http://schemas.microsoft.com/office/drawing/2014/main" id="{6D426B55-ECAF-F791-81EF-84DFC5986495}"/>
                  </a:ext>
                </a:extLst>
              </p:cNvPr>
              <p:cNvSpPr/>
              <p:nvPr/>
            </p:nvSpPr>
            <p:spPr>
              <a:xfrm>
                <a:off x="5614878" y="3580828"/>
                <a:ext cx="38235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595" extrusionOk="0">
                    <a:moveTo>
                      <a:pt x="0" y="1"/>
                    </a:moveTo>
                    <a:lnTo>
                      <a:pt x="0" y="451"/>
                    </a:lnTo>
                    <a:cubicBezTo>
                      <a:pt x="235" y="546"/>
                      <a:pt x="481" y="594"/>
                      <a:pt x="728" y="594"/>
                    </a:cubicBezTo>
                    <a:cubicBezTo>
                      <a:pt x="974" y="594"/>
                      <a:pt x="1221" y="546"/>
                      <a:pt x="1455" y="451"/>
                    </a:cubicBezTo>
                    <a:lnTo>
                      <a:pt x="1455" y="1"/>
                    </a:lnTo>
                    <a:close/>
                  </a:path>
                </a:pathLst>
              </a:custGeom>
              <a:solidFill>
                <a:srgbClr val="FFA5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0192;p58">
                <a:extLst>
                  <a:ext uri="{FF2B5EF4-FFF2-40B4-BE49-F238E27FC236}">
                    <a16:creationId xmlns:a16="http://schemas.microsoft.com/office/drawing/2014/main" id="{F2738036-FFDD-AA58-46BA-99C2BE4F33C3}"/>
                  </a:ext>
                </a:extLst>
              </p:cNvPr>
              <p:cNvSpPr/>
              <p:nvPr/>
            </p:nvSpPr>
            <p:spPr>
              <a:xfrm>
                <a:off x="5570394" y="3596426"/>
                <a:ext cx="126941" cy="79935"/>
              </a:xfrm>
              <a:custGeom>
                <a:avLst/>
                <a:gdLst/>
                <a:ahLst/>
                <a:cxnLst/>
                <a:rect l="l" t="t" r="r" b="b"/>
                <a:pathLst>
                  <a:path w="4834" h="3044" extrusionOk="0">
                    <a:moveTo>
                      <a:pt x="1694" y="0"/>
                    </a:moveTo>
                    <a:lnTo>
                      <a:pt x="527" y="335"/>
                    </a:lnTo>
                    <a:cubicBezTo>
                      <a:pt x="211" y="421"/>
                      <a:pt x="1" y="708"/>
                      <a:pt x="1" y="1034"/>
                    </a:cubicBezTo>
                    <a:lnTo>
                      <a:pt x="1" y="2804"/>
                    </a:lnTo>
                    <a:cubicBezTo>
                      <a:pt x="1" y="2938"/>
                      <a:pt x="106" y="3043"/>
                      <a:pt x="240" y="3043"/>
                    </a:cubicBezTo>
                    <a:lnTo>
                      <a:pt x="4594" y="3043"/>
                    </a:lnTo>
                    <a:cubicBezTo>
                      <a:pt x="4728" y="3043"/>
                      <a:pt x="4834" y="2938"/>
                      <a:pt x="4834" y="2804"/>
                    </a:cubicBezTo>
                    <a:lnTo>
                      <a:pt x="4834" y="1034"/>
                    </a:lnTo>
                    <a:cubicBezTo>
                      <a:pt x="4834" y="708"/>
                      <a:pt x="4623" y="421"/>
                      <a:pt x="4317" y="335"/>
                    </a:cubicBezTo>
                    <a:lnTo>
                      <a:pt x="3149" y="0"/>
                    </a:lnTo>
                    <a:lnTo>
                      <a:pt x="2422" y="479"/>
                    </a:lnTo>
                    <a:lnTo>
                      <a:pt x="169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" name="Google Shape;10193;p58">
                <a:extLst>
                  <a:ext uri="{FF2B5EF4-FFF2-40B4-BE49-F238E27FC236}">
                    <a16:creationId xmlns:a16="http://schemas.microsoft.com/office/drawing/2014/main" id="{37842E06-97DB-40E1-F198-84B2CB15AFFB}"/>
                  </a:ext>
                </a:extLst>
              </p:cNvPr>
              <p:cNvSpPr/>
              <p:nvPr/>
            </p:nvSpPr>
            <p:spPr>
              <a:xfrm>
                <a:off x="5627693" y="3608979"/>
                <a:ext cx="12605" cy="67383"/>
              </a:xfrm>
              <a:custGeom>
                <a:avLst/>
                <a:gdLst/>
                <a:ahLst/>
                <a:cxnLst/>
                <a:rect l="l" t="t" r="r" b="b"/>
                <a:pathLst>
                  <a:path w="480" h="2566" extrusionOk="0">
                    <a:moveTo>
                      <a:pt x="115" y="1"/>
                    </a:moveTo>
                    <a:lnTo>
                      <a:pt x="1" y="2565"/>
                    </a:lnTo>
                    <a:lnTo>
                      <a:pt x="479" y="2565"/>
                    </a:lnTo>
                    <a:lnTo>
                      <a:pt x="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0194;p58">
                <a:extLst>
                  <a:ext uri="{FF2B5EF4-FFF2-40B4-BE49-F238E27FC236}">
                    <a16:creationId xmlns:a16="http://schemas.microsoft.com/office/drawing/2014/main" id="{9182CC9A-49ED-E8F6-9790-F73549FED20E}"/>
                  </a:ext>
                </a:extLst>
              </p:cNvPr>
              <p:cNvSpPr/>
              <p:nvPr/>
            </p:nvSpPr>
            <p:spPr>
              <a:xfrm>
                <a:off x="5595787" y="3517462"/>
                <a:ext cx="76417" cy="69930"/>
              </a:xfrm>
              <a:custGeom>
                <a:avLst/>
                <a:gdLst/>
                <a:ahLst/>
                <a:cxnLst/>
                <a:rect l="l" t="t" r="r" b="b"/>
                <a:pathLst>
                  <a:path w="2910" h="2663" extrusionOk="0">
                    <a:moveTo>
                      <a:pt x="909" y="1"/>
                    </a:moveTo>
                    <a:cubicBezTo>
                      <a:pt x="785" y="1"/>
                      <a:pt x="664" y="57"/>
                      <a:pt x="584" y="146"/>
                    </a:cubicBezTo>
                    <a:lnTo>
                      <a:pt x="144" y="576"/>
                    </a:lnTo>
                    <a:cubicBezTo>
                      <a:pt x="48" y="672"/>
                      <a:pt x="0" y="796"/>
                      <a:pt x="0" y="921"/>
                    </a:cubicBezTo>
                    <a:lnTo>
                      <a:pt x="0" y="1208"/>
                    </a:lnTo>
                    <a:cubicBezTo>
                      <a:pt x="0" y="2012"/>
                      <a:pt x="651" y="2663"/>
                      <a:pt x="1455" y="2663"/>
                    </a:cubicBezTo>
                    <a:cubicBezTo>
                      <a:pt x="2259" y="2663"/>
                      <a:pt x="2909" y="2012"/>
                      <a:pt x="2909" y="1208"/>
                    </a:cubicBezTo>
                    <a:lnTo>
                      <a:pt x="2909" y="902"/>
                    </a:lnTo>
                    <a:cubicBezTo>
                      <a:pt x="2909" y="768"/>
                      <a:pt x="2862" y="643"/>
                      <a:pt x="2766" y="557"/>
                    </a:cubicBezTo>
                    <a:cubicBezTo>
                      <a:pt x="2393" y="193"/>
                      <a:pt x="1704" y="21"/>
                      <a:pt x="938" y="2"/>
                    </a:cubicBezTo>
                    <a:cubicBezTo>
                      <a:pt x="928" y="1"/>
                      <a:pt x="919" y="1"/>
                      <a:pt x="909" y="1"/>
                    </a:cubicBezTo>
                    <a:close/>
                  </a:path>
                </a:pathLst>
              </a:custGeom>
              <a:solidFill>
                <a:srgbClr val="FFCC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0195;p58">
                <a:extLst>
                  <a:ext uri="{FF2B5EF4-FFF2-40B4-BE49-F238E27FC236}">
                    <a16:creationId xmlns:a16="http://schemas.microsoft.com/office/drawing/2014/main" id="{E7A882F1-7A5A-E828-A78B-843666CA6676}"/>
                  </a:ext>
                </a:extLst>
              </p:cNvPr>
              <p:cNvSpPr/>
              <p:nvPr/>
            </p:nvSpPr>
            <p:spPr>
              <a:xfrm>
                <a:off x="5595787" y="3517515"/>
                <a:ext cx="76154" cy="68381"/>
              </a:xfrm>
              <a:custGeom>
                <a:avLst/>
                <a:gdLst/>
                <a:ahLst/>
                <a:cxnLst/>
                <a:rect l="l" t="t" r="r" b="b"/>
                <a:pathLst>
                  <a:path w="2900" h="2604" extrusionOk="0">
                    <a:moveTo>
                      <a:pt x="928" y="0"/>
                    </a:moveTo>
                    <a:cubicBezTo>
                      <a:pt x="804" y="0"/>
                      <a:pt x="670" y="48"/>
                      <a:pt x="584" y="144"/>
                    </a:cubicBezTo>
                    <a:lnTo>
                      <a:pt x="144" y="584"/>
                    </a:lnTo>
                    <a:cubicBezTo>
                      <a:pt x="48" y="670"/>
                      <a:pt x="0" y="794"/>
                      <a:pt x="0" y="919"/>
                    </a:cubicBezTo>
                    <a:lnTo>
                      <a:pt x="0" y="1206"/>
                    </a:lnTo>
                    <a:cubicBezTo>
                      <a:pt x="0" y="1857"/>
                      <a:pt x="431" y="2421"/>
                      <a:pt x="1053" y="2603"/>
                    </a:cubicBezTo>
                    <a:cubicBezTo>
                      <a:pt x="842" y="2345"/>
                      <a:pt x="727" y="2019"/>
                      <a:pt x="727" y="1694"/>
                    </a:cubicBezTo>
                    <a:lnTo>
                      <a:pt x="727" y="986"/>
                    </a:lnTo>
                    <a:lnTo>
                      <a:pt x="727" y="976"/>
                    </a:lnTo>
                    <a:cubicBezTo>
                      <a:pt x="727" y="710"/>
                      <a:pt x="939" y="496"/>
                      <a:pt x="1210" y="496"/>
                    </a:cubicBezTo>
                    <a:cubicBezTo>
                      <a:pt x="1221" y="496"/>
                      <a:pt x="1233" y="497"/>
                      <a:pt x="1244" y="498"/>
                    </a:cubicBezTo>
                    <a:cubicBezTo>
                      <a:pt x="1732" y="526"/>
                      <a:pt x="2460" y="612"/>
                      <a:pt x="2900" y="823"/>
                    </a:cubicBezTo>
                    <a:cubicBezTo>
                      <a:pt x="2890" y="727"/>
                      <a:pt x="2842" y="632"/>
                      <a:pt x="2766" y="555"/>
                    </a:cubicBezTo>
                    <a:cubicBezTo>
                      <a:pt x="2393" y="191"/>
                      <a:pt x="1704" y="19"/>
                      <a:pt x="928" y="0"/>
                    </a:cubicBezTo>
                    <a:close/>
                  </a:path>
                </a:pathLst>
              </a:custGeom>
              <a:solidFill>
                <a:srgbClr val="FFA5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" name="Google Shape;10196;p58">
                <a:extLst>
                  <a:ext uri="{FF2B5EF4-FFF2-40B4-BE49-F238E27FC236}">
                    <a16:creationId xmlns:a16="http://schemas.microsoft.com/office/drawing/2014/main" id="{025C26DC-0A64-26D0-F5A7-93947DC3DCFD}"/>
                  </a:ext>
                </a:extLst>
              </p:cNvPr>
              <p:cNvSpPr/>
              <p:nvPr/>
            </p:nvSpPr>
            <p:spPr>
              <a:xfrm>
                <a:off x="5672177" y="3612497"/>
                <a:ext cx="25420" cy="63864"/>
              </a:xfrm>
              <a:custGeom>
                <a:avLst/>
                <a:gdLst/>
                <a:ahLst/>
                <a:cxnLst/>
                <a:rect l="l" t="t" r="r" b="b"/>
                <a:pathLst>
                  <a:path w="968" h="2432" extrusionOk="0">
                    <a:moveTo>
                      <a:pt x="833" y="1"/>
                    </a:moveTo>
                    <a:lnTo>
                      <a:pt x="211" y="623"/>
                    </a:lnTo>
                    <a:cubicBezTo>
                      <a:pt x="77" y="766"/>
                      <a:pt x="0" y="948"/>
                      <a:pt x="0" y="1139"/>
                    </a:cubicBezTo>
                    <a:lnTo>
                      <a:pt x="0" y="2431"/>
                    </a:lnTo>
                    <a:lnTo>
                      <a:pt x="728" y="2431"/>
                    </a:lnTo>
                    <a:cubicBezTo>
                      <a:pt x="862" y="2431"/>
                      <a:pt x="967" y="2326"/>
                      <a:pt x="967" y="2192"/>
                    </a:cubicBezTo>
                    <a:lnTo>
                      <a:pt x="967" y="422"/>
                    </a:lnTo>
                    <a:cubicBezTo>
                      <a:pt x="967" y="269"/>
                      <a:pt x="919" y="125"/>
                      <a:pt x="833" y="1"/>
                    </a:cubicBez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0197;p58">
                <a:extLst>
                  <a:ext uri="{FF2B5EF4-FFF2-40B4-BE49-F238E27FC236}">
                    <a16:creationId xmlns:a16="http://schemas.microsoft.com/office/drawing/2014/main" id="{3F342B56-3552-70FA-3C0B-95F69F6C45AB}"/>
                  </a:ext>
                </a:extLst>
              </p:cNvPr>
              <p:cNvSpPr/>
              <p:nvPr/>
            </p:nvSpPr>
            <p:spPr>
              <a:xfrm>
                <a:off x="5627955" y="3609241"/>
                <a:ext cx="12579" cy="12579"/>
              </a:xfrm>
              <a:custGeom>
                <a:avLst/>
                <a:gdLst/>
                <a:ahLst/>
                <a:cxnLst/>
                <a:rect l="l" t="t" r="r" b="b"/>
                <a:pathLst>
                  <a:path w="479" h="479" extrusionOk="0">
                    <a:moveTo>
                      <a:pt x="0" y="0"/>
                    </a:moveTo>
                    <a:lnTo>
                      <a:pt x="0" y="364"/>
                    </a:lnTo>
                    <a:cubicBezTo>
                      <a:pt x="0" y="421"/>
                      <a:pt x="48" y="479"/>
                      <a:pt x="115" y="479"/>
                    </a:cubicBezTo>
                    <a:lnTo>
                      <a:pt x="354" y="479"/>
                    </a:lnTo>
                    <a:cubicBezTo>
                      <a:pt x="421" y="479"/>
                      <a:pt x="479" y="421"/>
                      <a:pt x="479" y="364"/>
                    </a:cubicBezTo>
                    <a:lnTo>
                      <a:pt x="479" y="0"/>
                    </a:lnTo>
                    <a:close/>
                  </a:path>
                </a:pathLst>
              </a:custGeom>
              <a:solidFill>
                <a:srgbClr val="909FA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0198;p58">
                <a:extLst>
                  <a:ext uri="{FF2B5EF4-FFF2-40B4-BE49-F238E27FC236}">
                    <a16:creationId xmlns:a16="http://schemas.microsoft.com/office/drawing/2014/main" id="{9477917F-57D3-ECB1-7EC0-E7F8BBA2771E}"/>
                  </a:ext>
                </a:extLst>
              </p:cNvPr>
              <p:cNvSpPr/>
              <p:nvPr/>
            </p:nvSpPr>
            <p:spPr>
              <a:xfrm>
                <a:off x="5607840" y="3591279"/>
                <a:ext cx="26155" cy="26706"/>
              </a:xfrm>
              <a:custGeom>
                <a:avLst/>
                <a:gdLst/>
                <a:ahLst/>
                <a:cxnLst/>
                <a:rect l="l" t="t" r="r" b="b"/>
                <a:pathLst>
                  <a:path w="996" h="1017" extrusionOk="0">
                    <a:moveTo>
                      <a:pt x="231" y="0"/>
                    </a:moveTo>
                    <a:cubicBezTo>
                      <a:pt x="200" y="0"/>
                      <a:pt x="170" y="15"/>
                      <a:pt x="154" y="43"/>
                    </a:cubicBezTo>
                    <a:lnTo>
                      <a:pt x="0" y="273"/>
                    </a:lnTo>
                    <a:lnTo>
                      <a:pt x="374" y="943"/>
                    </a:lnTo>
                    <a:cubicBezTo>
                      <a:pt x="398" y="991"/>
                      <a:pt x="449" y="1016"/>
                      <a:pt x="500" y="1016"/>
                    </a:cubicBezTo>
                    <a:cubicBezTo>
                      <a:pt x="530" y="1016"/>
                      <a:pt x="560" y="1008"/>
                      <a:pt x="584" y="990"/>
                    </a:cubicBezTo>
                    <a:lnTo>
                      <a:pt x="996" y="675"/>
                    </a:lnTo>
                    <a:lnTo>
                      <a:pt x="297" y="24"/>
                    </a:lnTo>
                    <a:cubicBezTo>
                      <a:pt x="277" y="8"/>
                      <a:pt x="254" y="0"/>
                      <a:pt x="231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0199;p58">
                <a:extLst>
                  <a:ext uri="{FF2B5EF4-FFF2-40B4-BE49-F238E27FC236}">
                    <a16:creationId xmlns:a16="http://schemas.microsoft.com/office/drawing/2014/main" id="{F79556B8-3FE6-99AF-CE48-04821E74BB34}"/>
                  </a:ext>
                </a:extLst>
              </p:cNvPr>
              <p:cNvSpPr/>
              <p:nvPr/>
            </p:nvSpPr>
            <p:spPr>
              <a:xfrm>
                <a:off x="5633969" y="3591279"/>
                <a:ext cx="26181" cy="26706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017" extrusionOk="0">
                    <a:moveTo>
                      <a:pt x="761" y="0"/>
                    </a:moveTo>
                    <a:cubicBezTo>
                      <a:pt x="738" y="0"/>
                      <a:pt x="715" y="8"/>
                      <a:pt x="699" y="24"/>
                    </a:cubicBezTo>
                    <a:lnTo>
                      <a:pt x="1" y="675"/>
                    </a:lnTo>
                    <a:lnTo>
                      <a:pt x="412" y="990"/>
                    </a:lnTo>
                    <a:cubicBezTo>
                      <a:pt x="437" y="1008"/>
                      <a:pt x="467" y="1016"/>
                      <a:pt x="496" y="1016"/>
                    </a:cubicBezTo>
                    <a:cubicBezTo>
                      <a:pt x="548" y="1016"/>
                      <a:pt x="599" y="991"/>
                      <a:pt x="623" y="943"/>
                    </a:cubicBezTo>
                    <a:lnTo>
                      <a:pt x="996" y="273"/>
                    </a:lnTo>
                    <a:lnTo>
                      <a:pt x="843" y="43"/>
                    </a:lnTo>
                    <a:cubicBezTo>
                      <a:pt x="826" y="15"/>
                      <a:pt x="793" y="0"/>
                      <a:pt x="761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0200;p58">
                <a:extLst>
                  <a:ext uri="{FF2B5EF4-FFF2-40B4-BE49-F238E27FC236}">
                    <a16:creationId xmlns:a16="http://schemas.microsoft.com/office/drawing/2014/main" id="{58D802AF-E2C5-5226-6481-6A0896D46494}"/>
                  </a:ext>
                </a:extLst>
              </p:cNvPr>
              <p:cNvSpPr/>
              <p:nvPr/>
            </p:nvSpPr>
            <p:spPr>
              <a:xfrm>
                <a:off x="5303750" y="3488104"/>
                <a:ext cx="114625" cy="114362"/>
              </a:xfrm>
              <a:custGeom>
                <a:avLst/>
                <a:gdLst/>
                <a:ahLst/>
                <a:cxnLst/>
                <a:rect l="l" t="t" r="r" b="b"/>
                <a:pathLst>
                  <a:path w="4365" h="4355" extrusionOk="0">
                    <a:moveTo>
                      <a:pt x="2182" y="0"/>
                    </a:moveTo>
                    <a:cubicBezTo>
                      <a:pt x="1225" y="0"/>
                      <a:pt x="527" y="756"/>
                      <a:pt x="460" y="1694"/>
                    </a:cubicBezTo>
                    <a:cubicBezTo>
                      <a:pt x="402" y="2364"/>
                      <a:pt x="259" y="3034"/>
                      <a:pt x="48" y="3675"/>
                    </a:cubicBezTo>
                    <a:cubicBezTo>
                      <a:pt x="0" y="3800"/>
                      <a:pt x="58" y="3934"/>
                      <a:pt x="173" y="3982"/>
                    </a:cubicBezTo>
                    <a:cubicBezTo>
                      <a:pt x="575" y="4173"/>
                      <a:pt x="1005" y="4297"/>
                      <a:pt x="1446" y="4355"/>
                    </a:cubicBezTo>
                    <a:lnTo>
                      <a:pt x="2919" y="4355"/>
                    </a:lnTo>
                    <a:cubicBezTo>
                      <a:pt x="3360" y="4297"/>
                      <a:pt x="3781" y="4163"/>
                      <a:pt x="4183" y="3982"/>
                    </a:cubicBezTo>
                    <a:cubicBezTo>
                      <a:pt x="4307" y="3934"/>
                      <a:pt x="4364" y="3800"/>
                      <a:pt x="4317" y="3675"/>
                    </a:cubicBezTo>
                    <a:cubicBezTo>
                      <a:pt x="4097" y="3034"/>
                      <a:pt x="3963" y="2364"/>
                      <a:pt x="3905" y="1694"/>
                    </a:cubicBezTo>
                    <a:cubicBezTo>
                      <a:pt x="3838" y="756"/>
                      <a:pt x="3130" y="0"/>
                      <a:pt x="2182" y="0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" name="Google Shape;10201;p58">
                <a:extLst>
                  <a:ext uri="{FF2B5EF4-FFF2-40B4-BE49-F238E27FC236}">
                    <a16:creationId xmlns:a16="http://schemas.microsoft.com/office/drawing/2014/main" id="{EEB19ADF-A121-07CA-A246-E94B5C7A747F}"/>
                  </a:ext>
                </a:extLst>
              </p:cNvPr>
              <p:cNvSpPr/>
              <p:nvPr/>
            </p:nvSpPr>
            <p:spPr>
              <a:xfrm>
                <a:off x="5334920" y="3488104"/>
                <a:ext cx="83192" cy="114362"/>
              </a:xfrm>
              <a:custGeom>
                <a:avLst/>
                <a:gdLst/>
                <a:ahLst/>
                <a:cxnLst/>
                <a:rect l="l" t="t" r="r" b="b"/>
                <a:pathLst>
                  <a:path w="3168" h="4355" extrusionOk="0">
                    <a:moveTo>
                      <a:pt x="986" y="0"/>
                    </a:moveTo>
                    <a:cubicBezTo>
                      <a:pt x="259" y="0"/>
                      <a:pt x="0" y="996"/>
                      <a:pt x="632" y="1369"/>
                    </a:cubicBezTo>
                    <a:cubicBezTo>
                      <a:pt x="651" y="1378"/>
                      <a:pt x="670" y="1388"/>
                      <a:pt x="689" y="1398"/>
                    </a:cubicBezTo>
                    <a:lnTo>
                      <a:pt x="1244" y="4355"/>
                    </a:lnTo>
                    <a:lnTo>
                      <a:pt x="1732" y="4355"/>
                    </a:lnTo>
                    <a:cubicBezTo>
                      <a:pt x="2173" y="4297"/>
                      <a:pt x="2594" y="4163"/>
                      <a:pt x="2996" y="3982"/>
                    </a:cubicBezTo>
                    <a:cubicBezTo>
                      <a:pt x="3120" y="3934"/>
                      <a:pt x="3168" y="3800"/>
                      <a:pt x="3120" y="3675"/>
                    </a:cubicBezTo>
                    <a:cubicBezTo>
                      <a:pt x="2910" y="3034"/>
                      <a:pt x="2776" y="2364"/>
                      <a:pt x="2718" y="1694"/>
                    </a:cubicBezTo>
                    <a:cubicBezTo>
                      <a:pt x="2651" y="756"/>
                      <a:pt x="1943" y="0"/>
                      <a:pt x="995" y="0"/>
                    </a:cubicBezTo>
                    <a:close/>
                  </a:path>
                </a:pathLst>
              </a:custGeom>
              <a:solidFill>
                <a:srgbClr val="FFFF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" name="Google Shape;10202;p58">
                <a:extLst>
                  <a:ext uri="{FF2B5EF4-FFF2-40B4-BE49-F238E27FC236}">
                    <a16:creationId xmlns:a16="http://schemas.microsoft.com/office/drawing/2014/main" id="{C42AB229-E99C-A416-3170-A14DAEB17053}"/>
                  </a:ext>
                </a:extLst>
              </p:cNvPr>
              <p:cNvSpPr/>
              <p:nvPr/>
            </p:nvSpPr>
            <p:spPr>
              <a:xfrm>
                <a:off x="5302988" y="3574552"/>
                <a:ext cx="114625" cy="101810"/>
              </a:xfrm>
              <a:custGeom>
                <a:avLst/>
                <a:gdLst/>
                <a:ahLst/>
                <a:cxnLst/>
                <a:rect l="l" t="t" r="r" b="b"/>
                <a:pathLst>
                  <a:path w="4365" h="3877" extrusionOk="0">
                    <a:moveTo>
                      <a:pt x="1455" y="0"/>
                    </a:moveTo>
                    <a:lnTo>
                      <a:pt x="1455" y="728"/>
                    </a:lnTo>
                    <a:cubicBezTo>
                      <a:pt x="1455" y="910"/>
                      <a:pt x="1350" y="1082"/>
                      <a:pt x="1187" y="1158"/>
                    </a:cubicBezTo>
                    <a:lnTo>
                      <a:pt x="403" y="1551"/>
                    </a:lnTo>
                    <a:cubicBezTo>
                      <a:pt x="163" y="1675"/>
                      <a:pt x="1" y="1924"/>
                      <a:pt x="1" y="2202"/>
                    </a:cubicBezTo>
                    <a:lnTo>
                      <a:pt x="1" y="3637"/>
                    </a:lnTo>
                    <a:cubicBezTo>
                      <a:pt x="1" y="3771"/>
                      <a:pt x="116" y="3876"/>
                      <a:pt x="240" y="3876"/>
                    </a:cubicBezTo>
                    <a:lnTo>
                      <a:pt x="4126" y="3876"/>
                    </a:lnTo>
                    <a:cubicBezTo>
                      <a:pt x="4250" y="3876"/>
                      <a:pt x="4365" y="3771"/>
                      <a:pt x="4365" y="3637"/>
                    </a:cubicBezTo>
                    <a:lnTo>
                      <a:pt x="4365" y="2202"/>
                    </a:lnTo>
                    <a:cubicBezTo>
                      <a:pt x="4365" y="1924"/>
                      <a:pt x="4212" y="1675"/>
                      <a:pt x="3963" y="1551"/>
                    </a:cubicBezTo>
                    <a:lnTo>
                      <a:pt x="3178" y="1158"/>
                    </a:lnTo>
                    <a:cubicBezTo>
                      <a:pt x="3015" y="1082"/>
                      <a:pt x="2910" y="910"/>
                      <a:pt x="2910" y="728"/>
                    </a:cubicBezTo>
                    <a:lnTo>
                      <a:pt x="2910" y="0"/>
                    </a:lnTo>
                    <a:close/>
                  </a:path>
                </a:pathLst>
              </a:custGeom>
              <a:solidFill>
                <a:srgbClr val="FFCC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0203;p58">
                <a:extLst>
                  <a:ext uri="{FF2B5EF4-FFF2-40B4-BE49-F238E27FC236}">
                    <a16:creationId xmlns:a16="http://schemas.microsoft.com/office/drawing/2014/main" id="{42C34837-EC1F-4512-0CF4-B2BCB148DC90}"/>
                  </a:ext>
                </a:extLst>
              </p:cNvPr>
              <p:cNvSpPr/>
              <p:nvPr/>
            </p:nvSpPr>
            <p:spPr>
              <a:xfrm>
                <a:off x="5340934" y="3574552"/>
                <a:ext cx="38996" cy="25420"/>
              </a:xfrm>
              <a:custGeom>
                <a:avLst/>
                <a:gdLst/>
                <a:ahLst/>
                <a:cxnLst/>
                <a:rect l="l" t="t" r="r" b="b"/>
                <a:pathLst>
                  <a:path w="1485" h="968" extrusionOk="0">
                    <a:moveTo>
                      <a:pt x="10" y="0"/>
                    </a:moveTo>
                    <a:lnTo>
                      <a:pt x="10" y="728"/>
                    </a:lnTo>
                    <a:cubicBezTo>
                      <a:pt x="10" y="756"/>
                      <a:pt x="10" y="785"/>
                      <a:pt x="1" y="823"/>
                    </a:cubicBezTo>
                    <a:cubicBezTo>
                      <a:pt x="231" y="919"/>
                      <a:pt x="489" y="967"/>
                      <a:pt x="738" y="967"/>
                    </a:cubicBezTo>
                    <a:cubicBezTo>
                      <a:pt x="996" y="967"/>
                      <a:pt x="1245" y="919"/>
                      <a:pt x="1484" y="823"/>
                    </a:cubicBezTo>
                    <a:cubicBezTo>
                      <a:pt x="1475" y="785"/>
                      <a:pt x="1465" y="756"/>
                      <a:pt x="1465" y="728"/>
                    </a:cubicBezTo>
                    <a:lnTo>
                      <a:pt x="1465" y="0"/>
                    </a:lnTo>
                    <a:close/>
                  </a:path>
                </a:pathLst>
              </a:custGeom>
              <a:solidFill>
                <a:srgbClr val="FFA5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0204;p58">
                <a:extLst>
                  <a:ext uri="{FF2B5EF4-FFF2-40B4-BE49-F238E27FC236}">
                    <a16:creationId xmlns:a16="http://schemas.microsoft.com/office/drawing/2014/main" id="{09FDFB18-3A9F-A0EE-7A8C-B49CA483818D}"/>
                  </a:ext>
                </a:extLst>
              </p:cNvPr>
              <p:cNvSpPr/>
              <p:nvPr/>
            </p:nvSpPr>
            <p:spPr>
              <a:xfrm>
                <a:off x="5302988" y="3607981"/>
                <a:ext cx="114389" cy="68381"/>
              </a:xfrm>
              <a:custGeom>
                <a:avLst/>
                <a:gdLst/>
                <a:ahLst/>
                <a:cxnLst/>
                <a:rect l="l" t="t" r="r" b="b"/>
                <a:pathLst>
                  <a:path w="4356" h="2604" extrusionOk="0">
                    <a:moveTo>
                      <a:pt x="958" y="0"/>
                    </a:moveTo>
                    <a:lnTo>
                      <a:pt x="403" y="278"/>
                    </a:lnTo>
                    <a:cubicBezTo>
                      <a:pt x="154" y="402"/>
                      <a:pt x="1" y="651"/>
                      <a:pt x="1" y="929"/>
                    </a:cubicBezTo>
                    <a:lnTo>
                      <a:pt x="1" y="2364"/>
                    </a:lnTo>
                    <a:cubicBezTo>
                      <a:pt x="1" y="2489"/>
                      <a:pt x="106" y="2603"/>
                      <a:pt x="240" y="2603"/>
                    </a:cubicBezTo>
                    <a:lnTo>
                      <a:pt x="4116" y="2603"/>
                    </a:lnTo>
                    <a:cubicBezTo>
                      <a:pt x="4250" y="2603"/>
                      <a:pt x="4355" y="2489"/>
                      <a:pt x="4355" y="2364"/>
                    </a:cubicBezTo>
                    <a:lnTo>
                      <a:pt x="4355" y="929"/>
                    </a:lnTo>
                    <a:cubicBezTo>
                      <a:pt x="4355" y="651"/>
                      <a:pt x="4202" y="402"/>
                      <a:pt x="3963" y="278"/>
                    </a:cubicBezTo>
                    <a:lnTo>
                      <a:pt x="3398" y="0"/>
                    </a:lnTo>
                    <a:cubicBezTo>
                      <a:pt x="3111" y="441"/>
                      <a:pt x="2645" y="661"/>
                      <a:pt x="2178" y="661"/>
                    </a:cubicBezTo>
                    <a:cubicBezTo>
                      <a:pt x="1711" y="661"/>
                      <a:pt x="1245" y="441"/>
                      <a:pt x="95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" name="Google Shape;10205;p58">
                <a:extLst>
                  <a:ext uri="{FF2B5EF4-FFF2-40B4-BE49-F238E27FC236}">
                    <a16:creationId xmlns:a16="http://schemas.microsoft.com/office/drawing/2014/main" id="{9B313BCE-93A0-A7BF-2BC4-9387E09B0273}"/>
                  </a:ext>
                </a:extLst>
              </p:cNvPr>
              <p:cNvSpPr/>
              <p:nvPr/>
            </p:nvSpPr>
            <p:spPr>
              <a:xfrm>
                <a:off x="5322105" y="3524605"/>
                <a:ext cx="76417" cy="62788"/>
              </a:xfrm>
              <a:custGeom>
                <a:avLst/>
                <a:gdLst/>
                <a:ahLst/>
                <a:cxnLst/>
                <a:rect l="l" t="t" r="r" b="b"/>
                <a:pathLst>
                  <a:path w="2910" h="2391" extrusionOk="0">
                    <a:moveTo>
                      <a:pt x="1118" y="0"/>
                    </a:moveTo>
                    <a:cubicBezTo>
                      <a:pt x="1025" y="0"/>
                      <a:pt x="939" y="54"/>
                      <a:pt x="900" y="142"/>
                    </a:cubicBezTo>
                    <a:cubicBezTo>
                      <a:pt x="823" y="304"/>
                      <a:pt x="708" y="457"/>
                      <a:pt x="574" y="582"/>
                    </a:cubicBezTo>
                    <a:cubicBezTo>
                      <a:pt x="440" y="697"/>
                      <a:pt x="297" y="792"/>
                      <a:pt x="144" y="869"/>
                    </a:cubicBezTo>
                    <a:cubicBezTo>
                      <a:pt x="48" y="917"/>
                      <a:pt x="0" y="1022"/>
                      <a:pt x="19" y="1118"/>
                    </a:cubicBezTo>
                    <a:cubicBezTo>
                      <a:pt x="105" y="1845"/>
                      <a:pt x="727" y="2391"/>
                      <a:pt x="1455" y="2391"/>
                    </a:cubicBezTo>
                    <a:cubicBezTo>
                      <a:pt x="2220" y="2391"/>
                      <a:pt x="2852" y="1797"/>
                      <a:pt x="2909" y="1041"/>
                    </a:cubicBezTo>
                    <a:cubicBezTo>
                      <a:pt x="2909" y="965"/>
                      <a:pt x="2881" y="898"/>
                      <a:pt x="2823" y="850"/>
                    </a:cubicBezTo>
                    <a:cubicBezTo>
                      <a:pt x="2345" y="448"/>
                      <a:pt x="1780" y="161"/>
                      <a:pt x="1177" y="8"/>
                    </a:cubicBezTo>
                    <a:cubicBezTo>
                      <a:pt x="1157" y="3"/>
                      <a:pt x="1137" y="0"/>
                      <a:pt x="1118" y="0"/>
                    </a:cubicBezTo>
                    <a:close/>
                  </a:path>
                </a:pathLst>
              </a:custGeom>
              <a:solidFill>
                <a:srgbClr val="FFCC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0206;p58">
                <a:extLst>
                  <a:ext uri="{FF2B5EF4-FFF2-40B4-BE49-F238E27FC236}">
                    <a16:creationId xmlns:a16="http://schemas.microsoft.com/office/drawing/2014/main" id="{156F7FCE-B9D3-EA5D-39BD-69438818B1A6}"/>
                  </a:ext>
                </a:extLst>
              </p:cNvPr>
              <p:cNvSpPr/>
              <p:nvPr/>
            </p:nvSpPr>
            <p:spPr>
              <a:xfrm>
                <a:off x="5322105" y="3524841"/>
                <a:ext cx="76417" cy="62052"/>
              </a:xfrm>
              <a:custGeom>
                <a:avLst/>
                <a:gdLst/>
                <a:ahLst/>
                <a:cxnLst/>
                <a:rect l="l" t="t" r="r" b="b"/>
                <a:pathLst>
                  <a:path w="2910" h="2363" extrusionOk="0">
                    <a:moveTo>
                      <a:pt x="1118" y="1"/>
                    </a:moveTo>
                    <a:cubicBezTo>
                      <a:pt x="1025" y="1"/>
                      <a:pt x="941" y="55"/>
                      <a:pt x="909" y="142"/>
                    </a:cubicBezTo>
                    <a:cubicBezTo>
                      <a:pt x="842" y="257"/>
                      <a:pt x="775" y="362"/>
                      <a:pt x="680" y="467"/>
                    </a:cubicBezTo>
                    <a:cubicBezTo>
                      <a:pt x="651" y="506"/>
                      <a:pt x="613" y="544"/>
                      <a:pt x="574" y="573"/>
                    </a:cubicBezTo>
                    <a:cubicBezTo>
                      <a:pt x="440" y="688"/>
                      <a:pt x="297" y="783"/>
                      <a:pt x="144" y="869"/>
                    </a:cubicBezTo>
                    <a:cubicBezTo>
                      <a:pt x="48" y="908"/>
                      <a:pt x="0" y="1013"/>
                      <a:pt x="19" y="1118"/>
                    </a:cubicBezTo>
                    <a:cubicBezTo>
                      <a:pt x="105" y="1759"/>
                      <a:pt x="593" y="2267"/>
                      <a:pt x="1235" y="2362"/>
                    </a:cubicBezTo>
                    <a:cubicBezTo>
                      <a:pt x="900" y="2161"/>
                      <a:pt x="708" y="1788"/>
                      <a:pt x="727" y="1405"/>
                    </a:cubicBezTo>
                    <a:lnTo>
                      <a:pt x="727" y="1061"/>
                    </a:lnTo>
                    <a:cubicBezTo>
                      <a:pt x="785" y="1013"/>
                      <a:pt x="842" y="975"/>
                      <a:pt x="900" y="927"/>
                    </a:cubicBezTo>
                    <a:cubicBezTo>
                      <a:pt x="1034" y="812"/>
                      <a:pt x="1148" y="668"/>
                      <a:pt x="1244" y="515"/>
                    </a:cubicBezTo>
                    <a:cubicBezTo>
                      <a:pt x="1704" y="659"/>
                      <a:pt x="2134" y="898"/>
                      <a:pt x="2507" y="1204"/>
                    </a:cubicBezTo>
                    <a:cubicBezTo>
                      <a:pt x="2555" y="1243"/>
                      <a:pt x="2670" y="1348"/>
                      <a:pt x="2795" y="1472"/>
                    </a:cubicBezTo>
                    <a:cubicBezTo>
                      <a:pt x="2862" y="1338"/>
                      <a:pt x="2890" y="1185"/>
                      <a:pt x="2909" y="1032"/>
                    </a:cubicBezTo>
                    <a:cubicBezTo>
                      <a:pt x="2909" y="965"/>
                      <a:pt x="2881" y="889"/>
                      <a:pt x="2823" y="841"/>
                    </a:cubicBezTo>
                    <a:cubicBezTo>
                      <a:pt x="2345" y="448"/>
                      <a:pt x="1780" y="161"/>
                      <a:pt x="1177" y="8"/>
                    </a:cubicBezTo>
                    <a:cubicBezTo>
                      <a:pt x="1157" y="3"/>
                      <a:pt x="1137" y="1"/>
                      <a:pt x="1118" y="1"/>
                    </a:cubicBezTo>
                    <a:close/>
                  </a:path>
                </a:pathLst>
              </a:custGeom>
              <a:solidFill>
                <a:srgbClr val="FFA5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" name="Google Shape;10207;p58">
                <a:extLst>
                  <a:ext uri="{FF2B5EF4-FFF2-40B4-BE49-F238E27FC236}">
                    <a16:creationId xmlns:a16="http://schemas.microsoft.com/office/drawing/2014/main" id="{DF2C2189-C4AC-222E-5E8C-1CAE56019AE2}"/>
                  </a:ext>
                </a:extLst>
              </p:cNvPr>
              <p:cNvSpPr/>
              <p:nvPr/>
            </p:nvSpPr>
            <p:spPr>
              <a:xfrm>
                <a:off x="5302988" y="3621032"/>
                <a:ext cx="25420" cy="55330"/>
              </a:xfrm>
              <a:custGeom>
                <a:avLst/>
                <a:gdLst/>
                <a:ahLst/>
                <a:cxnLst/>
                <a:rect l="l" t="t" r="r" b="b"/>
                <a:pathLst>
                  <a:path w="968" h="2107" extrusionOk="0">
                    <a:moveTo>
                      <a:pt x="154" y="1"/>
                    </a:moveTo>
                    <a:cubicBezTo>
                      <a:pt x="58" y="125"/>
                      <a:pt x="1" y="278"/>
                      <a:pt x="1" y="432"/>
                    </a:cubicBezTo>
                    <a:lnTo>
                      <a:pt x="1" y="1867"/>
                    </a:lnTo>
                    <a:cubicBezTo>
                      <a:pt x="1" y="2001"/>
                      <a:pt x="106" y="2106"/>
                      <a:pt x="240" y="2106"/>
                    </a:cubicBezTo>
                    <a:lnTo>
                      <a:pt x="967" y="2106"/>
                    </a:lnTo>
                    <a:lnTo>
                      <a:pt x="967" y="891"/>
                    </a:lnTo>
                    <a:cubicBezTo>
                      <a:pt x="967" y="738"/>
                      <a:pt x="900" y="604"/>
                      <a:pt x="785" y="50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FFCC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0208;p58">
                <a:extLst>
                  <a:ext uri="{FF2B5EF4-FFF2-40B4-BE49-F238E27FC236}">
                    <a16:creationId xmlns:a16="http://schemas.microsoft.com/office/drawing/2014/main" id="{D9C32657-3980-0E17-E864-F5DA01E22F18}"/>
                  </a:ext>
                </a:extLst>
              </p:cNvPr>
              <p:cNvSpPr/>
              <p:nvPr/>
            </p:nvSpPr>
            <p:spPr>
              <a:xfrm>
                <a:off x="5392219" y="3587367"/>
                <a:ext cx="216146" cy="88995"/>
              </a:xfrm>
              <a:custGeom>
                <a:avLst/>
                <a:gdLst/>
                <a:ahLst/>
                <a:cxnLst/>
                <a:rect l="l" t="t" r="r" b="b"/>
                <a:pathLst>
                  <a:path w="8231" h="3389" extrusionOk="0">
                    <a:moveTo>
                      <a:pt x="2661" y="1"/>
                    </a:moveTo>
                    <a:lnTo>
                      <a:pt x="632" y="737"/>
                    </a:lnTo>
                    <a:cubicBezTo>
                      <a:pt x="249" y="871"/>
                      <a:pt x="0" y="1235"/>
                      <a:pt x="0" y="1647"/>
                    </a:cubicBezTo>
                    <a:lnTo>
                      <a:pt x="0" y="3149"/>
                    </a:lnTo>
                    <a:cubicBezTo>
                      <a:pt x="0" y="3274"/>
                      <a:pt x="105" y="3388"/>
                      <a:pt x="239" y="3388"/>
                    </a:cubicBezTo>
                    <a:lnTo>
                      <a:pt x="7991" y="3388"/>
                    </a:lnTo>
                    <a:cubicBezTo>
                      <a:pt x="8125" y="3388"/>
                      <a:pt x="8231" y="3274"/>
                      <a:pt x="8231" y="3149"/>
                    </a:cubicBezTo>
                    <a:lnTo>
                      <a:pt x="8231" y="1647"/>
                    </a:lnTo>
                    <a:cubicBezTo>
                      <a:pt x="8231" y="1235"/>
                      <a:pt x="7982" y="871"/>
                      <a:pt x="7599" y="737"/>
                    </a:cubicBezTo>
                    <a:lnTo>
                      <a:pt x="5570" y="1"/>
                    </a:lnTo>
                    <a:lnTo>
                      <a:pt x="4115" y="479"/>
                    </a:lnTo>
                    <a:lnTo>
                      <a:pt x="2661" y="1"/>
                    </a:ln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" name="Google Shape;10209;p58">
                <a:extLst>
                  <a:ext uri="{FF2B5EF4-FFF2-40B4-BE49-F238E27FC236}">
                    <a16:creationId xmlns:a16="http://schemas.microsoft.com/office/drawing/2014/main" id="{D6292374-8BEC-7EF2-4BFF-50432A7AA182}"/>
                  </a:ext>
                </a:extLst>
              </p:cNvPr>
              <p:cNvSpPr/>
              <p:nvPr/>
            </p:nvSpPr>
            <p:spPr>
              <a:xfrm>
                <a:off x="5487701" y="3612760"/>
                <a:ext cx="25420" cy="63602"/>
              </a:xfrm>
              <a:custGeom>
                <a:avLst/>
                <a:gdLst/>
                <a:ahLst/>
                <a:cxnLst/>
                <a:rect l="l" t="t" r="r" b="b"/>
                <a:pathLst>
                  <a:path w="968" h="2422" extrusionOk="0">
                    <a:moveTo>
                      <a:pt x="231" y="0"/>
                    </a:moveTo>
                    <a:lnTo>
                      <a:pt x="1" y="2421"/>
                    </a:lnTo>
                    <a:lnTo>
                      <a:pt x="967" y="2421"/>
                    </a:lnTo>
                    <a:lnTo>
                      <a:pt x="738" y="0"/>
                    </a:lnTo>
                    <a:close/>
                  </a:path>
                </a:pathLst>
              </a:custGeom>
              <a:solidFill>
                <a:srgbClr val="6379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0210;p58">
                <a:extLst>
                  <a:ext uri="{FF2B5EF4-FFF2-40B4-BE49-F238E27FC236}">
                    <a16:creationId xmlns:a16="http://schemas.microsoft.com/office/drawing/2014/main" id="{3B1FF2CF-AA69-E15C-D5EF-59FC559A3CBB}"/>
                  </a:ext>
                </a:extLst>
              </p:cNvPr>
              <p:cNvSpPr/>
              <p:nvPr/>
            </p:nvSpPr>
            <p:spPr>
              <a:xfrm>
                <a:off x="5489224" y="3599945"/>
                <a:ext cx="22400" cy="21638"/>
              </a:xfrm>
              <a:custGeom>
                <a:avLst/>
                <a:gdLst/>
                <a:ahLst/>
                <a:cxnLst/>
                <a:rect l="l" t="t" r="r" b="b"/>
                <a:pathLst>
                  <a:path w="853" h="824" extrusionOk="0">
                    <a:moveTo>
                      <a:pt x="0" y="0"/>
                    </a:moveTo>
                    <a:lnTo>
                      <a:pt x="0" y="651"/>
                    </a:lnTo>
                    <a:cubicBezTo>
                      <a:pt x="0" y="747"/>
                      <a:pt x="77" y="823"/>
                      <a:pt x="173" y="823"/>
                    </a:cubicBezTo>
                    <a:lnTo>
                      <a:pt x="680" y="823"/>
                    </a:lnTo>
                    <a:cubicBezTo>
                      <a:pt x="775" y="823"/>
                      <a:pt x="852" y="747"/>
                      <a:pt x="852" y="651"/>
                    </a:cubicBezTo>
                    <a:lnTo>
                      <a:pt x="852" y="0"/>
                    </a:lnTo>
                    <a:close/>
                  </a:path>
                </a:pathLst>
              </a:custGeom>
              <a:solidFill>
                <a:srgbClr val="4B63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0211;p58">
                <a:extLst>
                  <a:ext uri="{FF2B5EF4-FFF2-40B4-BE49-F238E27FC236}">
                    <a16:creationId xmlns:a16="http://schemas.microsoft.com/office/drawing/2014/main" id="{CB5186A0-0797-3827-D886-BCB8A98D7AEE}"/>
                  </a:ext>
                </a:extLst>
              </p:cNvPr>
              <p:cNvSpPr/>
              <p:nvPr/>
            </p:nvSpPr>
            <p:spPr>
              <a:xfrm>
                <a:off x="5570394" y="3613259"/>
                <a:ext cx="38235" cy="63103"/>
              </a:xfrm>
              <a:custGeom>
                <a:avLst/>
                <a:gdLst/>
                <a:ahLst/>
                <a:cxnLst/>
                <a:rect l="l" t="t" r="r" b="b"/>
                <a:pathLst>
                  <a:path w="1456" h="2403" extrusionOk="0">
                    <a:moveTo>
                      <a:pt x="1187" y="0"/>
                    </a:moveTo>
                    <a:lnTo>
                      <a:pt x="288" y="900"/>
                    </a:lnTo>
                    <a:cubicBezTo>
                      <a:pt x="106" y="1082"/>
                      <a:pt x="1" y="1331"/>
                      <a:pt x="1" y="1589"/>
                    </a:cubicBezTo>
                    <a:lnTo>
                      <a:pt x="1" y="2402"/>
                    </a:lnTo>
                    <a:lnTo>
                      <a:pt x="1216" y="2402"/>
                    </a:lnTo>
                    <a:cubicBezTo>
                      <a:pt x="1340" y="2402"/>
                      <a:pt x="1455" y="2288"/>
                      <a:pt x="1455" y="2163"/>
                    </a:cubicBezTo>
                    <a:lnTo>
                      <a:pt x="1455" y="661"/>
                    </a:lnTo>
                    <a:cubicBezTo>
                      <a:pt x="1446" y="412"/>
                      <a:pt x="1359" y="173"/>
                      <a:pt x="118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0212;p58">
                <a:extLst>
                  <a:ext uri="{FF2B5EF4-FFF2-40B4-BE49-F238E27FC236}">
                    <a16:creationId xmlns:a16="http://schemas.microsoft.com/office/drawing/2014/main" id="{6AD78915-92B8-5C87-A9EF-2FDB496913D8}"/>
                  </a:ext>
                </a:extLst>
              </p:cNvPr>
              <p:cNvSpPr/>
              <p:nvPr/>
            </p:nvSpPr>
            <p:spPr>
              <a:xfrm>
                <a:off x="5430165" y="3389839"/>
                <a:ext cx="140255" cy="101810"/>
              </a:xfrm>
              <a:custGeom>
                <a:avLst/>
                <a:gdLst/>
                <a:ahLst/>
                <a:cxnLst/>
                <a:rect l="l" t="t" r="r" b="b"/>
                <a:pathLst>
                  <a:path w="5341" h="3877" extrusionOk="0">
                    <a:moveTo>
                      <a:pt x="1943" y="0"/>
                    </a:moveTo>
                    <a:cubicBezTo>
                      <a:pt x="871" y="0"/>
                      <a:pt x="10" y="871"/>
                      <a:pt x="10" y="1943"/>
                    </a:cubicBezTo>
                    <a:lnTo>
                      <a:pt x="10" y="2517"/>
                    </a:lnTo>
                    <a:cubicBezTo>
                      <a:pt x="0" y="2776"/>
                      <a:pt x="48" y="3034"/>
                      <a:pt x="125" y="3283"/>
                    </a:cubicBezTo>
                    <a:lnTo>
                      <a:pt x="211" y="3522"/>
                    </a:lnTo>
                    <a:cubicBezTo>
                      <a:pt x="230" y="3599"/>
                      <a:pt x="240" y="3675"/>
                      <a:pt x="240" y="3752"/>
                    </a:cubicBezTo>
                    <a:lnTo>
                      <a:pt x="240" y="3876"/>
                    </a:lnTo>
                    <a:lnTo>
                      <a:pt x="5092" y="3876"/>
                    </a:lnTo>
                    <a:lnTo>
                      <a:pt x="5092" y="3752"/>
                    </a:lnTo>
                    <a:cubicBezTo>
                      <a:pt x="5092" y="3675"/>
                      <a:pt x="5101" y="3599"/>
                      <a:pt x="5130" y="3522"/>
                    </a:cubicBezTo>
                    <a:lnTo>
                      <a:pt x="5207" y="3283"/>
                    </a:lnTo>
                    <a:cubicBezTo>
                      <a:pt x="5293" y="3034"/>
                      <a:pt x="5331" y="2785"/>
                      <a:pt x="5341" y="2517"/>
                    </a:cubicBezTo>
                    <a:lnTo>
                      <a:pt x="5341" y="488"/>
                    </a:lnTo>
                    <a:cubicBezTo>
                      <a:pt x="5341" y="220"/>
                      <a:pt x="5120" y="0"/>
                      <a:pt x="4852" y="0"/>
                    </a:cubicBezTo>
                    <a:close/>
                  </a:path>
                </a:pathLst>
              </a:custGeom>
              <a:solidFill>
                <a:schemeClr val="bg1">
                  <a:lumMod val="1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0213;p58">
                <a:extLst>
                  <a:ext uri="{FF2B5EF4-FFF2-40B4-BE49-F238E27FC236}">
                    <a16:creationId xmlns:a16="http://schemas.microsoft.com/office/drawing/2014/main" id="{83FFDD5B-2FC6-D0CD-E468-82AFD71B35CB}"/>
                  </a:ext>
                </a:extLst>
              </p:cNvPr>
              <p:cNvSpPr/>
              <p:nvPr/>
            </p:nvSpPr>
            <p:spPr>
              <a:xfrm>
                <a:off x="5462071" y="3390338"/>
                <a:ext cx="108086" cy="101547"/>
              </a:xfrm>
              <a:custGeom>
                <a:avLst/>
                <a:gdLst/>
                <a:ahLst/>
                <a:cxnLst/>
                <a:rect l="l" t="t" r="r" b="b"/>
                <a:pathLst>
                  <a:path w="4116" h="3867" extrusionOk="0">
                    <a:moveTo>
                      <a:pt x="986" y="0"/>
                    </a:moveTo>
                    <a:cubicBezTo>
                      <a:pt x="441" y="0"/>
                      <a:pt x="10" y="431"/>
                      <a:pt x="1" y="977"/>
                    </a:cubicBezTo>
                    <a:cubicBezTo>
                      <a:pt x="1" y="1513"/>
                      <a:pt x="441" y="1953"/>
                      <a:pt x="986" y="1953"/>
                    </a:cubicBezTo>
                    <a:lnTo>
                      <a:pt x="1120" y="1953"/>
                    </a:lnTo>
                    <a:lnTo>
                      <a:pt x="1187" y="3867"/>
                    </a:lnTo>
                    <a:lnTo>
                      <a:pt x="3877" y="3867"/>
                    </a:lnTo>
                    <a:lnTo>
                      <a:pt x="3877" y="3752"/>
                    </a:lnTo>
                    <a:cubicBezTo>
                      <a:pt x="3877" y="3675"/>
                      <a:pt x="3896" y="3599"/>
                      <a:pt x="3915" y="3522"/>
                    </a:cubicBezTo>
                    <a:lnTo>
                      <a:pt x="4001" y="3283"/>
                    </a:lnTo>
                    <a:cubicBezTo>
                      <a:pt x="4078" y="3034"/>
                      <a:pt x="4116" y="2776"/>
                      <a:pt x="4116" y="2517"/>
                    </a:cubicBezTo>
                    <a:lnTo>
                      <a:pt x="4116" y="479"/>
                    </a:lnTo>
                    <a:cubicBezTo>
                      <a:pt x="4116" y="211"/>
                      <a:pt x="3896" y="0"/>
                      <a:pt x="3637" y="0"/>
                    </a:cubicBezTo>
                    <a:close/>
                  </a:path>
                </a:pathLst>
              </a:custGeom>
              <a:solidFill>
                <a:schemeClr val="bg1">
                  <a:lumMod val="2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" name="Google Shape;10214;p58">
                <a:extLst>
                  <a:ext uri="{FF2B5EF4-FFF2-40B4-BE49-F238E27FC236}">
                    <a16:creationId xmlns:a16="http://schemas.microsoft.com/office/drawing/2014/main" id="{1E9E475B-9458-48CA-AA28-53B1468E930F}"/>
                  </a:ext>
                </a:extLst>
              </p:cNvPr>
              <p:cNvSpPr/>
              <p:nvPr/>
            </p:nvSpPr>
            <p:spPr>
              <a:xfrm>
                <a:off x="5462071" y="3542646"/>
                <a:ext cx="76443" cy="57326"/>
              </a:xfrm>
              <a:custGeom>
                <a:avLst/>
                <a:gdLst/>
                <a:ahLst/>
                <a:cxnLst/>
                <a:rect l="l" t="t" r="r" b="b"/>
                <a:pathLst>
                  <a:path w="2911" h="2183" extrusionOk="0">
                    <a:moveTo>
                      <a:pt x="1" y="0"/>
                    </a:moveTo>
                    <a:lnTo>
                      <a:pt x="1" y="2182"/>
                    </a:lnTo>
                    <a:lnTo>
                      <a:pt x="2910" y="2182"/>
                    </a:lnTo>
                    <a:lnTo>
                      <a:pt x="2910" y="0"/>
                    </a:lnTo>
                    <a:close/>
                  </a:path>
                </a:pathLst>
              </a:custGeom>
              <a:solidFill>
                <a:srgbClr val="FFCC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0215;p58">
                <a:extLst>
                  <a:ext uri="{FF2B5EF4-FFF2-40B4-BE49-F238E27FC236}">
                    <a16:creationId xmlns:a16="http://schemas.microsoft.com/office/drawing/2014/main" id="{22063B99-5A4F-1038-A7A8-37D13C463879}"/>
                  </a:ext>
                </a:extLst>
              </p:cNvPr>
              <p:cNvSpPr/>
              <p:nvPr/>
            </p:nvSpPr>
            <p:spPr>
              <a:xfrm>
                <a:off x="5462071" y="3542646"/>
                <a:ext cx="76443" cy="31985"/>
              </a:xfrm>
              <a:custGeom>
                <a:avLst/>
                <a:gdLst/>
                <a:ahLst/>
                <a:cxnLst/>
                <a:rect l="l" t="t" r="r" b="b"/>
                <a:pathLst>
                  <a:path w="2911" h="1218" extrusionOk="0">
                    <a:moveTo>
                      <a:pt x="1" y="0"/>
                    </a:moveTo>
                    <a:lnTo>
                      <a:pt x="1" y="823"/>
                    </a:lnTo>
                    <a:cubicBezTo>
                      <a:pt x="451" y="1086"/>
                      <a:pt x="953" y="1218"/>
                      <a:pt x="1455" y="1218"/>
                    </a:cubicBezTo>
                    <a:cubicBezTo>
                      <a:pt x="1958" y="1218"/>
                      <a:pt x="2460" y="1086"/>
                      <a:pt x="2910" y="823"/>
                    </a:cubicBezTo>
                    <a:lnTo>
                      <a:pt x="2910" y="0"/>
                    </a:lnTo>
                    <a:close/>
                  </a:path>
                </a:pathLst>
              </a:custGeom>
              <a:solidFill>
                <a:srgbClr val="FFA5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0216;p58">
                <a:extLst>
                  <a:ext uri="{FF2B5EF4-FFF2-40B4-BE49-F238E27FC236}">
                    <a16:creationId xmlns:a16="http://schemas.microsoft.com/office/drawing/2014/main" id="{92EEB47E-7557-1AB3-9FFB-EB285CCF00DC}"/>
                  </a:ext>
                </a:extLst>
              </p:cNvPr>
              <p:cNvSpPr/>
              <p:nvPr/>
            </p:nvSpPr>
            <p:spPr>
              <a:xfrm>
                <a:off x="5449519" y="3576600"/>
                <a:ext cx="50787" cy="45535"/>
              </a:xfrm>
              <a:custGeom>
                <a:avLst/>
                <a:gdLst/>
                <a:ahLst/>
                <a:cxnLst/>
                <a:rect l="l" t="t" r="r" b="b"/>
                <a:pathLst>
                  <a:path w="1934" h="1734" extrusionOk="0">
                    <a:moveTo>
                      <a:pt x="427" y="1"/>
                    </a:moveTo>
                    <a:cubicBezTo>
                      <a:pt x="337" y="1"/>
                      <a:pt x="250" y="52"/>
                      <a:pt x="211" y="143"/>
                    </a:cubicBezTo>
                    <a:lnTo>
                      <a:pt x="0" y="583"/>
                    </a:lnTo>
                    <a:lnTo>
                      <a:pt x="804" y="1636"/>
                    </a:lnTo>
                    <a:cubicBezTo>
                      <a:pt x="852" y="1699"/>
                      <a:pt x="926" y="1733"/>
                      <a:pt x="999" y="1733"/>
                    </a:cubicBezTo>
                    <a:cubicBezTo>
                      <a:pt x="1058" y="1733"/>
                      <a:pt x="1116" y="1711"/>
                      <a:pt x="1158" y="1664"/>
                    </a:cubicBezTo>
                    <a:lnTo>
                      <a:pt x="1933" y="889"/>
                    </a:lnTo>
                    <a:lnTo>
                      <a:pt x="555" y="37"/>
                    </a:lnTo>
                    <a:cubicBezTo>
                      <a:pt x="515" y="12"/>
                      <a:pt x="471" y="1"/>
                      <a:pt x="42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0217;p58">
                <a:extLst>
                  <a:ext uri="{FF2B5EF4-FFF2-40B4-BE49-F238E27FC236}">
                    <a16:creationId xmlns:a16="http://schemas.microsoft.com/office/drawing/2014/main" id="{5E61547C-7E83-083E-32B1-DCB28C32A72D}"/>
                  </a:ext>
                </a:extLst>
              </p:cNvPr>
              <p:cNvSpPr/>
              <p:nvPr/>
            </p:nvSpPr>
            <p:spPr>
              <a:xfrm>
                <a:off x="5500279" y="3576600"/>
                <a:ext cx="50787" cy="45535"/>
              </a:xfrm>
              <a:custGeom>
                <a:avLst/>
                <a:gdLst/>
                <a:ahLst/>
                <a:cxnLst/>
                <a:rect l="l" t="t" r="r" b="b"/>
                <a:pathLst>
                  <a:path w="1934" h="1734" extrusionOk="0">
                    <a:moveTo>
                      <a:pt x="1507" y="1"/>
                    </a:moveTo>
                    <a:cubicBezTo>
                      <a:pt x="1463" y="1"/>
                      <a:pt x="1419" y="12"/>
                      <a:pt x="1379" y="37"/>
                    </a:cubicBezTo>
                    <a:lnTo>
                      <a:pt x="0" y="889"/>
                    </a:lnTo>
                    <a:lnTo>
                      <a:pt x="776" y="1664"/>
                    </a:lnTo>
                    <a:cubicBezTo>
                      <a:pt x="823" y="1711"/>
                      <a:pt x="881" y="1733"/>
                      <a:pt x="939" y="1733"/>
                    </a:cubicBezTo>
                    <a:cubicBezTo>
                      <a:pt x="1011" y="1733"/>
                      <a:pt x="1082" y="1699"/>
                      <a:pt x="1130" y="1636"/>
                    </a:cubicBezTo>
                    <a:lnTo>
                      <a:pt x="1934" y="583"/>
                    </a:lnTo>
                    <a:lnTo>
                      <a:pt x="1723" y="143"/>
                    </a:lnTo>
                    <a:cubicBezTo>
                      <a:pt x="1684" y="52"/>
                      <a:pt x="1597" y="1"/>
                      <a:pt x="150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0218;p58">
                <a:extLst>
                  <a:ext uri="{FF2B5EF4-FFF2-40B4-BE49-F238E27FC236}">
                    <a16:creationId xmlns:a16="http://schemas.microsoft.com/office/drawing/2014/main" id="{D9786EA1-4D91-13F2-930D-E21E8847473D}"/>
                  </a:ext>
                </a:extLst>
              </p:cNvPr>
              <p:cNvSpPr/>
              <p:nvPr/>
            </p:nvSpPr>
            <p:spPr>
              <a:xfrm>
                <a:off x="5436704" y="3441545"/>
                <a:ext cx="127177" cy="120218"/>
              </a:xfrm>
              <a:custGeom>
                <a:avLst/>
                <a:gdLst/>
                <a:ahLst/>
                <a:cxnLst/>
                <a:rect l="l" t="t" r="r" b="b"/>
                <a:pathLst>
                  <a:path w="4843" h="4578" extrusionOk="0">
                    <a:moveTo>
                      <a:pt x="2088" y="0"/>
                    </a:moveTo>
                    <a:cubicBezTo>
                      <a:pt x="1472" y="0"/>
                      <a:pt x="939" y="103"/>
                      <a:pt x="670" y="165"/>
                    </a:cubicBezTo>
                    <a:cubicBezTo>
                      <a:pt x="555" y="194"/>
                      <a:pt x="479" y="290"/>
                      <a:pt x="488" y="405"/>
                    </a:cubicBezTo>
                    <a:lnTo>
                      <a:pt x="488" y="989"/>
                    </a:lnTo>
                    <a:cubicBezTo>
                      <a:pt x="488" y="1113"/>
                      <a:pt x="431" y="1237"/>
                      <a:pt x="345" y="1333"/>
                    </a:cubicBezTo>
                    <a:lnTo>
                      <a:pt x="144" y="1534"/>
                    </a:lnTo>
                    <a:cubicBezTo>
                      <a:pt x="48" y="1620"/>
                      <a:pt x="0" y="1745"/>
                      <a:pt x="0" y="1869"/>
                    </a:cubicBezTo>
                    <a:lnTo>
                      <a:pt x="0" y="2156"/>
                    </a:lnTo>
                    <a:cubicBezTo>
                      <a:pt x="0" y="3496"/>
                      <a:pt x="1082" y="4577"/>
                      <a:pt x="2421" y="4577"/>
                    </a:cubicBezTo>
                    <a:cubicBezTo>
                      <a:pt x="3761" y="4577"/>
                      <a:pt x="4843" y="3496"/>
                      <a:pt x="4843" y="2156"/>
                    </a:cubicBezTo>
                    <a:lnTo>
                      <a:pt x="4843" y="1869"/>
                    </a:lnTo>
                    <a:cubicBezTo>
                      <a:pt x="4843" y="1745"/>
                      <a:pt x="4795" y="1620"/>
                      <a:pt x="4699" y="1524"/>
                    </a:cubicBezTo>
                    <a:lnTo>
                      <a:pt x="4498" y="1323"/>
                    </a:lnTo>
                    <a:cubicBezTo>
                      <a:pt x="4412" y="1237"/>
                      <a:pt x="4355" y="1113"/>
                      <a:pt x="4355" y="989"/>
                    </a:cubicBezTo>
                    <a:lnTo>
                      <a:pt x="4355" y="855"/>
                    </a:lnTo>
                    <a:cubicBezTo>
                      <a:pt x="4364" y="759"/>
                      <a:pt x="4316" y="663"/>
                      <a:pt x="4240" y="606"/>
                    </a:cubicBezTo>
                    <a:cubicBezTo>
                      <a:pt x="3593" y="132"/>
                      <a:pt x="2788" y="0"/>
                      <a:pt x="2088" y="0"/>
                    </a:cubicBezTo>
                    <a:close/>
                  </a:path>
                </a:pathLst>
              </a:custGeom>
              <a:solidFill>
                <a:srgbClr val="FFCC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0219;p58">
                <a:extLst>
                  <a:ext uri="{FF2B5EF4-FFF2-40B4-BE49-F238E27FC236}">
                    <a16:creationId xmlns:a16="http://schemas.microsoft.com/office/drawing/2014/main" id="{1CD04210-4413-2E52-B941-4831F64FB5B8}"/>
                  </a:ext>
                </a:extLst>
              </p:cNvPr>
              <p:cNvSpPr/>
              <p:nvPr/>
            </p:nvSpPr>
            <p:spPr>
              <a:xfrm>
                <a:off x="5436704" y="3441676"/>
                <a:ext cx="114625" cy="119588"/>
              </a:xfrm>
              <a:custGeom>
                <a:avLst/>
                <a:gdLst/>
                <a:ahLst/>
                <a:cxnLst/>
                <a:rect l="l" t="t" r="r" b="b"/>
                <a:pathLst>
                  <a:path w="4365" h="4554" extrusionOk="0">
                    <a:moveTo>
                      <a:pt x="2098" y="0"/>
                    </a:moveTo>
                    <a:cubicBezTo>
                      <a:pt x="1869" y="0"/>
                      <a:pt x="1651" y="15"/>
                      <a:pt x="1455" y="36"/>
                    </a:cubicBezTo>
                    <a:cubicBezTo>
                      <a:pt x="1187" y="65"/>
                      <a:pt x="928" y="103"/>
                      <a:pt x="670" y="170"/>
                    </a:cubicBezTo>
                    <a:cubicBezTo>
                      <a:pt x="555" y="189"/>
                      <a:pt x="479" y="294"/>
                      <a:pt x="488" y="409"/>
                    </a:cubicBezTo>
                    <a:lnTo>
                      <a:pt x="488" y="984"/>
                    </a:lnTo>
                    <a:cubicBezTo>
                      <a:pt x="488" y="1117"/>
                      <a:pt x="431" y="1242"/>
                      <a:pt x="345" y="1328"/>
                    </a:cubicBezTo>
                    <a:lnTo>
                      <a:pt x="144" y="1529"/>
                    </a:lnTo>
                    <a:cubicBezTo>
                      <a:pt x="48" y="1615"/>
                      <a:pt x="0" y="1740"/>
                      <a:pt x="0" y="1874"/>
                    </a:cubicBezTo>
                    <a:lnTo>
                      <a:pt x="0" y="2151"/>
                    </a:lnTo>
                    <a:cubicBezTo>
                      <a:pt x="0" y="3376"/>
                      <a:pt x="919" y="4410"/>
                      <a:pt x="2134" y="4553"/>
                    </a:cubicBezTo>
                    <a:cubicBezTo>
                      <a:pt x="1704" y="4103"/>
                      <a:pt x="1455" y="3510"/>
                      <a:pt x="1455" y="2878"/>
                    </a:cubicBezTo>
                    <a:lnTo>
                      <a:pt x="1455" y="1108"/>
                    </a:lnTo>
                    <a:cubicBezTo>
                      <a:pt x="1464" y="869"/>
                      <a:pt x="1646" y="658"/>
                      <a:pt x="1885" y="629"/>
                    </a:cubicBezTo>
                    <a:cubicBezTo>
                      <a:pt x="2077" y="604"/>
                      <a:pt x="2320" y="583"/>
                      <a:pt x="2589" y="583"/>
                    </a:cubicBezTo>
                    <a:cubicBezTo>
                      <a:pt x="3141" y="583"/>
                      <a:pt x="3805" y="671"/>
                      <a:pt x="4364" y="993"/>
                    </a:cubicBezTo>
                    <a:lnTo>
                      <a:pt x="4364" y="859"/>
                    </a:lnTo>
                    <a:cubicBezTo>
                      <a:pt x="4364" y="754"/>
                      <a:pt x="4316" y="658"/>
                      <a:pt x="4240" y="601"/>
                    </a:cubicBezTo>
                    <a:cubicBezTo>
                      <a:pt x="3599" y="133"/>
                      <a:pt x="2795" y="0"/>
                      <a:pt x="2098" y="0"/>
                    </a:cubicBezTo>
                    <a:close/>
                  </a:path>
                </a:pathLst>
              </a:custGeom>
              <a:solidFill>
                <a:srgbClr val="FFA5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0220;p58">
                <a:extLst>
                  <a:ext uri="{FF2B5EF4-FFF2-40B4-BE49-F238E27FC236}">
                    <a16:creationId xmlns:a16="http://schemas.microsoft.com/office/drawing/2014/main" id="{1B9AD8FC-DFD7-A6C0-0A6F-D957E274FA77}"/>
                  </a:ext>
                </a:extLst>
              </p:cNvPr>
              <p:cNvSpPr/>
              <p:nvPr/>
            </p:nvSpPr>
            <p:spPr>
              <a:xfrm>
                <a:off x="5392219" y="3613259"/>
                <a:ext cx="37972" cy="63103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2403" extrusionOk="0">
                    <a:moveTo>
                      <a:pt x="259" y="0"/>
                    </a:moveTo>
                    <a:cubicBezTo>
                      <a:pt x="96" y="173"/>
                      <a:pt x="0" y="412"/>
                      <a:pt x="0" y="661"/>
                    </a:cubicBezTo>
                    <a:lnTo>
                      <a:pt x="0" y="2163"/>
                    </a:lnTo>
                    <a:cubicBezTo>
                      <a:pt x="0" y="2288"/>
                      <a:pt x="105" y="2402"/>
                      <a:pt x="239" y="2402"/>
                    </a:cubicBezTo>
                    <a:lnTo>
                      <a:pt x="1445" y="2402"/>
                    </a:lnTo>
                    <a:lnTo>
                      <a:pt x="1445" y="1589"/>
                    </a:lnTo>
                    <a:cubicBezTo>
                      <a:pt x="1445" y="1331"/>
                      <a:pt x="1350" y="1082"/>
                      <a:pt x="1168" y="900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1AD405CD-1330-C81B-C192-BD5EB06C8ED1}"/>
              </a:ext>
            </a:extLst>
          </p:cNvPr>
          <p:cNvGrpSpPr/>
          <p:nvPr/>
        </p:nvGrpSpPr>
        <p:grpSpPr>
          <a:xfrm>
            <a:off x="589359" y="3145269"/>
            <a:ext cx="664795" cy="677778"/>
            <a:chOff x="589359" y="3145269"/>
            <a:chExt cx="664795" cy="677778"/>
          </a:xfrm>
        </p:grpSpPr>
        <p:sp>
          <p:nvSpPr>
            <p:cNvPr id="65" name="Diagrama de flujo: conector 64">
              <a:hlinkClick r:id="rId3" action="ppaction://hlinksldjump"/>
              <a:extLst>
                <a:ext uri="{FF2B5EF4-FFF2-40B4-BE49-F238E27FC236}">
                  <a16:creationId xmlns:a16="http://schemas.microsoft.com/office/drawing/2014/main" id="{09B582BD-2AC0-05A9-5D00-C3CCEDEFA23B}"/>
                </a:ext>
              </a:extLst>
            </p:cNvPr>
            <p:cNvSpPr/>
            <p:nvPr/>
          </p:nvSpPr>
          <p:spPr>
            <a:xfrm>
              <a:off x="589359" y="3145269"/>
              <a:ext cx="664795" cy="677778"/>
            </a:xfrm>
            <a:prstGeom prst="flowChartConnector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001">
              <a:schemeClr val="dk2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44" name="Google Shape;10031;p58">
              <a:extLst>
                <a:ext uri="{FF2B5EF4-FFF2-40B4-BE49-F238E27FC236}">
                  <a16:creationId xmlns:a16="http://schemas.microsoft.com/office/drawing/2014/main" id="{FA5D8D55-0F47-A0E3-7F10-14A7A29A1EAE}"/>
                </a:ext>
              </a:extLst>
            </p:cNvPr>
            <p:cNvGrpSpPr/>
            <p:nvPr/>
          </p:nvGrpSpPr>
          <p:grpSpPr>
            <a:xfrm>
              <a:off x="722187" y="3202137"/>
              <a:ext cx="424760" cy="524483"/>
              <a:chOff x="5394478" y="1514533"/>
              <a:chExt cx="249076" cy="351096"/>
            </a:xfrm>
          </p:grpSpPr>
          <p:sp>
            <p:nvSpPr>
              <p:cNvPr id="45" name="Google Shape;10032;p58">
                <a:extLst>
                  <a:ext uri="{FF2B5EF4-FFF2-40B4-BE49-F238E27FC236}">
                    <a16:creationId xmlns:a16="http://schemas.microsoft.com/office/drawing/2014/main" id="{47DA5C27-6BF0-0001-205E-7A836D61DD79}"/>
                  </a:ext>
                </a:extLst>
              </p:cNvPr>
              <p:cNvSpPr/>
              <p:nvPr/>
            </p:nvSpPr>
            <p:spPr>
              <a:xfrm>
                <a:off x="5394478" y="1537143"/>
                <a:ext cx="249076" cy="328486"/>
              </a:xfrm>
              <a:custGeom>
                <a:avLst/>
                <a:gdLst/>
                <a:ahLst/>
                <a:cxnLst/>
                <a:rect l="l" t="t" r="r" b="b"/>
                <a:pathLst>
                  <a:path w="9485" h="12509" extrusionOk="0">
                    <a:moveTo>
                      <a:pt x="651" y="0"/>
                    </a:moveTo>
                    <a:cubicBezTo>
                      <a:pt x="287" y="0"/>
                      <a:pt x="0" y="288"/>
                      <a:pt x="0" y="651"/>
                    </a:cubicBezTo>
                    <a:lnTo>
                      <a:pt x="0" y="11868"/>
                    </a:lnTo>
                    <a:cubicBezTo>
                      <a:pt x="0" y="12222"/>
                      <a:pt x="287" y="12509"/>
                      <a:pt x="651" y="12509"/>
                    </a:cubicBezTo>
                    <a:lnTo>
                      <a:pt x="8843" y="12509"/>
                    </a:lnTo>
                    <a:cubicBezTo>
                      <a:pt x="9197" y="12509"/>
                      <a:pt x="9484" y="12222"/>
                      <a:pt x="9484" y="11868"/>
                    </a:cubicBezTo>
                    <a:lnTo>
                      <a:pt x="9484" y="642"/>
                    </a:lnTo>
                    <a:cubicBezTo>
                      <a:pt x="9484" y="288"/>
                      <a:pt x="9197" y="0"/>
                      <a:pt x="8843" y="0"/>
                    </a:cubicBezTo>
                    <a:lnTo>
                      <a:pt x="5398" y="0"/>
                    </a:lnTo>
                    <a:cubicBezTo>
                      <a:pt x="5398" y="354"/>
                      <a:pt x="5101" y="642"/>
                      <a:pt x="4747" y="642"/>
                    </a:cubicBezTo>
                    <a:cubicBezTo>
                      <a:pt x="4393" y="642"/>
                      <a:pt x="4096" y="354"/>
                      <a:pt x="4096" y="0"/>
                    </a:cubicBezTo>
                    <a:close/>
                  </a:path>
                </a:pathLst>
              </a:custGeom>
              <a:solidFill>
                <a:srgbClr val="3E1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0033;p58">
                <a:extLst>
                  <a:ext uri="{FF2B5EF4-FFF2-40B4-BE49-F238E27FC236}">
                    <a16:creationId xmlns:a16="http://schemas.microsoft.com/office/drawing/2014/main" id="{26B2F0E1-E365-8BC8-2B86-DB39400ED73E}"/>
                  </a:ext>
                </a:extLst>
              </p:cNvPr>
              <p:cNvSpPr/>
              <p:nvPr/>
            </p:nvSpPr>
            <p:spPr>
              <a:xfrm>
                <a:off x="5405770" y="1537143"/>
                <a:ext cx="226729" cy="305876"/>
              </a:xfrm>
              <a:custGeom>
                <a:avLst/>
                <a:gdLst/>
                <a:ahLst/>
                <a:cxnLst/>
                <a:rect l="l" t="t" r="r" b="b"/>
                <a:pathLst>
                  <a:path w="8634" h="11648" extrusionOk="0">
                    <a:moveTo>
                      <a:pt x="1944" y="0"/>
                    </a:moveTo>
                    <a:lnTo>
                      <a:pt x="1944" y="211"/>
                    </a:lnTo>
                    <a:cubicBezTo>
                      <a:pt x="1944" y="335"/>
                      <a:pt x="1848" y="431"/>
                      <a:pt x="1733" y="431"/>
                    </a:cubicBezTo>
                    <a:lnTo>
                      <a:pt x="432" y="431"/>
                    </a:lnTo>
                    <a:cubicBezTo>
                      <a:pt x="192" y="431"/>
                      <a:pt x="1" y="622"/>
                      <a:pt x="1" y="862"/>
                    </a:cubicBezTo>
                    <a:lnTo>
                      <a:pt x="1" y="11217"/>
                    </a:lnTo>
                    <a:cubicBezTo>
                      <a:pt x="1" y="11456"/>
                      <a:pt x="192" y="11647"/>
                      <a:pt x="432" y="11647"/>
                    </a:cubicBezTo>
                    <a:lnTo>
                      <a:pt x="8193" y="11647"/>
                    </a:lnTo>
                    <a:cubicBezTo>
                      <a:pt x="8432" y="11647"/>
                      <a:pt x="8633" y="11456"/>
                      <a:pt x="8633" y="11217"/>
                    </a:cubicBezTo>
                    <a:lnTo>
                      <a:pt x="8633" y="862"/>
                    </a:lnTo>
                    <a:cubicBezTo>
                      <a:pt x="8624" y="622"/>
                      <a:pt x="8432" y="431"/>
                      <a:pt x="8203" y="431"/>
                    </a:cubicBezTo>
                    <a:lnTo>
                      <a:pt x="6901" y="431"/>
                    </a:lnTo>
                    <a:cubicBezTo>
                      <a:pt x="6786" y="431"/>
                      <a:pt x="6691" y="335"/>
                      <a:pt x="6691" y="211"/>
                    </a:cubicBezTo>
                    <a:lnTo>
                      <a:pt x="6691" y="0"/>
                    </a:lnTo>
                    <a:lnTo>
                      <a:pt x="4968" y="0"/>
                    </a:lnTo>
                    <a:cubicBezTo>
                      <a:pt x="4968" y="354"/>
                      <a:pt x="4671" y="651"/>
                      <a:pt x="4317" y="651"/>
                    </a:cubicBezTo>
                    <a:cubicBezTo>
                      <a:pt x="3963" y="651"/>
                      <a:pt x="3666" y="354"/>
                      <a:pt x="3666" y="0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0034;p58">
                <a:extLst>
                  <a:ext uri="{FF2B5EF4-FFF2-40B4-BE49-F238E27FC236}">
                    <a16:creationId xmlns:a16="http://schemas.microsoft.com/office/drawing/2014/main" id="{902CE3F9-D075-A225-3F33-19A8A679EEF5}"/>
                  </a:ext>
                </a:extLst>
              </p:cNvPr>
              <p:cNvSpPr/>
              <p:nvPr/>
            </p:nvSpPr>
            <p:spPr>
              <a:xfrm>
                <a:off x="5417088" y="1559753"/>
                <a:ext cx="203856" cy="271949"/>
              </a:xfrm>
              <a:custGeom>
                <a:avLst/>
                <a:gdLst/>
                <a:ahLst/>
                <a:cxnLst/>
                <a:rect l="l" t="t" r="r" b="b"/>
                <a:pathLst>
                  <a:path w="7763" h="10356" extrusionOk="0">
                    <a:moveTo>
                      <a:pt x="211" y="1"/>
                    </a:moveTo>
                    <a:cubicBezTo>
                      <a:pt x="96" y="1"/>
                      <a:pt x="1" y="96"/>
                      <a:pt x="1" y="221"/>
                    </a:cubicBezTo>
                    <a:lnTo>
                      <a:pt x="1" y="10136"/>
                    </a:lnTo>
                    <a:cubicBezTo>
                      <a:pt x="1" y="10250"/>
                      <a:pt x="96" y="10356"/>
                      <a:pt x="211" y="10356"/>
                    </a:cubicBezTo>
                    <a:lnTo>
                      <a:pt x="7552" y="10356"/>
                    </a:lnTo>
                    <a:cubicBezTo>
                      <a:pt x="7666" y="10346"/>
                      <a:pt x="7762" y="10250"/>
                      <a:pt x="7762" y="10136"/>
                    </a:cubicBezTo>
                    <a:lnTo>
                      <a:pt x="7762" y="221"/>
                    </a:lnTo>
                    <a:cubicBezTo>
                      <a:pt x="7762" y="96"/>
                      <a:pt x="7666" y="1"/>
                      <a:pt x="75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0035;p58">
                <a:extLst>
                  <a:ext uri="{FF2B5EF4-FFF2-40B4-BE49-F238E27FC236}">
                    <a16:creationId xmlns:a16="http://schemas.microsoft.com/office/drawing/2014/main" id="{10AB311A-B2BB-8C6A-988B-7E63EFBEC5FA}"/>
                  </a:ext>
                </a:extLst>
              </p:cNvPr>
              <p:cNvSpPr/>
              <p:nvPr/>
            </p:nvSpPr>
            <p:spPr>
              <a:xfrm>
                <a:off x="5468111" y="1514533"/>
                <a:ext cx="101810" cy="50787"/>
              </a:xfrm>
              <a:custGeom>
                <a:avLst/>
                <a:gdLst/>
                <a:ahLst/>
                <a:cxnLst/>
                <a:rect l="l" t="t" r="r" b="b"/>
                <a:pathLst>
                  <a:path w="3877" h="1934" extrusionOk="0">
                    <a:moveTo>
                      <a:pt x="1938" y="538"/>
                    </a:moveTo>
                    <a:cubicBezTo>
                      <a:pt x="2106" y="538"/>
                      <a:pt x="2269" y="667"/>
                      <a:pt x="2269" y="861"/>
                    </a:cubicBezTo>
                    <a:cubicBezTo>
                      <a:pt x="2269" y="1043"/>
                      <a:pt x="2115" y="1187"/>
                      <a:pt x="1943" y="1187"/>
                    </a:cubicBezTo>
                    <a:cubicBezTo>
                      <a:pt x="1656" y="1187"/>
                      <a:pt x="1513" y="833"/>
                      <a:pt x="1713" y="632"/>
                    </a:cubicBezTo>
                    <a:cubicBezTo>
                      <a:pt x="1778" y="567"/>
                      <a:pt x="1859" y="538"/>
                      <a:pt x="1938" y="538"/>
                    </a:cubicBezTo>
                    <a:close/>
                    <a:moveTo>
                      <a:pt x="1938" y="0"/>
                    </a:moveTo>
                    <a:cubicBezTo>
                      <a:pt x="1649" y="0"/>
                      <a:pt x="1359" y="144"/>
                      <a:pt x="1197" y="431"/>
                    </a:cubicBezTo>
                    <a:lnTo>
                      <a:pt x="431" y="431"/>
                    </a:lnTo>
                    <a:cubicBezTo>
                      <a:pt x="192" y="431"/>
                      <a:pt x="0" y="622"/>
                      <a:pt x="0" y="861"/>
                    </a:cubicBezTo>
                    <a:lnTo>
                      <a:pt x="0" y="1723"/>
                    </a:lnTo>
                    <a:cubicBezTo>
                      <a:pt x="0" y="1838"/>
                      <a:pt x="96" y="1933"/>
                      <a:pt x="211" y="1933"/>
                    </a:cubicBezTo>
                    <a:lnTo>
                      <a:pt x="3666" y="1933"/>
                    </a:lnTo>
                    <a:cubicBezTo>
                      <a:pt x="3781" y="1933"/>
                      <a:pt x="3876" y="1838"/>
                      <a:pt x="3876" y="1723"/>
                    </a:cubicBezTo>
                    <a:lnTo>
                      <a:pt x="3876" y="861"/>
                    </a:lnTo>
                    <a:cubicBezTo>
                      <a:pt x="3876" y="622"/>
                      <a:pt x="3685" y="431"/>
                      <a:pt x="3455" y="431"/>
                    </a:cubicBezTo>
                    <a:lnTo>
                      <a:pt x="2680" y="431"/>
                    </a:lnTo>
                    <a:cubicBezTo>
                      <a:pt x="2517" y="144"/>
                      <a:pt x="2228" y="0"/>
                      <a:pt x="1938" y="0"/>
                    </a:cubicBezTo>
                    <a:close/>
                  </a:path>
                </a:pathLst>
              </a:custGeom>
              <a:solidFill>
                <a:srgbClr val="C5D1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0036;p58">
                <a:extLst>
                  <a:ext uri="{FF2B5EF4-FFF2-40B4-BE49-F238E27FC236}">
                    <a16:creationId xmlns:a16="http://schemas.microsoft.com/office/drawing/2014/main" id="{A008ABF0-5B39-10E8-36AE-D40046EEA4F3}"/>
                  </a:ext>
                </a:extLst>
              </p:cNvPr>
              <p:cNvSpPr/>
              <p:nvPr/>
            </p:nvSpPr>
            <p:spPr>
              <a:xfrm>
                <a:off x="5448258" y="1670098"/>
                <a:ext cx="28413" cy="28413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82" extrusionOk="0">
                    <a:moveTo>
                      <a:pt x="546" y="0"/>
                    </a:moveTo>
                    <a:cubicBezTo>
                      <a:pt x="240" y="0"/>
                      <a:pt x="0" y="249"/>
                      <a:pt x="0" y="546"/>
                    </a:cubicBezTo>
                    <a:cubicBezTo>
                      <a:pt x="0" y="842"/>
                      <a:pt x="240" y="1082"/>
                      <a:pt x="546" y="1082"/>
                    </a:cubicBezTo>
                    <a:cubicBezTo>
                      <a:pt x="843" y="1082"/>
                      <a:pt x="1082" y="842"/>
                      <a:pt x="1082" y="546"/>
                    </a:cubicBezTo>
                    <a:cubicBezTo>
                      <a:pt x="1082" y="249"/>
                      <a:pt x="843" y="0"/>
                      <a:pt x="546" y="0"/>
                    </a:cubicBezTo>
                    <a:close/>
                  </a:path>
                </a:pathLst>
              </a:custGeom>
              <a:solidFill>
                <a:srgbClr val="6376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0037;p58">
                <a:extLst>
                  <a:ext uri="{FF2B5EF4-FFF2-40B4-BE49-F238E27FC236}">
                    <a16:creationId xmlns:a16="http://schemas.microsoft.com/office/drawing/2014/main" id="{DEA256D1-0612-5D08-27C8-FEC8CBCBE894}"/>
                  </a:ext>
                </a:extLst>
              </p:cNvPr>
              <p:cNvSpPr/>
              <p:nvPr/>
            </p:nvSpPr>
            <p:spPr>
              <a:xfrm>
                <a:off x="5448258" y="1721095"/>
                <a:ext cx="28413" cy="28440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83" extrusionOk="0">
                    <a:moveTo>
                      <a:pt x="546" y="1"/>
                    </a:moveTo>
                    <a:cubicBezTo>
                      <a:pt x="240" y="1"/>
                      <a:pt x="0" y="240"/>
                      <a:pt x="0" y="537"/>
                    </a:cubicBezTo>
                    <a:cubicBezTo>
                      <a:pt x="0" y="843"/>
                      <a:pt x="240" y="1082"/>
                      <a:pt x="546" y="1082"/>
                    </a:cubicBezTo>
                    <a:cubicBezTo>
                      <a:pt x="843" y="1082"/>
                      <a:pt x="1082" y="843"/>
                      <a:pt x="1082" y="537"/>
                    </a:cubicBezTo>
                    <a:cubicBezTo>
                      <a:pt x="1082" y="240"/>
                      <a:pt x="843" y="1"/>
                      <a:pt x="546" y="1"/>
                    </a:cubicBezTo>
                    <a:close/>
                  </a:path>
                </a:pathLst>
              </a:custGeom>
              <a:solidFill>
                <a:srgbClr val="6376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0038;p58">
                <a:extLst>
                  <a:ext uri="{FF2B5EF4-FFF2-40B4-BE49-F238E27FC236}">
                    <a16:creationId xmlns:a16="http://schemas.microsoft.com/office/drawing/2014/main" id="{43E58C80-71E3-4595-F802-2A7511ED69B6}"/>
                  </a:ext>
                </a:extLst>
              </p:cNvPr>
              <p:cNvSpPr/>
              <p:nvPr/>
            </p:nvSpPr>
            <p:spPr>
              <a:xfrm>
                <a:off x="5448258" y="1772118"/>
                <a:ext cx="28413" cy="28440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83" extrusionOk="0">
                    <a:moveTo>
                      <a:pt x="546" y="1"/>
                    </a:moveTo>
                    <a:cubicBezTo>
                      <a:pt x="240" y="1"/>
                      <a:pt x="0" y="240"/>
                      <a:pt x="0" y="537"/>
                    </a:cubicBezTo>
                    <a:cubicBezTo>
                      <a:pt x="0" y="833"/>
                      <a:pt x="240" y="1082"/>
                      <a:pt x="546" y="1082"/>
                    </a:cubicBezTo>
                    <a:cubicBezTo>
                      <a:pt x="843" y="1082"/>
                      <a:pt x="1082" y="833"/>
                      <a:pt x="1082" y="537"/>
                    </a:cubicBezTo>
                    <a:cubicBezTo>
                      <a:pt x="1082" y="240"/>
                      <a:pt x="843" y="1"/>
                      <a:pt x="546" y="1"/>
                    </a:cubicBezTo>
                    <a:close/>
                  </a:path>
                </a:pathLst>
              </a:custGeom>
              <a:solidFill>
                <a:srgbClr val="6376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0039;p58">
                <a:extLst>
                  <a:ext uri="{FF2B5EF4-FFF2-40B4-BE49-F238E27FC236}">
                    <a16:creationId xmlns:a16="http://schemas.microsoft.com/office/drawing/2014/main" id="{8AB02DEC-A3F8-430F-6C1E-39E8011E6964}"/>
                  </a:ext>
                </a:extLst>
              </p:cNvPr>
              <p:cNvSpPr/>
              <p:nvPr/>
            </p:nvSpPr>
            <p:spPr>
              <a:xfrm>
                <a:off x="5488961" y="1667314"/>
                <a:ext cx="66123" cy="11344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32" extrusionOk="0">
                    <a:moveTo>
                      <a:pt x="288" y="1"/>
                    </a:moveTo>
                    <a:cubicBezTo>
                      <a:pt x="1" y="1"/>
                      <a:pt x="1" y="431"/>
                      <a:pt x="288" y="431"/>
                    </a:cubicBezTo>
                    <a:lnTo>
                      <a:pt x="2231" y="431"/>
                    </a:lnTo>
                    <a:cubicBezTo>
                      <a:pt x="2518" y="431"/>
                      <a:pt x="2518" y="1"/>
                      <a:pt x="223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0040;p58">
                <a:extLst>
                  <a:ext uri="{FF2B5EF4-FFF2-40B4-BE49-F238E27FC236}">
                    <a16:creationId xmlns:a16="http://schemas.microsoft.com/office/drawing/2014/main" id="{B9DB168F-3EB8-5A39-E6A8-4CCC117C5C1B}"/>
                  </a:ext>
                </a:extLst>
              </p:cNvPr>
              <p:cNvSpPr/>
              <p:nvPr/>
            </p:nvSpPr>
            <p:spPr>
              <a:xfrm>
                <a:off x="5488725" y="1689950"/>
                <a:ext cx="105828" cy="11318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431" extrusionOk="0">
                    <a:moveTo>
                      <a:pt x="297" y="0"/>
                    </a:moveTo>
                    <a:cubicBezTo>
                      <a:pt x="0" y="0"/>
                      <a:pt x="0" y="431"/>
                      <a:pt x="297" y="431"/>
                    </a:cubicBezTo>
                    <a:lnTo>
                      <a:pt x="3742" y="431"/>
                    </a:lnTo>
                    <a:cubicBezTo>
                      <a:pt x="4029" y="431"/>
                      <a:pt x="4029" y="0"/>
                      <a:pt x="3742" y="0"/>
                    </a:cubicBezTo>
                    <a:close/>
                  </a:path>
                </a:pathLst>
              </a:custGeom>
              <a:solidFill>
                <a:srgbClr val="C5D1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0041;p58">
                <a:extLst>
                  <a:ext uri="{FF2B5EF4-FFF2-40B4-BE49-F238E27FC236}">
                    <a16:creationId xmlns:a16="http://schemas.microsoft.com/office/drawing/2014/main" id="{706ED613-DC62-7837-4EA1-DCB75EDA665D}"/>
                  </a:ext>
                </a:extLst>
              </p:cNvPr>
              <p:cNvSpPr/>
              <p:nvPr/>
            </p:nvSpPr>
            <p:spPr>
              <a:xfrm>
                <a:off x="5488961" y="1718337"/>
                <a:ext cx="66123" cy="11344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32" extrusionOk="0">
                    <a:moveTo>
                      <a:pt x="288" y="1"/>
                    </a:moveTo>
                    <a:cubicBezTo>
                      <a:pt x="1" y="1"/>
                      <a:pt x="1" y="431"/>
                      <a:pt x="288" y="431"/>
                    </a:cubicBezTo>
                    <a:lnTo>
                      <a:pt x="2231" y="431"/>
                    </a:lnTo>
                    <a:cubicBezTo>
                      <a:pt x="2518" y="431"/>
                      <a:pt x="2518" y="1"/>
                      <a:pt x="223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0042;p58">
                <a:extLst>
                  <a:ext uri="{FF2B5EF4-FFF2-40B4-BE49-F238E27FC236}">
                    <a16:creationId xmlns:a16="http://schemas.microsoft.com/office/drawing/2014/main" id="{B4958EBE-708D-32D7-5BC1-F6E9AC892ABF}"/>
                  </a:ext>
                </a:extLst>
              </p:cNvPr>
              <p:cNvSpPr/>
              <p:nvPr/>
            </p:nvSpPr>
            <p:spPr>
              <a:xfrm>
                <a:off x="5488725" y="1740947"/>
                <a:ext cx="105828" cy="11344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432" extrusionOk="0">
                    <a:moveTo>
                      <a:pt x="297" y="1"/>
                    </a:moveTo>
                    <a:cubicBezTo>
                      <a:pt x="0" y="1"/>
                      <a:pt x="0" y="432"/>
                      <a:pt x="297" y="432"/>
                    </a:cubicBezTo>
                    <a:lnTo>
                      <a:pt x="3742" y="432"/>
                    </a:lnTo>
                    <a:cubicBezTo>
                      <a:pt x="4029" y="432"/>
                      <a:pt x="4029" y="1"/>
                      <a:pt x="3742" y="1"/>
                    </a:cubicBezTo>
                    <a:close/>
                  </a:path>
                </a:pathLst>
              </a:custGeom>
              <a:solidFill>
                <a:srgbClr val="C5D1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0043;p58">
                <a:extLst>
                  <a:ext uri="{FF2B5EF4-FFF2-40B4-BE49-F238E27FC236}">
                    <a16:creationId xmlns:a16="http://schemas.microsoft.com/office/drawing/2014/main" id="{BF5BFBAF-691F-B6DC-A683-310E7F8A9437}"/>
                  </a:ext>
                </a:extLst>
              </p:cNvPr>
              <p:cNvSpPr/>
              <p:nvPr/>
            </p:nvSpPr>
            <p:spPr>
              <a:xfrm>
                <a:off x="5488961" y="1769360"/>
                <a:ext cx="66123" cy="11318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31" extrusionOk="0">
                    <a:moveTo>
                      <a:pt x="288" y="0"/>
                    </a:moveTo>
                    <a:cubicBezTo>
                      <a:pt x="1" y="0"/>
                      <a:pt x="1" y="431"/>
                      <a:pt x="288" y="431"/>
                    </a:cubicBezTo>
                    <a:lnTo>
                      <a:pt x="2231" y="431"/>
                    </a:lnTo>
                    <a:cubicBezTo>
                      <a:pt x="2518" y="431"/>
                      <a:pt x="2518" y="0"/>
                      <a:pt x="2231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0044;p58">
                <a:extLst>
                  <a:ext uri="{FF2B5EF4-FFF2-40B4-BE49-F238E27FC236}">
                    <a16:creationId xmlns:a16="http://schemas.microsoft.com/office/drawing/2014/main" id="{3BD67107-191B-E820-8DF6-9340AFD5BF4A}"/>
                  </a:ext>
                </a:extLst>
              </p:cNvPr>
              <p:cNvSpPr/>
              <p:nvPr/>
            </p:nvSpPr>
            <p:spPr>
              <a:xfrm>
                <a:off x="5488725" y="1791970"/>
                <a:ext cx="105828" cy="11344"/>
              </a:xfrm>
              <a:custGeom>
                <a:avLst/>
                <a:gdLst/>
                <a:ahLst/>
                <a:cxnLst/>
                <a:rect l="l" t="t" r="r" b="b"/>
                <a:pathLst>
                  <a:path w="4030" h="432" extrusionOk="0">
                    <a:moveTo>
                      <a:pt x="297" y="1"/>
                    </a:moveTo>
                    <a:cubicBezTo>
                      <a:pt x="0" y="1"/>
                      <a:pt x="0" y="431"/>
                      <a:pt x="297" y="431"/>
                    </a:cubicBezTo>
                    <a:lnTo>
                      <a:pt x="3742" y="431"/>
                    </a:lnTo>
                    <a:cubicBezTo>
                      <a:pt x="4029" y="431"/>
                      <a:pt x="4029" y="1"/>
                      <a:pt x="3742" y="1"/>
                    </a:cubicBezTo>
                    <a:close/>
                  </a:path>
                </a:pathLst>
              </a:custGeom>
              <a:solidFill>
                <a:srgbClr val="C5D1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0045;p58">
                <a:extLst>
                  <a:ext uri="{FF2B5EF4-FFF2-40B4-BE49-F238E27FC236}">
                    <a16:creationId xmlns:a16="http://schemas.microsoft.com/office/drawing/2014/main" id="{32E21ABA-800C-C2DC-08F8-835DC141B34E}"/>
                  </a:ext>
                </a:extLst>
              </p:cNvPr>
              <p:cNvSpPr/>
              <p:nvPr/>
            </p:nvSpPr>
            <p:spPr>
              <a:xfrm>
                <a:off x="5488961" y="1582389"/>
                <a:ext cx="100051" cy="11318"/>
              </a:xfrm>
              <a:custGeom>
                <a:avLst/>
                <a:gdLst/>
                <a:ahLst/>
                <a:cxnLst/>
                <a:rect l="l" t="t" r="r" b="b"/>
                <a:pathLst>
                  <a:path w="3810" h="431" extrusionOk="0">
                    <a:moveTo>
                      <a:pt x="288" y="0"/>
                    </a:moveTo>
                    <a:cubicBezTo>
                      <a:pt x="1" y="0"/>
                      <a:pt x="1" y="431"/>
                      <a:pt x="288" y="431"/>
                    </a:cubicBezTo>
                    <a:lnTo>
                      <a:pt x="3523" y="431"/>
                    </a:lnTo>
                    <a:cubicBezTo>
                      <a:pt x="3810" y="431"/>
                      <a:pt x="3810" y="0"/>
                      <a:pt x="352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0046;p58">
                <a:extLst>
                  <a:ext uri="{FF2B5EF4-FFF2-40B4-BE49-F238E27FC236}">
                    <a16:creationId xmlns:a16="http://schemas.microsoft.com/office/drawing/2014/main" id="{406B6C93-39E0-10C1-A6FF-EABF2C8FF28C}"/>
                  </a:ext>
                </a:extLst>
              </p:cNvPr>
              <p:cNvSpPr/>
              <p:nvPr/>
            </p:nvSpPr>
            <p:spPr>
              <a:xfrm>
                <a:off x="5443479" y="1633386"/>
                <a:ext cx="151074" cy="11344"/>
              </a:xfrm>
              <a:custGeom>
                <a:avLst/>
                <a:gdLst/>
                <a:ahLst/>
                <a:cxnLst/>
                <a:rect l="l" t="t" r="r" b="b"/>
                <a:pathLst>
                  <a:path w="5753" h="432" extrusionOk="0">
                    <a:moveTo>
                      <a:pt x="288" y="1"/>
                    </a:moveTo>
                    <a:cubicBezTo>
                      <a:pt x="1" y="1"/>
                      <a:pt x="1" y="431"/>
                      <a:pt x="288" y="431"/>
                    </a:cubicBezTo>
                    <a:lnTo>
                      <a:pt x="5465" y="431"/>
                    </a:lnTo>
                    <a:cubicBezTo>
                      <a:pt x="5752" y="431"/>
                      <a:pt x="5752" y="1"/>
                      <a:pt x="5465" y="1"/>
                    </a:cubicBezTo>
                    <a:close/>
                  </a:path>
                </a:pathLst>
              </a:custGeom>
              <a:solidFill>
                <a:srgbClr val="C5D1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0047;p58">
                <a:extLst>
                  <a:ext uri="{FF2B5EF4-FFF2-40B4-BE49-F238E27FC236}">
                    <a16:creationId xmlns:a16="http://schemas.microsoft.com/office/drawing/2014/main" id="{3DA29F55-635D-3EF1-CE84-4C1F83C7591D}"/>
                  </a:ext>
                </a:extLst>
              </p:cNvPr>
              <p:cNvSpPr/>
              <p:nvPr/>
            </p:nvSpPr>
            <p:spPr>
              <a:xfrm>
                <a:off x="5488961" y="1604999"/>
                <a:ext cx="26418" cy="11344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432" extrusionOk="0">
                    <a:moveTo>
                      <a:pt x="288" y="0"/>
                    </a:moveTo>
                    <a:cubicBezTo>
                      <a:pt x="1" y="0"/>
                      <a:pt x="1" y="431"/>
                      <a:pt x="288" y="431"/>
                    </a:cubicBezTo>
                    <a:lnTo>
                      <a:pt x="719" y="431"/>
                    </a:lnTo>
                    <a:cubicBezTo>
                      <a:pt x="1006" y="431"/>
                      <a:pt x="1006" y="0"/>
                      <a:pt x="719" y="0"/>
                    </a:cubicBezTo>
                    <a:close/>
                  </a:path>
                </a:pathLst>
              </a:custGeom>
              <a:solidFill>
                <a:srgbClr val="909FA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0048;p58">
                <a:extLst>
                  <a:ext uri="{FF2B5EF4-FFF2-40B4-BE49-F238E27FC236}">
                    <a16:creationId xmlns:a16="http://schemas.microsoft.com/office/drawing/2014/main" id="{096E797D-19D0-4D12-FD75-7D0825173D21}"/>
                  </a:ext>
                </a:extLst>
              </p:cNvPr>
              <p:cNvSpPr/>
              <p:nvPr/>
            </p:nvSpPr>
            <p:spPr>
              <a:xfrm>
                <a:off x="5522889" y="1604999"/>
                <a:ext cx="37736" cy="11344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432" extrusionOk="0">
                    <a:moveTo>
                      <a:pt x="288" y="0"/>
                    </a:moveTo>
                    <a:cubicBezTo>
                      <a:pt x="1" y="0"/>
                      <a:pt x="1" y="431"/>
                      <a:pt x="288" y="431"/>
                    </a:cubicBezTo>
                    <a:lnTo>
                      <a:pt x="1149" y="431"/>
                    </a:lnTo>
                    <a:cubicBezTo>
                      <a:pt x="1436" y="431"/>
                      <a:pt x="1436" y="0"/>
                      <a:pt x="1149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0049;p58">
                <a:extLst>
                  <a:ext uri="{FF2B5EF4-FFF2-40B4-BE49-F238E27FC236}">
                    <a16:creationId xmlns:a16="http://schemas.microsoft.com/office/drawing/2014/main" id="{3A7F1755-D270-C8FD-9C14-A4C50022D7FB}"/>
                  </a:ext>
                </a:extLst>
              </p:cNvPr>
              <p:cNvSpPr/>
              <p:nvPr/>
            </p:nvSpPr>
            <p:spPr>
              <a:xfrm>
                <a:off x="5445501" y="1582389"/>
                <a:ext cx="34191" cy="33954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1293" extrusionOk="0">
                    <a:moveTo>
                      <a:pt x="220" y="0"/>
                    </a:moveTo>
                    <a:cubicBezTo>
                      <a:pt x="96" y="0"/>
                      <a:pt x="0" y="96"/>
                      <a:pt x="0" y="220"/>
                    </a:cubicBezTo>
                    <a:lnTo>
                      <a:pt x="0" y="1081"/>
                    </a:lnTo>
                    <a:cubicBezTo>
                      <a:pt x="0" y="1196"/>
                      <a:pt x="96" y="1292"/>
                      <a:pt x="220" y="1292"/>
                    </a:cubicBezTo>
                    <a:lnTo>
                      <a:pt x="1082" y="1292"/>
                    </a:lnTo>
                    <a:cubicBezTo>
                      <a:pt x="1196" y="1292"/>
                      <a:pt x="1302" y="1196"/>
                      <a:pt x="1302" y="1081"/>
                    </a:cubicBezTo>
                    <a:lnTo>
                      <a:pt x="1302" y="220"/>
                    </a:lnTo>
                    <a:cubicBezTo>
                      <a:pt x="1302" y="96"/>
                      <a:pt x="1196" y="0"/>
                      <a:pt x="1082" y="0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0050;p58">
                <a:extLst>
                  <a:ext uri="{FF2B5EF4-FFF2-40B4-BE49-F238E27FC236}">
                    <a16:creationId xmlns:a16="http://schemas.microsoft.com/office/drawing/2014/main" id="{DC5A7ECF-8723-8C09-C8E6-4C9DAE0F386C}"/>
                  </a:ext>
                </a:extLst>
              </p:cNvPr>
              <p:cNvSpPr/>
              <p:nvPr/>
            </p:nvSpPr>
            <p:spPr>
              <a:xfrm>
                <a:off x="5468347" y="1553976"/>
                <a:ext cx="101810" cy="11581"/>
              </a:xfrm>
              <a:custGeom>
                <a:avLst/>
                <a:gdLst/>
                <a:ahLst/>
                <a:cxnLst/>
                <a:rect l="l" t="t" r="r" b="b"/>
                <a:pathLst>
                  <a:path w="3877" h="441" extrusionOk="0">
                    <a:moveTo>
                      <a:pt x="212" y="1"/>
                    </a:moveTo>
                    <a:cubicBezTo>
                      <a:pt x="97" y="1"/>
                      <a:pt x="1" y="106"/>
                      <a:pt x="1" y="221"/>
                    </a:cubicBezTo>
                    <a:cubicBezTo>
                      <a:pt x="1" y="336"/>
                      <a:pt x="97" y="441"/>
                      <a:pt x="212" y="441"/>
                    </a:cubicBezTo>
                    <a:lnTo>
                      <a:pt x="3657" y="441"/>
                    </a:lnTo>
                    <a:cubicBezTo>
                      <a:pt x="3781" y="441"/>
                      <a:pt x="3877" y="345"/>
                      <a:pt x="3877" y="221"/>
                    </a:cubicBezTo>
                    <a:cubicBezTo>
                      <a:pt x="3877" y="106"/>
                      <a:pt x="3781" y="10"/>
                      <a:pt x="3666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0051;p58">
                <a:extLst>
                  <a:ext uri="{FF2B5EF4-FFF2-40B4-BE49-F238E27FC236}">
                    <a16:creationId xmlns:a16="http://schemas.microsoft.com/office/drawing/2014/main" id="{5119CA60-E850-0081-1326-ACC79B8B9704}"/>
                  </a:ext>
                </a:extLst>
              </p:cNvPr>
              <p:cNvSpPr/>
              <p:nvPr/>
            </p:nvSpPr>
            <p:spPr>
              <a:xfrm>
                <a:off x="5454036" y="1590924"/>
                <a:ext cx="16859" cy="16859"/>
              </a:xfrm>
              <a:custGeom>
                <a:avLst/>
                <a:gdLst/>
                <a:ahLst/>
                <a:cxnLst/>
                <a:rect l="l" t="t" r="r" b="b"/>
                <a:pathLst>
                  <a:path w="642" h="642" extrusionOk="0">
                    <a:moveTo>
                      <a:pt x="326" y="0"/>
                    </a:moveTo>
                    <a:cubicBezTo>
                      <a:pt x="144" y="0"/>
                      <a:pt x="0" y="144"/>
                      <a:pt x="0" y="326"/>
                    </a:cubicBezTo>
                    <a:cubicBezTo>
                      <a:pt x="0" y="498"/>
                      <a:pt x="144" y="642"/>
                      <a:pt x="326" y="642"/>
                    </a:cubicBezTo>
                    <a:cubicBezTo>
                      <a:pt x="498" y="642"/>
                      <a:pt x="642" y="498"/>
                      <a:pt x="642" y="326"/>
                    </a:cubicBezTo>
                    <a:cubicBezTo>
                      <a:pt x="642" y="144"/>
                      <a:pt x="498" y="0"/>
                      <a:pt x="326" y="0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69925A2C-54B0-557A-EC5F-63642CECE09A}"/>
              </a:ext>
            </a:extLst>
          </p:cNvPr>
          <p:cNvGrpSpPr/>
          <p:nvPr/>
        </p:nvGrpSpPr>
        <p:grpSpPr>
          <a:xfrm>
            <a:off x="3375770" y="2043770"/>
            <a:ext cx="664795" cy="677778"/>
            <a:chOff x="3375770" y="2043770"/>
            <a:chExt cx="664795" cy="677778"/>
          </a:xfrm>
        </p:grpSpPr>
        <p:sp>
          <p:nvSpPr>
            <p:cNvPr id="97" name="Diagrama de flujo: conector 96">
              <a:hlinkClick r:id="rId4" action="ppaction://hlinksldjump"/>
              <a:extLst>
                <a:ext uri="{FF2B5EF4-FFF2-40B4-BE49-F238E27FC236}">
                  <a16:creationId xmlns:a16="http://schemas.microsoft.com/office/drawing/2014/main" id="{5D1680C0-114B-564B-E20A-5D53C4C9E073}"/>
                </a:ext>
              </a:extLst>
            </p:cNvPr>
            <p:cNvSpPr/>
            <p:nvPr/>
          </p:nvSpPr>
          <p:spPr>
            <a:xfrm>
              <a:off x="3375770" y="2043770"/>
              <a:ext cx="664795" cy="677778"/>
            </a:xfrm>
            <a:prstGeom prst="flowChartConnector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001">
              <a:schemeClr val="dk2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66" name="Google Shape;10734;p58">
              <a:extLst>
                <a:ext uri="{FF2B5EF4-FFF2-40B4-BE49-F238E27FC236}">
                  <a16:creationId xmlns:a16="http://schemas.microsoft.com/office/drawing/2014/main" id="{590E7E05-5064-6BBF-3231-BC1553D86A72}"/>
                </a:ext>
              </a:extLst>
            </p:cNvPr>
            <p:cNvGrpSpPr/>
            <p:nvPr/>
          </p:nvGrpSpPr>
          <p:grpSpPr>
            <a:xfrm>
              <a:off x="3508219" y="2107369"/>
              <a:ext cx="399896" cy="523095"/>
              <a:chOff x="5388701" y="2393823"/>
              <a:chExt cx="280982" cy="395896"/>
            </a:xfrm>
          </p:grpSpPr>
          <p:sp>
            <p:nvSpPr>
              <p:cNvPr id="67" name="Google Shape;10735;p58">
                <a:extLst>
                  <a:ext uri="{FF2B5EF4-FFF2-40B4-BE49-F238E27FC236}">
                    <a16:creationId xmlns:a16="http://schemas.microsoft.com/office/drawing/2014/main" id="{CD86980A-BC21-B082-6856-5890E3FA94AE}"/>
                  </a:ext>
                </a:extLst>
              </p:cNvPr>
              <p:cNvSpPr/>
              <p:nvPr/>
            </p:nvSpPr>
            <p:spPr>
              <a:xfrm>
                <a:off x="5388701" y="2419243"/>
                <a:ext cx="280982" cy="370476"/>
              </a:xfrm>
              <a:custGeom>
                <a:avLst/>
                <a:gdLst/>
                <a:ahLst/>
                <a:cxnLst/>
                <a:rect l="l" t="t" r="r" b="b"/>
                <a:pathLst>
                  <a:path w="10700" h="14108" extrusionOk="0">
                    <a:moveTo>
                      <a:pt x="737" y="1"/>
                    </a:moveTo>
                    <a:cubicBezTo>
                      <a:pt x="326" y="1"/>
                      <a:pt x="0" y="326"/>
                      <a:pt x="0" y="738"/>
                    </a:cubicBezTo>
                    <a:lnTo>
                      <a:pt x="0" y="13380"/>
                    </a:lnTo>
                    <a:cubicBezTo>
                      <a:pt x="0" y="13782"/>
                      <a:pt x="326" y="14108"/>
                      <a:pt x="737" y="14108"/>
                    </a:cubicBezTo>
                    <a:lnTo>
                      <a:pt x="9972" y="14108"/>
                    </a:lnTo>
                    <a:cubicBezTo>
                      <a:pt x="10374" y="14108"/>
                      <a:pt x="10700" y="13782"/>
                      <a:pt x="10700" y="13380"/>
                    </a:cubicBezTo>
                    <a:lnTo>
                      <a:pt x="10700" y="728"/>
                    </a:lnTo>
                    <a:cubicBezTo>
                      <a:pt x="10700" y="326"/>
                      <a:pt x="10374" y="1"/>
                      <a:pt x="9972" y="1"/>
                    </a:cubicBezTo>
                    <a:lnTo>
                      <a:pt x="6077" y="1"/>
                    </a:lnTo>
                    <a:cubicBezTo>
                      <a:pt x="6058" y="393"/>
                      <a:pt x="5742" y="700"/>
                      <a:pt x="5350" y="700"/>
                    </a:cubicBezTo>
                    <a:cubicBezTo>
                      <a:pt x="4958" y="700"/>
                      <a:pt x="4632" y="393"/>
                      <a:pt x="4623" y="1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" name="Google Shape;10736;p58">
                <a:extLst>
                  <a:ext uri="{FF2B5EF4-FFF2-40B4-BE49-F238E27FC236}">
                    <a16:creationId xmlns:a16="http://schemas.microsoft.com/office/drawing/2014/main" id="{4EF7600F-73E2-B18D-346A-2378AF53782C}"/>
                  </a:ext>
                </a:extLst>
              </p:cNvPr>
              <p:cNvSpPr/>
              <p:nvPr/>
            </p:nvSpPr>
            <p:spPr>
              <a:xfrm>
                <a:off x="5401516" y="2419506"/>
                <a:ext cx="255352" cy="344584"/>
              </a:xfrm>
              <a:custGeom>
                <a:avLst/>
                <a:gdLst/>
                <a:ahLst/>
                <a:cxnLst/>
                <a:rect l="l" t="t" r="r" b="b"/>
                <a:pathLst>
                  <a:path w="9724" h="13122" extrusionOk="0">
                    <a:moveTo>
                      <a:pt x="2192" y="1"/>
                    </a:moveTo>
                    <a:lnTo>
                      <a:pt x="2192" y="240"/>
                    </a:lnTo>
                    <a:cubicBezTo>
                      <a:pt x="2192" y="374"/>
                      <a:pt x="2087" y="479"/>
                      <a:pt x="1953" y="479"/>
                    </a:cubicBezTo>
                    <a:lnTo>
                      <a:pt x="488" y="479"/>
                    </a:lnTo>
                    <a:cubicBezTo>
                      <a:pt x="211" y="479"/>
                      <a:pt x="0" y="699"/>
                      <a:pt x="0" y="967"/>
                    </a:cubicBezTo>
                    <a:lnTo>
                      <a:pt x="0" y="12633"/>
                    </a:lnTo>
                    <a:cubicBezTo>
                      <a:pt x="0" y="12901"/>
                      <a:pt x="220" y="13121"/>
                      <a:pt x="488" y="13121"/>
                    </a:cubicBezTo>
                    <a:lnTo>
                      <a:pt x="9236" y="13121"/>
                    </a:lnTo>
                    <a:cubicBezTo>
                      <a:pt x="9504" y="13121"/>
                      <a:pt x="9724" y="12901"/>
                      <a:pt x="9724" y="12633"/>
                    </a:cubicBezTo>
                    <a:lnTo>
                      <a:pt x="9724" y="967"/>
                    </a:lnTo>
                    <a:cubicBezTo>
                      <a:pt x="9724" y="699"/>
                      <a:pt x="9504" y="479"/>
                      <a:pt x="9236" y="479"/>
                    </a:cubicBezTo>
                    <a:lnTo>
                      <a:pt x="7781" y="479"/>
                    </a:lnTo>
                    <a:cubicBezTo>
                      <a:pt x="7647" y="479"/>
                      <a:pt x="7542" y="374"/>
                      <a:pt x="7542" y="240"/>
                    </a:cubicBezTo>
                    <a:lnTo>
                      <a:pt x="7542" y="1"/>
                    </a:lnTo>
                    <a:lnTo>
                      <a:pt x="5599" y="1"/>
                    </a:lnTo>
                    <a:cubicBezTo>
                      <a:pt x="5580" y="393"/>
                      <a:pt x="5254" y="699"/>
                      <a:pt x="4872" y="699"/>
                    </a:cubicBezTo>
                    <a:cubicBezTo>
                      <a:pt x="4479" y="699"/>
                      <a:pt x="4154" y="393"/>
                      <a:pt x="4135" y="1"/>
                    </a:cubicBezTo>
                    <a:close/>
                  </a:path>
                </a:pathLst>
              </a:custGeom>
              <a:solidFill>
                <a:srgbClr val="9966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0737;p58">
                <a:extLst>
                  <a:ext uri="{FF2B5EF4-FFF2-40B4-BE49-F238E27FC236}">
                    <a16:creationId xmlns:a16="http://schemas.microsoft.com/office/drawing/2014/main" id="{4EF19097-C70B-CC37-84B4-DFB4373DAE31}"/>
                  </a:ext>
                </a:extLst>
              </p:cNvPr>
              <p:cNvSpPr/>
              <p:nvPr/>
            </p:nvSpPr>
            <p:spPr>
              <a:xfrm>
                <a:off x="5414330" y="2444899"/>
                <a:ext cx="229722" cy="306375"/>
              </a:xfrm>
              <a:custGeom>
                <a:avLst/>
                <a:gdLst/>
                <a:ahLst/>
                <a:cxnLst/>
                <a:rect l="l" t="t" r="r" b="b"/>
                <a:pathLst>
                  <a:path w="8748" h="11667" extrusionOk="0">
                    <a:moveTo>
                      <a:pt x="240" y="0"/>
                    </a:moveTo>
                    <a:cubicBezTo>
                      <a:pt x="106" y="0"/>
                      <a:pt x="0" y="105"/>
                      <a:pt x="0" y="239"/>
                    </a:cubicBezTo>
                    <a:lnTo>
                      <a:pt x="0" y="11427"/>
                    </a:lnTo>
                    <a:cubicBezTo>
                      <a:pt x="0" y="11561"/>
                      <a:pt x="106" y="11666"/>
                      <a:pt x="240" y="11666"/>
                    </a:cubicBezTo>
                    <a:lnTo>
                      <a:pt x="8508" y="11666"/>
                    </a:lnTo>
                    <a:cubicBezTo>
                      <a:pt x="8642" y="11666"/>
                      <a:pt x="8748" y="11561"/>
                      <a:pt x="8738" y="11427"/>
                    </a:cubicBezTo>
                    <a:lnTo>
                      <a:pt x="8738" y="239"/>
                    </a:lnTo>
                    <a:cubicBezTo>
                      <a:pt x="8738" y="105"/>
                      <a:pt x="8633" y="0"/>
                      <a:pt x="84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0738;p58">
                <a:extLst>
                  <a:ext uri="{FF2B5EF4-FFF2-40B4-BE49-F238E27FC236}">
                    <a16:creationId xmlns:a16="http://schemas.microsoft.com/office/drawing/2014/main" id="{82D8D0CE-73FB-FB07-FFEB-FC0FD97E2DBB}"/>
                  </a:ext>
                </a:extLst>
              </p:cNvPr>
              <p:cNvSpPr/>
              <p:nvPr/>
            </p:nvSpPr>
            <p:spPr>
              <a:xfrm>
                <a:off x="5471866" y="2393823"/>
                <a:ext cx="114625" cy="57378"/>
              </a:xfrm>
              <a:custGeom>
                <a:avLst/>
                <a:gdLst/>
                <a:ahLst/>
                <a:cxnLst/>
                <a:rect l="l" t="t" r="r" b="b"/>
                <a:pathLst>
                  <a:path w="4365" h="2185" extrusionOk="0">
                    <a:moveTo>
                      <a:pt x="2177" y="617"/>
                    </a:moveTo>
                    <a:cubicBezTo>
                      <a:pt x="2362" y="617"/>
                      <a:pt x="2537" y="758"/>
                      <a:pt x="2537" y="979"/>
                    </a:cubicBezTo>
                    <a:cubicBezTo>
                      <a:pt x="2537" y="1170"/>
                      <a:pt x="2384" y="1333"/>
                      <a:pt x="2183" y="1333"/>
                    </a:cubicBezTo>
                    <a:cubicBezTo>
                      <a:pt x="1858" y="1333"/>
                      <a:pt x="1704" y="950"/>
                      <a:pt x="1925" y="720"/>
                    </a:cubicBezTo>
                    <a:cubicBezTo>
                      <a:pt x="1999" y="649"/>
                      <a:pt x="2089" y="617"/>
                      <a:pt x="2177" y="617"/>
                    </a:cubicBezTo>
                    <a:close/>
                    <a:moveTo>
                      <a:pt x="2184" y="0"/>
                    </a:moveTo>
                    <a:cubicBezTo>
                      <a:pt x="1858" y="0"/>
                      <a:pt x="1532" y="160"/>
                      <a:pt x="1350" y="481"/>
                    </a:cubicBezTo>
                    <a:lnTo>
                      <a:pt x="479" y="481"/>
                    </a:lnTo>
                    <a:cubicBezTo>
                      <a:pt x="212" y="481"/>
                      <a:pt x="1" y="701"/>
                      <a:pt x="1" y="969"/>
                    </a:cubicBezTo>
                    <a:lnTo>
                      <a:pt x="1" y="1945"/>
                    </a:lnTo>
                    <a:cubicBezTo>
                      <a:pt x="1" y="2079"/>
                      <a:pt x="106" y="2184"/>
                      <a:pt x="240" y="2184"/>
                    </a:cubicBezTo>
                    <a:lnTo>
                      <a:pt x="4126" y="2184"/>
                    </a:lnTo>
                    <a:cubicBezTo>
                      <a:pt x="4260" y="2184"/>
                      <a:pt x="4365" y="2079"/>
                      <a:pt x="4365" y="1945"/>
                    </a:cubicBezTo>
                    <a:lnTo>
                      <a:pt x="4365" y="969"/>
                    </a:lnTo>
                    <a:cubicBezTo>
                      <a:pt x="4365" y="701"/>
                      <a:pt x="4154" y="490"/>
                      <a:pt x="3886" y="481"/>
                    </a:cubicBezTo>
                    <a:lnTo>
                      <a:pt x="3025" y="481"/>
                    </a:lnTo>
                    <a:cubicBezTo>
                      <a:pt x="2839" y="160"/>
                      <a:pt x="2511" y="0"/>
                      <a:pt x="2184" y="0"/>
                    </a:cubicBezTo>
                    <a:close/>
                  </a:path>
                </a:pathLst>
              </a:custGeom>
              <a:solidFill>
                <a:srgbClr val="C5D1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10739;p58">
                <a:extLst>
                  <a:ext uri="{FF2B5EF4-FFF2-40B4-BE49-F238E27FC236}">
                    <a16:creationId xmlns:a16="http://schemas.microsoft.com/office/drawing/2014/main" id="{7A2832B6-C630-6919-FAE1-F62D5FC4B89D}"/>
                  </a:ext>
                </a:extLst>
              </p:cNvPr>
              <p:cNvSpPr/>
              <p:nvPr/>
            </p:nvSpPr>
            <p:spPr>
              <a:xfrm>
                <a:off x="5471866" y="2438597"/>
                <a:ext cx="114625" cy="12605"/>
              </a:xfrm>
              <a:custGeom>
                <a:avLst/>
                <a:gdLst/>
                <a:ahLst/>
                <a:cxnLst/>
                <a:rect l="l" t="t" r="r" b="b"/>
                <a:pathLst>
                  <a:path w="4365" h="480" extrusionOk="0">
                    <a:moveTo>
                      <a:pt x="240" y="1"/>
                    </a:moveTo>
                    <a:cubicBezTo>
                      <a:pt x="106" y="1"/>
                      <a:pt x="1" y="106"/>
                      <a:pt x="1" y="240"/>
                    </a:cubicBezTo>
                    <a:cubicBezTo>
                      <a:pt x="1" y="374"/>
                      <a:pt x="106" y="479"/>
                      <a:pt x="240" y="479"/>
                    </a:cubicBezTo>
                    <a:lnTo>
                      <a:pt x="4126" y="479"/>
                    </a:lnTo>
                    <a:cubicBezTo>
                      <a:pt x="4260" y="479"/>
                      <a:pt x="4365" y="374"/>
                      <a:pt x="4365" y="240"/>
                    </a:cubicBezTo>
                    <a:cubicBezTo>
                      <a:pt x="4365" y="106"/>
                      <a:pt x="4260" y="1"/>
                      <a:pt x="4126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10740;p58">
                <a:extLst>
                  <a:ext uri="{FF2B5EF4-FFF2-40B4-BE49-F238E27FC236}">
                    <a16:creationId xmlns:a16="http://schemas.microsoft.com/office/drawing/2014/main" id="{F85E0F73-FDC8-7389-EA70-919ED41372EC}"/>
                  </a:ext>
                </a:extLst>
              </p:cNvPr>
              <p:cNvSpPr/>
              <p:nvPr/>
            </p:nvSpPr>
            <p:spPr>
              <a:xfrm>
                <a:off x="5542007" y="2483344"/>
                <a:ext cx="76417" cy="25393"/>
              </a:xfrm>
              <a:custGeom>
                <a:avLst/>
                <a:gdLst/>
                <a:ahLst/>
                <a:cxnLst/>
                <a:rect l="l" t="t" r="r" b="b"/>
                <a:pathLst>
                  <a:path w="2910" h="967" extrusionOk="0">
                    <a:moveTo>
                      <a:pt x="239" y="0"/>
                    </a:moveTo>
                    <a:cubicBezTo>
                      <a:pt x="105" y="0"/>
                      <a:pt x="0" y="106"/>
                      <a:pt x="0" y="240"/>
                    </a:cubicBezTo>
                    <a:lnTo>
                      <a:pt x="0" y="718"/>
                    </a:lnTo>
                    <a:cubicBezTo>
                      <a:pt x="0" y="852"/>
                      <a:pt x="105" y="967"/>
                      <a:pt x="239" y="967"/>
                    </a:cubicBezTo>
                    <a:lnTo>
                      <a:pt x="2670" y="967"/>
                    </a:lnTo>
                    <a:cubicBezTo>
                      <a:pt x="2804" y="967"/>
                      <a:pt x="2909" y="862"/>
                      <a:pt x="2909" y="728"/>
                    </a:cubicBezTo>
                    <a:lnTo>
                      <a:pt x="2909" y="240"/>
                    </a:lnTo>
                    <a:cubicBezTo>
                      <a:pt x="2909" y="106"/>
                      <a:pt x="2804" y="0"/>
                      <a:pt x="2670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10741;p58">
                <a:extLst>
                  <a:ext uri="{FF2B5EF4-FFF2-40B4-BE49-F238E27FC236}">
                    <a16:creationId xmlns:a16="http://schemas.microsoft.com/office/drawing/2014/main" id="{BAB946C7-AF2A-6A56-967A-61010EE0D60A}"/>
                  </a:ext>
                </a:extLst>
              </p:cNvPr>
              <p:cNvSpPr/>
              <p:nvPr/>
            </p:nvSpPr>
            <p:spPr>
              <a:xfrm>
                <a:off x="5539722" y="2527828"/>
                <a:ext cx="80960" cy="12841"/>
              </a:xfrm>
              <a:custGeom>
                <a:avLst/>
                <a:gdLst/>
                <a:ahLst/>
                <a:cxnLst/>
                <a:rect l="l" t="t" r="r" b="b"/>
                <a:pathLst>
                  <a:path w="3083" h="489" extrusionOk="0">
                    <a:moveTo>
                      <a:pt x="326" y="0"/>
                    </a:moveTo>
                    <a:cubicBezTo>
                      <a:pt x="1" y="0"/>
                      <a:pt x="1" y="488"/>
                      <a:pt x="326" y="488"/>
                    </a:cubicBezTo>
                    <a:lnTo>
                      <a:pt x="2757" y="488"/>
                    </a:lnTo>
                    <a:cubicBezTo>
                      <a:pt x="3083" y="488"/>
                      <a:pt x="3083" y="0"/>
                      <a:pt x="2757" y="0"/>
                    </a:cubicBezTo>
                    <a:close/>
                  </a:path>
                </a:pathLst>
              </a:custGeom>
              <a:solidFill>
                <a:srgbClr val="909FA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10742;p58">
                <a:extLst>
                  <a:ext uri="{FF2B5EF4-FFF2-40B4-BE49-F238E27FC236}">
                    <a16:creationId xmlns:a16="http://schemas.microsoft.com/office/drawing/2014/main" id="{DE4E8618-D3F4-11BE-5D5F-79F7DE6EC042}"/>
                  </a:ext>
                </a:extLst>
              </p:cNvPr>
              <p:cNvSpPr/>
              <p:nvPr/>
            </p:nvSpPr>
            <p:spPr>
              <a:xfrm>
                <a:off x="5539722" y="2553458"/>
                <a:ext cx="42751" cy="12841"/>
              </a:xfrm>
              <a:custGeom>
                <a:avLst/>
                <a:gdLst/>
                <a:ahLst/>
                <a:cxnLst/>
                <a:rect l="l" t="t" r="r" b="b"/>
                <a:pathLst>
                  <a:path w="1628" h="489" extrusionOk="0">
                    <a:moveTo>
                      <a:pt x="326" y="1"/>
                    </a:moveTo>
                    <a:cubicBezTo>
                      <a:pt x="1" y="1"/>
                      <a:pt x="1" y="489"/>
                      <a:pt x="326" y="489"/>
                    </a:cubicBezTo>
                    <a:lnTo>
                      <a:pt x="1302" y="489"/>
                    </a:lnTo>
                    <a:cubicBezTo>
                      <a:pt x="1628" y="489"/>
                      <a:pt x="1628" y="1"/>
                      <a:pt x="1302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10743;p58">
                <a:extLst>
                  <a:ext uri="{FF2B5EF4-FFF2-40B4-BE49-F238E27FC236}">
                    <a16:creationId xmlns:a16="http://schemas.microsoft.com/office/drawing/2014/main" id="{AF1F6D6D-792F-DD11-1806-43307AC7761F}"/>
                  </a:ext>
                </a:extLst>
              </p:cNvPr>
              <p:cNvSpPr/>
              <p:nvPr/>
            </p:nvSpPr>
            <p:spPr>
              <a:xfrm>
                <a:off x="5437702" y="2604481"/>
                <a:ext cx="182980" cy="12841"/>
              </a:xfrm>
              <a:custGeom>
                <a:avLst/>
                <a:gdLst/>
                <a:ahLst/>
                <a:cxnLst/>
                <a:rect l="l" t="t" r="r" b="b"/>
                <a:pathLst>
                  <a:path w="6968" h="489" extrusionOk="0">
                    <a:moveTo>
                      <a:pt x="316" y="0"/>
                    </a:moveTo>
                    <a:cubicBezTo>
                      <a:pt x="0" y="0"/>
                      <a:pt x="0" y="488"/>
                      <a:pt x="316" y="488"/>
                    </a:cubicBezTo>
                    <a:lnTo>
                      <a:pt x="6642" y="488"/>
                    </a:lnTo>
                    <a:cubicBezTo>
                      <a:pt x="6968" y="488"/>
                      <a:pt x="6968" y="0"/>
                      <a:pt x="6642" y="0"/>
                    </a:cubicBezTo>
                    <a:close/>
                  </a:path>
                </a:pathLst>
              </a:custGeom>
              <a:solidFill>
                <a:srgbClr val="C5D1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10744;p58">
                <a:extLst>
                  <a:ext uri="{FF2B5EF4-FFF2-40B4-BE49-F238E27FC236}">
                    <a16:creationId xmlns:a16="http://schemas.microsoft.com/office/drawing/2014/main" id="{4946ED80-AAD8-D57B-0017-70DAAFC368A0}"/>
                  </a:ext>
                </a:extLst>
              </p:cNvPr>
              <p:cNvSpPr/>
              <p:nvPr/>
            </p:nvSpPr>
            <p:spPr>
              <a:xfrm>
                <a:off x="5437702" y="2630111"/>
                <a:ext cx="29674" cy="12579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479" extrusionOk="0">
                    <a:moveTo>
                      <a:pt x="326" y="0"/>
                    </a:moveTo>
                    <a:cubicBezTo>
                      <a:pt x="0" y="0"/>
                      <a:pt x="0" y="479"/>
                      <a:pt x="326" y="479"/>
                    </a:cubicBezTo>
                    <a:lnTo>
                      <a:pt x="804" y="479"/>
                    </a:lnTo>
                    <a:cubicBezTo>
                      <a:pt x="1130" y="479"/>
                      <a:pt x="1130" y="0"/>
                      <a:pt x="804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10745;p58">
                <a:extLst>
                  <a:ext uri="{FF2B5EF4-FFF2-40B4-BE49-F238E27FC236}">
                    <a16:creationId xmlns:a16="http://schemas.microsoft.com/office/drawing/2014/main" id="{76CEB0AF-DFE7-7B55-294C-FF514F17CE55}"/>
                  </a:ext>
                </a:extLst>
              </p:cNvPr>
              <p:cNvSpPr/>
              <p:nvPr/>
            </p:nvSpPr>
            <p:spPr>
              <a:xfrm>
                <a:off x="5437702" y="2706764"/>
                <a:ext cx="29674" cy="12579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479" extrusionOk="0">
                    <a:moveTo>
                      <a:pt x="326" y="0"/>
                    </a:moveTo>
                    <a:cubicBezTo>
                      <a:pt x="0" y="0"/>
                      <a:pt x="0" y="479"/>
                      <a:pt x="326" y="479"/>
                    </a:cubicBezTo>
                    <a:lnTo>
                      <a:pt x="804" y="479"/>
                    </a:lnTo>
                    <a:cubicBezTo>
                      <a:pt x="1130" y="479"/>
                      <a:pt x="1130" y="0"/>
                      <a:pt x="804" y="0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10746;p58">
                <a:extLst>
                  <a:ext uri="{FF2B5EF4-FFF2-40B4-BE49-F238E27FC236}">
                    <a16:creationId xmlns:a16="http://schemas.microsoft.com/office/drawing/2014/main" id="{B8F4C778-1A59-6CF8-BB3A-F5FE5A87D575}"/>
                  </a:ext>
                </a:extLst>
              </p:cNvPr>
              <p:cNvSpPr/>
              <p:nvPr/>
            </p:nvSpPr>
            <p:spPr>
              <a:xfrm>
                <a:off x="5437702" y="2681134"/>
                <a:ext cx="29674" cy="12841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489" extrusionOk="0">
                    <a:moveTo>
                      <a:pt x="326" y="0"/>
                    </a:moveTo>
                    <a:cubicBezTo>
                      <a:pt x="0" y="0"/>
                      <a:pt x="0" y="488"/>
                      <a:pt x="326" y="488"/>
                    </a:cubicBezTo>
                    <a:lnTo>
                      <a:pt x="804" y="488"/>
                    </a:lnTo>
                    <a:cubicBezTo>
                      <a:pt x="1130" y="488"/>
                      <a:pt x="1130" y="0"/>
                      <a:pt x="804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10747;p58">
                <a:extLst>
                  <a:ext uri="{FF2B5EF4-FFF2-40B4-BE49-F238E27FC236}">
                    <a16:creationId xmlns:a16="http://schemas.microsoft.com/office/drawing/2014/main" id="{253C9AAB-880D-0C5D-6B05-8A9BD13BCD5A}"/>
                  </a:ext>
                </a:extLst>
              </p:cNvPr>
              <p:cNvSpPr/>
              <p:nvPr/>
            </p:nvSpPr>
            <p:spPr>
              <a:xfrm>
                <a:off x="5437702" y="2655504"/>
                <a:ext cx="29674" cy="12841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489" extrusionOk="0">
                    <a:moveTo>
                      <a:pt x="326" y="0"/>
                    </a:moveTo>
                    <a:cubicBezTo>
                      <a:pt x="0" y="0"/>
                      <a:pt x="0" y="488"/>
                      <a:pt x="326" y="488"/>
                    </a:cubicBezTo>
                    <a:lnTo>
                      <a:pt x="804" y="488"/>
                    </a:lnTo>
                    <a:cubicBezTo>
                      <a:pt x="1130" y="488"/>
                      <a:pt x="1130" y="0"/>
                      <a:pt x="804" y="0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10748;p58">
                <a:extLst>
                  <a:ext uri="{FF2B5EF4-FFF2-40B4-BE49-F238E27FC236}">
                    <a16:creationId xmlns:a16="http://schemas.microsoft.com/office/drawing/2014/main" id="{013C737A-B562-22E8-B8DE-57DFFA2B75F3}"/>
                  </a:ext>
                </a:extLst>
              </p:cNvPr>
              <p:cNvSpPr/>
              <p:nvPr/>
            </p:nvSpPr>
            <p:spPr>
              <a:xfrm>
                <a:off x="5475910" y="2630111"/>
                <a:ext cx="55304" cy="12579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479" extrusionOk="0">
                    <a:moveTo>
                      <a:pt x="325" y="0"/>
                    </a:moveTo>
                    <a:cubicBezTo>
                      <a:pt x="0" y="0"/>
                      <a:pt x="0" y="479"/>
                      <a:pt x="325" y="479"/>
                    </a:cubicBezTo>
                    <a:lnTo>
                      <a:pt x="1790" y="479"/>
                    </a:lnTo>
                    <a:cubicBezTo>
                      <a:pt x="2106" y="479"/>
                      <a:pt x="2106" y="0"/>
                      <a:pt x="1790" y="0"/>
                    </a:cubicBezTo>
                    <a:close/>
                  </a:path>
                </a:pathLst>
              </a:custGeom>
              <a:solidFill>
                <a:srgbClr val="C5D1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10749;p58">
                <a:extLst>
                  <a:ext uri="{FF2B5EF4-FFF2-40B4-BE49-F238E27FC236}">
                    <a16:creationId xmlns:a16="http://schemas.microsoft.com/office/drawing/2014/main" id="{055F155C-D4DC-A67A-2B8A-F863D81A50E1}"/>
                  </a:ext>
                </a:extLst>
              </p:cNvPr>
              <p:cNvSpPr/>
              <p:nvPr/>
            </p:nvSpPr>
            <p:spPr>
              <a:xfrm>
                <a:off x="5475910" y="2706764"/>
                <a:ext cx="80933" cy="12579"/>
              </a:xfrm>
              <a:custGeom>
                <a:avLst/>
                <a:gdLst/>
                <a:ahLst/>
                <a:cxnLst/>
                <a:rect l="l" t="t" r="r" b="b"/>
                <a:pathLst>
                  <a:path w="3082" h="479" extrusionOk="0">
                    <a:moveTo>
                      <a:pt x="325" y="0"/>
                    </a:moveTo>
                    <a:cubicBezTo>
                      <a:pt x="0" y="0"/>
                      <a:pt x="0" y="479"/>
                      <a:pt x="325" y="479"/>
                    </a:cubicBezTo>
                    <a:lnTo>
                      <a:pt x="2756" y="479"/>
                    </a:lnTo>
                    <a:cubicBezTo>
                      <a:pt x="3082" y="479"/>
                      <a:pt x="3082" y="0"/>
                      <a:pt x="2756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10750;p58">
                <a:extLst>
                  <a:ext uri="{FF2B5EF4-FFF2-40B4-BE49-F238E27FC236}">
                    <a16:creationId xmlns:a16="http://schemas.microsoft.com/office/drawing/2014/main" id="{417FE959-8918-44BA-364B-04281ECCE71E}"/>
                  </a:ext>
                </a:extLst>
              </p:cNvPr>
              <p:cNvSpPr/>
              <p:nvPr/>
            </p:nvSpPr>
            <p:spPr>
              <a:xfrm>
                <a:off x="5475910" y="2681134"/>
                <a:ext cx="55304" cy="12841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489" extrusionOk="0">
                    <a:moveTo>
                      <a:pt x="325" y="0"/>
                    </a:moveTo>
                    <a:cubicBezTo>
                      <a:pt x="0" y="0"/>
                      <a:pt x="0" y="488"/>
                      <a:pt x="325" y="488"/>
                    </a:cubicBezTo>
                    <a:lnTo>
                      <a:pt x="1790" y="488"/>
                    </a:lnTo>
                    <a:cubicBezTo>
                      <a:pt x="2106" y="488"/>
                      <a:pt x="2106" y="0"/>
                      <a:pt x="1790" y="0"/>
                    </a:cubicBezTo>
                    <a:close/>
                  </a:path>
                </a:pathLst>
              </a:custGeom>
              <a:solidFill>
                <a:srgbClr val="C5D1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10751;p58">
                <a:extLst>
                  <a:ext uri="{FF2B5EF4-FFF2-40B4-BE49-F238E27FC236}">
                    <a16:creationId xmlns:a16="http://schemas.microsoft.com/office/drawing/2014/main" id="{B2C837F4-419B-1794-DC61-57EB3EB29C52}"/>
                  </a:ext>
                </a:extLst>
              </p:cNvPr>
              <p:cNvSpPr/>
              <p:nvPr/>
            </p:nvSpPr>
            <p:spPr>
              <a:xfrm>
                <a:off x="5475910" y="2655504"/>
                <a:ext cx="80933" cy="12841"/>
              </a:xfrm>
              <a:custGeom>
                <a:avLst/>
                <a:gdLst/>
                <a:ahLst/>
                <a:cxnLst/>
                <a:rect l="l" t="t" r="r" b="b"/>
                <a:pathLst>
                  <a:path w="3082" h="489" extrusionOk="0">
                    <a:moveTo>
                      <a:pt x="325" y="0"/>
                    </a:moveTo>
                    <a:cubicBezTo>
                      <a:pt x="0" y="0"/>
                      <a:pt x="0" y="488"/>
                      <a:pt x="325" y="488"/>
                    </a:cubicBezTo>
                    <a:lnTo>
                      <a:pt x="2756" y="488"/>
                    </a:lnTo>
                    <a:cubicBezTo>
                      <a:pt x="3082" y="488"/>
                      <a:pt x="3082" y="0"/>
                      <a:pt x="2756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10752;p58">
                <a:extLst>
                  <a:ext uri="{FF2B5EF4-FFF2-40B4-BE49-F238E27FC236}">
                    <a16:creationId xmlns:a16="http://schemas.microsoft.com/office/drawing/2014/main" id="{3B9A33BD-1F84-3341-BC8E-A074B736BDEA}"/>
                  </a:ext>
                </a:extLst>
              </p:cNvPr>
              <p:cNvSpPr/>
              <p:nvPr/>
            </p:nvSpPr>
            <p:spPr>
              <a:xfrm>
                <a:off x="5571654" y="2655504"/>
                <a:ext cx="49027" cy="12841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489" extrusionOk="0">
                    <a:moveTo>
                      <a:pt x="326" y="0"/>
                    </a:moveTo>
                    <a:cubicBezTo>
                      <a:pt x="0" y="0"/>
                      <a:pt x="0" y="488"/>
                      <a:pt x="326" y="488"/>
                    </a:cubicBezTo>
                    <a:lnTo>
                      <a:pt x="1541" y="488"/>
                    </a:lnTo>
                    <a:cubicBezTo>
                      <a:pt x="1867" y="488"/>
                      <a:pt x="1867" y="0"/>
                      <a:pt x="1541" y="0"/>
                    </a:cubicBezTo>
                    <a:close/>
                  </a:path>
                </a:pathLst>
              </a:custGeom>
              <a:solidFill>
                <a:srgbClr val="E6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10753;p58">
                <a:extLst>
                  <a:ext uri="{FF2B5EF4-FFF2-40B4-BE49-F238E27FC236}">
                    <a16:creationId xmlns:a16="http://schemas.microsoft.com/office/drawing/2014/main" id="{52037C5F-2AE2-E5EE-3FB1-F3DD8473A77F}"/>
                  </a:ext>
                </a:extLst>
              </p:cNvPr>
              <p:cNvSpPr/>
              <p:nvPr/>
            </p:nvSpPr>
            <p:spPr>
              <a:xfrm>
                <a:off x="5571654" y="2630111"/>
                <a:ext cx="49027" cy="12579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479" extrusionOk="0">
                    <a:moveTo>
                      <a:pt x="326" y="0"/>
                    </a:moveTo>
                    <a:cubicBezTo>
                      <a:pt x="0" y="0"/>
                      <a:pt x="0" y="479"/>
                      <a:pt x="326" y="479"/>
                    </a:cubicBezTo>
                    <a:lnTo>
                      <a:pt x="1541" y="479"/>
                    </a:lnTo>
                    <a:cubicBezTo>
                      <a:pt x="1867" y="479"/>
                      <a:pt x="1867" y="0"/>
                      <a:pt x="1541" y="0"/>
                    </a:cubicBezTo>
                    <a:close/>
                  </a:path>
                </a:pathLst>
              </a:custGeom>
              <a:solidFill>
                <a:srgbClr val="E6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10754;p58">
                <a:extLst>
                  <a:ext uri="{FF2B5EF4-FFF2-40B4-BE49-F238E27FC236}">
                    <a16:creationId xmlns:a16="http://schemas.microsoft.com/office/drawing/2014/main" id="{FCBB4046-E9CE-B98E-8295-CEA832061D19}"/>
                  </a:ext>
                </a:extLst>
              </p:cNvPr>
              <p:cNvSpPr/>
              <p:nvPr/>
            </p:nvSpPr>
            <p:spPr>
              <a:xfrm>
                <a:off x="5571654" y="2681134"/>
                <a:ext cx="49027" cy="12841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489" extrusionOk="0">
                    <a:moveTo>
                      <a:pt x="326" y="0"/>
                    </a:moveTo>
                    <a:cubicBezTo>
                      <a:pt x="0" y="0"/>
                      <a:pt x="0" y="488"/>
                      <a:pt x="326" y="488"/>
                    </a:cubicBezTo>
                    <a:lnTo>
                      <a:pt x="1541" y="488"/>
                    </a:lnTo>
                    <a:cubicBezTo>
                      <a:pt x="1867" y="488"/>
                      <a:pt x="1867" y="0"/>
                      <a:pt x="1541" y="0"/>
                    </a:cubicBezTo>
                    <a:close/>
                  </a:path>
                </a:pathLst>
              </a:custGeom>
              <a:solidFill>
                <a:srgbClr val="E6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10755;p58">
                <a:extLst>
                  <a:ext uri="{FF2B5EF4-FFF2-40B4-BE49-F238E27FC236}">
                    <a16:creationId xmlns:a16="http://schemas.microsoft.com/office/drawing/2014/main" id="{05473A57-EC02-3D21-C367-200BD30C86D4}"/>
                  </a:ext>
                </a:extLst>
              </p:cNvPr>
              <p:cNvSpPr/>
              <p:nvPr/>
            </p:nvSpPr>
            <p:spPr>
              <a:xfrm>
                <a:off x="5571654" y="2706764"/>
                <a:ext cx="49027" cy="12579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479" extrusionOk="0">
                    <a:moveTo>
                      <a:pt x="326" y="0"/>
                    </a:moveTo>
                    <a:cubicBezTo>
                      <a:pt x="0" y="0"/>
                      <a:pt x="0" y="479"/>
                      <a:pt x="326" y="479"/>
                    </a:cubicBezTo>
                    <a:lnTo>
                      <a:pt x="1541" y="479"/>
                    </a:lnTo>
                    <a:cubicBezTo>
                      <a:pt x="1867" y="479"/>
                      <a:pt x="1867" y="0"/>
                      <a:pt x="1541" y="0"/>
                    </a:cubicBezTo>
                    <a:close/>
                  </a:path>
                </a:pathLst>
              </a:custGeom>
              <a:solidFill>
                <a:srgbClr val="E6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10756;p58">
                <a:extLst>
                  <a:ext uri="{FF2B5EF4-FFF2-40B4-BE49-F238E27FC236}">
                    <a16:creationId xmlns:a16="http://schemas.microsoft.com/office/drawing/2014/main" id="{7DEFB129-F472-B08A-2BC4-DF0CDA70B45A}"/>
                  </a:ext>
                </a:extLst>
              </p:cNvPr>
              <p:cNvSpPr/>
              <p:nvPr/>
            </p:nvSpPr>
            <p:spPr>
              <a:xfrm>
                <a:off x="5446236" y="2527828"/>
                <a:ext cx="76443" cy="57326"/>
              </a:xfrm>
              <a:custGeom>
                <a:avLst/>
                <a:gdLst/>
                <a:ahLst/>
                <a:cxnLst/>
                <a:rect l="l" t="t" r="r" b="b"/>
                <a:pathLst>
                  <a:path w="2911" h="2183" extrusionOk="0">
                    <a:moveTo>
                      <a:pt x="967" y="0"/>
                    </a:moveTo>
                    <a:lnTo>
                      <a:pt x="967" y="488"/>
                    </a:lnTo>
                    <a:cubicBezTo>
                      <a:pt x="967" y="584"/>
                      <a:pt x="920" y="661"/>
                      <a:pt x="833" y="709"/>
                    </a:cubicBezTo>
                    <a:lnTo>
                      <a:pt x="269" y="986"/>
                    </a:lnTo>
                    <a:cubicBezTo>
                      <a:pt x="96" y="1072"/>
                      <a:pt x="1" y="1244"/>
                      <a:pt x="1" y="1426"/>
                    </a:cubicBezTo>
                    <a:lnTo>
                      <a:pt x="1" y="1943"/>
                    </a:lnTo>
                    <a:cubicBezTo>
                      <a:pt x="1" y="2077"/>
                      <a:pt x="106" y="2182"/>
                      <a:pt x="240" y="2182"/>
                    </a:cubicBezTo>
                    <a:lnTo>
                      <a:pt x="2671" y="2182"/>
                    </a:lnTo>
                    <a:cubicBezTo>
                      <a:pt x="2805" y="2182"/>
                      <a:pt x="2910" y="2077"/>
                      <a:pt x="2910" y="1943"/>
                    </a:cubicBezTo>
                    <a:lnTo>
                      <a:pt x="2910" y="1426"/>
                    </a:lnTo>
                    <a:cubicBezTo>
                      <a:pt x="2910" y="1244"/>
                      <a:pt x="2805" y="1072"/>
                      <a:pt x="2642" y="986"/>
                    </a:cubicBezTo>
                    <a:lnTo>
                      <a:pt x="2078" y="709"/>
                    </a:lnTo>
                    <a:cubicBezTo>
                      <a:pt x="1991" y="661"/>
                      <a:pt x="1944" y="584"/>
                      <a:pt x="1944" y="488"/>
                    </a:cubicBezTo>
                    <a:lnTo>
                      <a:pt x="1944" y="0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10757;p58">
                <a:extLst>
                  <a:ext uri="{FF2B5EF4-FFF2-40B4-BE49-F238E27FC236}">
                    <a16:creationId xmlns:a16="http://schemas.microsoft.com/office/drawing/2014/main" id="{334875C2-32B4-EFAA-F7EC-130E66C6B411}"/>
                  </a:ext>
                </a:extLst>
              </p:cNvPr>
              <p:cNvSpPr/>
              <p:nvPr/>
            </p:nvSpPr>
            <p:spPr>
              <a:xfrm>
                <a:off x="5470369" y="2527828"/>
                <a:ext cx="28177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733" extrusionOk="0">
                    <a:moveTo>
                      <a:pt x="48" y="0"/>
                    </a:moveTo>
                    <a:lnTo>
                      <a:pt x="48" y="488"/>
                    </a:lnTo>
                    <a:cubicBezTo>
                      <a:pt x="48" y="536"/>
                      <a:pt x="39" y="584"/>
                      <a:pt x="1" y="632"/>
                    </a:cubicBezTo>
                    <a:cubicBezTo>
                      <a:pt x="173" y="699"/>
                      <a:pt x="355" y="732"/>
                      <a:pt x="536" y="732"/>
                    </a:cubicBezTo>
                    <a:cubicBezTo>
                      <a:pt x="718" y="732"/>
                      <a:pt x="900" y="699"/>
                      <a:pt x="1072" y="632"/>
                    </a:cubicBezTo>
                    <a:cubicBezTo>
                      <a:pt x="1044" y="584"/>
                      <a:pt x="1025" y="536"/>
                      <a:pt x="1025" y="488"/>
                    </a:cubicBezTo>
                    <a:lnTo>
                      <a:pt x="1025" y="0"/>
                    </a:lnTo>
                    <a:close/>
                  </a:path>
                </a:pathLst>
              </a:custGeom>
              <a:solidFill>
                <a:srgbClr val="FFA5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10758;p58">
                <a:extLst>
                  <a:ext uri="{FF2B5EF4-FFF2-40B4-BE49-F238E27FC236}">
                    <a16:creationId xmlns:a16="http://schemas.microsoft.com/office/drawing/2014/main" id="{46CC98A8-D432-B648-18B9-1582D91D4B9C}"/>
                  </a:ext>
                </a:extLst>
              </p:cNvPr>
              <p:cNvSpPr/>
              <p:nvPr/>
            </p:nvSpPr>
            <p:spPr>
              <a:xfrm>
                <a:off x="5446236" y="2547917"/>
                <a:ext cx="76443" cy="37237"/>
              </a:xfrm>
              <a:custGeom>
                <a:avLst/>
                <a:gdLst/>
                <a:ahLst/>
                <a:cxnLst/>
                <a:rect l="l" t="t" r="r" b="b"/>
                <a:pathLst>
                  <a:path w="2911" h="1418" extrusionOk="0">
                    <a:moveTo>
                      <a:pt x="709" y="1"/>
                    </a:moveTo>
                    <a:lnTo>
                      <a:pt x="269" y="221"/>
                    </a:lnTo>
                    <a:cubicBezTo>
                      <a:pt x="96" y="307"/>
                      <a:pt x="1" y="479"/>
                      <a:pt x="1" y="661"/>
                    </a:cubicBezTo>
                    <a:lnTo>
                      <a:pt x="1" y="1178"/>
                    </a:lnTo>
                    <a:cubicBezTo>
                      <a:pt x="1" y="1312"/>
                      <a:pt x="106" y="1417"/>
                      <a:pt x="240" y="1417"/>
                    </a:cubicBezTo>
                    <a:lnTo>
                      <a:pt x="2671" y="1417"/>
                    </a:lnTo>
                    <a:cubicBezTo>
                      <a:pt x="2795" y="1417"/>
                      <a:pt x="2910" y="1312"/>
                      <a:pt x="2910" y="1178"/>
                    </a:cubicBezTo>
                    <a:lnTo>
                      <a:pt x="2910" y="661"/>
                    </a:lnTo>
                    <a:cubicBezTo>
                      <a:pt x="2910" y="479"/>
                      <a:pt x="2805" y="307"/>
                      <a:pt x="2642" y="221"/>
                    </a:cubicBezTo>
                    <a:lnTo>
                      <a:pt x="2202" y="1"/>
                    </a:lnTo>
                    <a:cubicBezTo>
                      <a:pt x="2011" y="240"/>
                      <a:pt x="1733" y="360"/>
                      <a:pt x="1455" y="360"/>
                    </a:cubicBezTo>
                    <a:cubicBezTo>
                      <a:pt x="1178" y="360"/>
                      <a:pt x="900" y="240"/>
                      <a:pt x="709" y="1"/>
                    </a:cubicBezTo>
                    <a:close/>
                  </a:path>
                </a:pathLst>
              </a:custGeom>
              <a:solidFill>
                <a:srgbClr val="2DC9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10759;p58">
                <a:extLst>
                  <a:ext uri="{FF2B5EF4-FFF2-40B4-BE49-F238E27FC236}">
                    <a16:creationId xmlns:a16="http://schemas.microsoft.com/office/drawing/2014/main" id="{0AEEC7FE-356E-39C2-50C8-DD89E52726F9}"/>
                  </a:ext>
                </a:extLst>
              </p:cNvPr>
              <p:cNvSpPr/>
              <p:nvPr/>
            </p:nvSpPr>
            <p:spPr>
              <a:xfrm>
                <a:off x="5446000" y="2559235"/>
                <a:ext cx="19380" cy="25919"/>
              </a:xfrm>
              <a:custGeom>
                <a:avLst/>
                <a:gdLst/>
                <a:ahLst/>
                <a:cxnLst/>
                <a:rect l="l" t="t" r="r" b="b"/>
                <a:pathLst>
                  <a:path w="738" h="987" extrusionOk="0">
                    <a:moveTo>
                      <a:pt x="58" y="1"/>
                    </a:moveTo>
                    <a:cubicBezTo>
                      <a:pt x="19" y="68"/>
                      <a:pt x="0" y="154"/>
                      <a:pt x="0" y="230"/>
                    </a:cubicBezTo>
                    <a:lnTo>
                      <a:pt x="0" y="747"/>
                    </a:lnTo>
                    <a:cubicBezTo>
                      <a:pt x="0" y="881"/>
                      <a:pt x="105" y="986"/>
                      <a:pt x="239" y="986"/>
                    </a:cubicBezTo>
                    <a:lnTo>
                      <a:pt x="728" y="986"/>
                    </a:lnTo>
                    <a:lnTo>
                      <a:pt x="737" y="747"/>
                    </a:lnTo>
                    <a:cubicBezTo>
                      <a:pt x="737" y="594"/>
                      <a:pt x="661" y="450"/>
                      <a:pt x="536" y="364"/>
                    </a:cubicBezTo>
                    <a:lnTo>
                      <a:pt x="58" y="1"/>
                    </a:lnTo>
                    <a:close/>
                  </a:path>
                </a:pathLst>
              </a:custGeom>
              <a:solidFill>
                <a:srgbClr val="2DC9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10760;p58">
                <a:extLst>
                  <a:ext uri="{FF2B5EF4-FFF2-40B4-BE49-F238E27FC236}">
                    <a16:creationId xmlns:a16="http://schemas.microsoft.com/office/drawing/2014/main" id="{C678768F-B5AC-0F64-E623-2160812C2905}"/>
                  </a:ext>
                </a:extLst>
              </p:cNvPr>
              <p:cNvSpPr/>
              <p:nvPr/>
            </p:nvSpPr>
            <p:spPr>
              <a:xfrm>
                <a:off x="5503536" y="2559235"/>
                <a:ext cx="19380" cy="25919"/>
              </a:xfrm>
              <a:custGeom>
                <a:avLst/>
                <a:gdLst/>
                <a:ahLst/>
                <a:cxnLst/>
                <a:rect l="l" t="t" r="r" b="b"/>
                <a:pathLst>
                  <a:path w="738" h="987" extrusionOk="0">
                    <a:moveTo>
                      <a:pt x="680" y="1"/>
                    </a:moveTo>
                    <a:lnTo>
                      <a:pt x="202" y="364"/>
                    </a:lnTo>
                    <a:cubicBezTo>
                      <a:pt x="77" y="450"/>
                      <a:pt x="1" y="594"/>
                      <a:pt x="1" y="747"/>
                    </a:cubicBezTo>
                    <a:lnTo>
                      <a:pt x="10" y="747"/>
                    </a:lnTo>
                    <a:lnTo>
                      <a:pt x="10" y="986"/>
                    </a:lnTo>
                    <a:lnTo>
                      <a:pt x="498" y="986"/>
                    </a:lnTo>
                    <a:cubicBezTo>
                      <a:pt x="632" y="986"/>
                      <a:pt x="738" y="881"/>
                      <a:pt x="738" y="747"/>
                    </a:cubicBezTo>
                    <a:lnTo>
                      <a:pt x="738" y="230"/>
                    </a:lnTo>
                    <a:cubicBezTo>
                      <a:pt x="738" y="154"/>
                      <a:pt x="719" y="68"/>
                      <a:pt x="680" y="1"/>
                    </a:cubicBezTo>
                    <a:close/>
                  </a:path>
                </a:pathLst>
              </a:custGeom>
              <a:solidFill>
                <a:srgbClr val="2DC9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10761;p58">
                <a:extLst>
                  <a:ext uri="{FF2B5EF4-FFF2-40B4-BE49-F238E27FC236}">
                    <a16:creationId xmlns:a16="http://schemas.microsoft.com/office/drawing/2014/main" id="{B5CB1204-5DB7-2844-219E-7C63F04F3DD7}"/>
                  </a:ext>
                </a:extLst>
              </p:cNvPr>
              <p:cNvSpPr/>
              <p:nvPr/>
            </p:nvSpPr>
            <p:spPr>
              <a:xfrm>
                <a:off x="5458815" y="2476569"/>
                <a:ext cx="51286" cy="57825"/>
              </a:xfrm>
              <a:custGeom>
                <a:avLst/>
                <a:gdLst/>
                <a:ahLst/>
                <a:cxnLst/>
                <a:rect l="l" t="t" r="r" b="b"/>
                <a:pathLst>
                  <a:path w="1953" h="2202" extrusionOk="0">
                    <a:moveTo>
                      <a:pt x="737" y="0"/>
                    </a:moveTo>
                    <a:cubicBezTo>
                      <a:pt x="335" y="0"/>
                      <a:pt x="0" y="325"/>
                      <a:pt x="0" y="737"/>
                    </a:cubicBezTo>
                    <a:lnTo>
                      <a:pt x="0" y="1225"/>
                    </a:lnTo>
                    <a:cubicBezTo>
                      <a:pt x="0" y="1761"/>
                      <a:pt x="441" y="2201"/>
                      <a:pt x="976" y="2201"/>
                    </a:cubicBezTo>
                    <a:cubicBezTo>
                      <a:pt x="1512" y="2201"/>
                      <a:pt x="1953" y="1761"/>
                      <a:pt x="1953" y="1215"/>
                    </a:cubicBezTo>
                    <a:lnTo>
                      <a:pt x="1953" y="737"/>
                    </a:lnTo>
                    <a:cubicBezTo>
                      <a:pt x="1953" y="325"/>
                      <a:pt x="1618" y="0"/>
                      <a:pt x="1216" y="0"/>
                    </a:cubicBezTo>
                    <a:close/>
                  </a:path>
                </a:pathLst>
              </a:custGeom>
              <a:solidFill>
                <a:srgbClr val="FFCC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10762;p58">
                <a:extLst>
                  <a:ext uri="{FF2B5EF4-FFF2-40B4-BE49-F238E27FC236}">
                    <a16:creationId xmlns:a16="http://schemas.microsoft.com/office/drawing/2014/main" id="{BEFF9035-E5EE-3BF8-322E-C65D0F1D8EAB}"/>
                  </a:ext>
                </a:extLst>
              </p:cNvPr>
              <p:cNvSpPr/>
              <p:nvPr/>
            </p:nvSpPr>
            <p:spPr>
              <a:xfrm>
                <a:off x="5458867" y="2476569"/>
                <a:ext cx="35162" cy="57536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2191" extrusionOk="0">
                    <a:moveTo>
                      <a:pt x="735" y="0"/>
                    </a:moveTo>
                    <a:cubicBezTo>
                      <a:pt x="333" y="0"/>
                      <a:pt x="8" y="325"/>
                      <a:pt x="8" y="737"/>
                    </a:cubicBezTo>
                    <a:lnTo>
                      <a:pt x="8" y="1215"/>
                    </a:lnTo>
                    <a:cubicBezTo>
                      <a:pt x="0" y="1772"/>
                      <a:pt x="460" y="2191"/>
                      <a:pt x="970" y="2191"/>
                    </a:cubicBezTo>
                    <a:cubicBezTo>
                      <a:pt x="1092" y="2191"/>
                      <a:pt x="1216" y="2167"/>
                      <a:pt x="1338" y="2115"/>
                    </a:cubicBezTo>
                    <a:cubicBezTo>
                      <a:pt x="974" y="1971"/>
                      <a:pt x="735" y="1617"/>
                      <a:pt x="735" y="1225"/>
                    </a:cubicBezTo>
                    <a:lnTo>
                      <a:pt x="735" y="737"/>
                    </a:lnTo>
                    <a:cubicBezTo>
                      <a:pt x="735" y="373"/>
                      <a:pt x="984" y="77"/>
                      <a:pt x="1338" y="19"/>
                    </a:cubicBezTo>
                    <a:cubicBezTo>
                      <a:pt x="1300" y="10"/>
                      <a:pt x="1262" y="0"/>
                      <a:pt x="1223" y="0"/>
                    </a:cubicBezTo>
                    <a:close/>
                  </a:path>
                </a:pathLst>
              </a:custGeom>
              <a:solidFill>
                <a:srgbClr val="FFCC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10763;p58">
                <a:extLst>
                  <a:ext uri="{FF2B5EF4-FFF2-40B4-BE49-F238E27FC236}">
                    <a16:creationId xmlns:a16="http://schemas.microsoft.com/office/drawing/2014/main" id="{61917A07-87ED-8D3F-2C4E-70475B3F659D}"/>
                  </a:ext>
                </a:extLst>
              </p:cNvPr>
              <p:cNvSpPr/>
              <p:nvPr/>
            </p:nvSpPr>
            <p:spPr>
              <a:xfrm>
                <a:off x="5458815" y="2476569"/>
                <a:ext cx="51286" cy="25656"/>
              </a:xfrm>
              <a:custGeom>
                <a:avLst/>
                <a:gdLst/>
                <a:ahLst/>
                <a:cxnLst/>
                <a:rect l="l" t="t" r="r" b="b"/>
                <a:pathLst>
                  <a:path w="1953" h="977" extrusionOk="0">
                    <a:moveTo>
                      <a:pt x="737" y="0"/>
                    </a:moveTo>
                    <a:cubicBezTo>
                      <a:pt x="335" y="0"/>
                      <a:pt x="0" y="325"/>
                      <a:pt x="0" y="737"/>
                    </a:cubicBezTo>
                    <a:cubicBezTo>
                      <a:pt x="0" y="737"/>
                      <a:pt x="737" y="976"/>
                      <a:pt x="1953" y="976"/>
                    </a:cubicBezTo>
                    <a:lnTo>
                      <a:pt x="1953" y="737"/>
                    </a:lnTo>
                    <a:cubicBezTo>
                      <a:pt x="1953" y="325"/>
                      <a:pt x="1618" y="0"/>
                      <a:pt x="1216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10764;p58">
                <a:extLst>
                  <a:ext uri="{FF2B5EF4-FFF2-40B4-BE49-F238E27FC236}">
                    <a16:creationId xmlns:a16="http://schemas.microsoft.com/office/drawing/2014/main" id="{42AFA7B4-5F25-3E62-E16E-600A1EA07B92}"/>
                  </a:ext>
                </a:extLst>
              </p:cNvPr>
              <p:cNvSpPr/>
              <p:nvPr/>
            </p:nvSpPr>
            <p:spPr>
              <a:xfrm>
                <a:off x="5459051" y="2476569"/>
                <a:ext cx="34978" cy="23398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891" extrusionOk="0">
                    <a:moveTo>
                      <a:pt x="728" y="0"/>
                    </a:moveTo>
                    <a:cubicBezTo>
                      <a:pt x="326" y="0"/>
                      <a:pt x="1" y="325"/>
                      <a:pt x="1" y="737"/>
                    </a:cubicBezTo>
                    <a:cubicBezTo>
                      <a:pt x="240" y="804"/>
                      <a:pt x="479" y="852"/>
                      <a:pt x="728" y="890"/>
                    </a:cubicBezTo>
                    <a:lnTo>
                      <a:pt x="728" y="737"/>
                    </a:lnTo>
                    <a:cubicBezTo>
                      <a:pt x="728" y="373"/>
                      <a:pt x="977" y="77"/>
                      <a:pt x="1331" y="19"/>
                    </a:cubicBezTo>
                    <a:cubicBezTo>
                      <a:pt x="1293" y="10"/>
                      <a:pt x="1255" y="0"/>
                      <a:pt x="1216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1352ED4E-7720-AD0C-3484-1A21691B3733}"/>
              </a:ext>
            </a:extLst>
          </p:cNvPr>
          <p:cNvGrpSpPr/>
          <p:nvPr/>
        </p:nvGrpSpPr>
        <p:grpSpPr>
          <a:xfrm>
            <a:off x="3348599" y="3190605"/>
            <a:ext cx="664795" cy="677778"/>
            <a:chOff x="3348599" y="3190605"/>
            <a:chExt cx="664795" cy="677778"/>
          </a:xfrm>
        </p:grpSpPr>
        <p:sp>
          <p:nvSpPr>
            <p:cNvPr id="108" name="Diagrama de flujo: conector 107">
              <a:hlinkClick r:id="rId5" action="ppaction://hlinksldjump"/>
              <a:extLst>
                <a:ext uri="{FF2B5EF4-FFF2-40B4-BE49-F238E27FC236}">
                  <a16:creationId xmlns:a16="http://schemas.microsoft.com/office/drawing/2014/main" id="{5ABCCE0A-0514-D881-726A-0DBCBAA29FEA}"/>
                </a:ext>
              </a:extLst>
            </p:cNvPr>
            <p:cNvSpPr/>
            <p:nvPr/>
          </p:nvSpPr>
          <p:spPr>
            <a:xfrm>
              <a:off x="3348599" y="3190605"/>
              <a:ext cx="664795" cy="677778"/>
            </a:xfrm>
            <a:prstGeom prst="flowChartConnector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001">
              <a:schemeClr val="dk2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98" name="Google Shape;10001;p58">
              <a:extLst>
                <a:ext uri="{FF2B5EF4-FFF2-40B4-BE49-F238E27FC236}">
                  <a16:creationId xmlns:a16="http://schemas.microsoft.com/office/drawing/2014/main" id="{2361CC90-3A05-0694-3337-0890529C5EDC}"/>
                </a:ext>
              </a:extLst>
            </p:cNvPr>
            <p:cNvGrpSpPr/>
            <p:nvPr/>
          </p:nvGrpSpPr>
          <p:grpSpPr>
            <a:xfrm>
              <a:off x="3508219" y="3333458"/>
              <a:ext cx="358160" cy="356926"/>
              <a:chOff x="5766424" y="4275195"/>
              <a:chExt cx="358160" cy="356926"/>
            </a:xfrm>
          </p:grpSpPr>
          <p:sp>
            <p:nvSpPr>
              <p:cNvPr id="99" name="Google Shape;10002;p58">
                <a:extLst>
                  <a:ext uri="{FF2B5EF4-FFF2-40B4-BE49-F238E27FC236}">
                    <a16:creationId xmlns:a16="http://schemas.microsoft.com/office/drawing/2014/main" id="{CD5FE733-04AA-8B00-4446-7183B26DE481}"/>
                  </a:ext>
                </a:extLst>
              </p:cNvPr>
              <p:cNvSpPr/>
              <p:nvPr/>
            </p:nvSpPr>
            <p:spPr>
              <a:xfrm>
                <a:off x="5766424" y="4485327"/>
                <a:ext cx="64862" cy="146793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5590" extrusionOk="0">
                    <a:moveTo>
                      <a:pt x="354" y="0"/>
                    </a:moveTo>
                    <a:cubicBezTo>
                      <a:pt x="163" y="0"/>
                      <a:pt x="0" y="153"/>
                      <a:pt x="0" y="354"/>
                    </a:cubicBezTo>
                    <a:lnTo>
                      <a:pt x="0" y="5589"/>
                    </a:lnTo>
                    <a:lnTo>
                      <a:pt x="2469" y="5589"/>
                    </a:lnTo>
                    <a:lnTo>
                      <a:pt x="2469" y="354"/>
                    </a:lnTo>
                    <a:cubicBezTo>
                      <a:pt x="2460" y="153"/>
                      <a:pt x="2307" y="0"/>
                      <a:pt x="2115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03;p58">
                <a:extLst>
                  <a:ext uri="{FF2B5EF4-FFF2-40B4-BE49-F238E27FC236}">
                    <a16:creationId xmlns:a16="http://schemas.microsoft.com/office/drawing/2014/main" id="{BE54F651-8ADD-C0D2-ADCD-7BBADEF2354B}"/>
                  </a:ext>
                </a:extLst>
              </p:cNvPr>
              <p:cNvSpPr/>
              <p:nvPr/>
            </p:nvSpPr>
            <p:spPr>
              <a:xfrm>
                <a:off x="5766661" y="4485327"/>
                <a:ext cx="30961" cy="146793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5590" extrusionOk="0">
                    <a:moveTo>
                      <a:pt x="355" y="0"/>
                    </a:moveTo>
                    <a:cubicBezTo>
                      <a:pt x="154" y="0"/>
                      <a:pt x="1" y="153"/>
                      <a:pt x="1" y="354"/>
                    </a:cubicBezTo>
                    <a:lnTo>
                      <a:pt x="1" y="5589"/>
                    </a:lnTo>
                    <a:lnTo>
                      <a:pt x="814" y="5589"/>
                    </a:lnTo>
                    <a:lnTo>
                      <a:pt x="814" y="354"/>
                    </a:lnTo>
                    <a:cubicBezTo>
                      <a:pt x="814" y="153"/>
                      <a:pt x="977" y="0"/>
                      <a:pt x="1178" y="0"/>
                    </a:cubicBez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004;p58">
                <a:extLst>
                  <a:ext uri="{FF2B5EF4-FFF2-40B4-BE49-F238E27FC236}">
                    <a16:creationId xmlns:a16="http://schemas.microsoft.com/office/drawing/2014/main" id="{10DF834F-5413-BEED-5190-AEE82829BA01}"/>
                  </a:ext>
                </a:extLst>
              </p:cNvPr>
              <p:cNvSpPr/>
              <p:nvPr/>
            </p:nvSpPr>
            <p:spPr>
              <a:xfrm>
                <a:off x="5864190" y="4449115"/>
                <a:ext cx="64862" cy="183006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6969" extrusionOk="0">
                    <a:moveTo>
                      <a:pt x="354" y="1"/>
                    </a:moveTo>
                    <a:cubicBezTo>
                      <a:pt x="163" y="1"/>
                      <a:pt x="10" y="154"/>
                      <a:pt x="0" y="345"/>
                    </a:cubicBezTo>
                    <a:lnTo>
                      <a:pt x="0" y="6968"/>
                    </a:lnTo>
                    <a:lnTo>
                      <a:pt x="2469" y="6968"/>
                    </a:lnTo>
                    <a:lnTo>
                      <a:pt x="2469" y="345"/>
                    </a:lnTo>
                    <a:cubicBezTo>
                      <a:pt x="2469" y="154"/>
                      <a:pt x="2307" y="1"/>
                      <a:pt x="2115" y="1"/>
                    </a:cubicBezTo>
                    <a:close/>
                  </a:path>
                </a:pathLst>
              </a:custGeom>
              <a:solidFill>
                <a:srgbClr val="FF66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005;p58">
                <a:extLst>
                  <a:ext uri="{FF2B5EF4-FFF2-40B4-BE49-F238E27FC236}">
                    <a16:creationId xmlns:a16="http://schemas.microsoft.com/office/drawing/2014/main" id="{A2B87ECE-ADD0-C96D-8D04-6F825F917256}"/>
                  </a:ext>
                </a:extLst>
              </p:cNvPr>
              <p:cNvSpPr/>
              <p:nvPr/>
            </p:nvSpPr>
            <p:spPr>
              <a:xfrm>
                <a:off x="5864190" y="4449115"/>
                <a:ext cx="30934" cy="183006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6969" extrusionOk="0">
                    <a:moveTo>
                      <a:pt x="354" y="1"/>
                    </a:moveTo>
                    <a:cubicBezTo>
                      <a:pt x="163" y="1"/>
                      <a:pt x="10" y="154"/>
                      <a:pt x="0" y="345"/>
                    </a:cubicBezTo>
                    <a:lnTo>
                      <a:pt x="0" y="6968"/>
                    </a:lnTo>
                    <a:lnTo>
                      <a:pt x="823" y="6968"/>
                    </a:lnTo>
                    <a:lnTo>
                      <a:pt x="823" y="345"/>
                    </a:lnTo>
                    <a:cubicBezTo>
                      <a:pt x="833" y="154"/>
                      <a:pt x="986" y="1"/>
                      <a:pt x="1177" y="1"/>
                    </a:cubicBezTo>
                    <a:close/>
                  </a:path>
                </a:pathLst>
              </a:custGeom>
              <a:solidFill>
                <a:srgbClr val="FF0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006;p58">
                <a:extLst>
                  <a:ext uri="{FF2B5EF4-FFF2-40B4-BE49-F238E27FC236}">
                    <a16:creationId xmlns:a16="http://schemas.microsoft.com/office/drawing/2014/main" id="{5562B6AC-AD39-6C7E-8F59-258BB377CC74}"/>
                  </a:ext>
                </a:extLst>
              </p:cNvPr>
              <p:cNvSpPr/>
              <p:nvPr/>
            </p:nvSpPr>
            <p:spPr>
              <a:xfrm>
                <a:off x="5962193" y="4412692"/>
                <a:ext cx="64626" cy="219429"/>
              </a:xfrm>
              <a:custGeom>
                <a:avLst/>
                <a:gdLst/>
                <a:ahLst/>
                <a:cxnLst/>
                <a:rect l="l" t="t" r="r" b="b"/>
                <a:pathLst>
                  <a:path w="2461" h="8356" extrusionOk="0">
                    <a:moveTo>
                      <a:pt x="345" y="0"/>
                    </a:moveTo>
                    <a:cubicBezTo>
                      <a:pt x="154" y="10"/>
                      <a:pt x="1" y="163"/>
                      <a:pt x="1" y="354"/>
                    </a:cubicBezTo>
                    <a:lnTo>
                      <a:pt x="1" y="8355"/>
                    </a:lnTo>
                    <a:lnTo>
                      <a:pt x="2460" y="8355"/>
                    </a:lnTo>
                    <a:lnTo>
                      <a:pt x="2460" y="354"/>
                    </a:lnTo>
                    <a:cubicBezTo>
                      <a:pt x="2460" y="163"/>
                      <a:pt x="2297" y="10"/>
                      <a:pt x="2106" y="0"/>
                    </a:cubicBezTo>
                    <a:close/>
                  </a:path>
                </a:pathLst>
              </a:custGeom>
              <a:solidFill>
                <a:srgbClr val="FFFF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4" name="Google Shape;10007;p58">
                <a:extLst>
                  <a:ext uri="{FF2B5EF4-FFF2-40B4-BE49-F238E27FC236}">
                    <a16:creationId xmlns:a16="http://schemas.microsoft.com/office/drawing/2014/main" id="{B3D103FF-0FA5-7FBB-BAD8-AC36338BB2A8}"/>
                  </a:ext>
                </a:extLst>
              </p:cNvPr>
              <p:cNvSpPr/>
              <p:nvPr/>
            </p:nvSpPr>
            <p:spPr>
              <a:xfrm>
                <a:off x="5962193" y="4412692"/>
                <a:ext cx="30698" cy="219429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8356" extrusionOk="0">
                    <a:moveTo>
                      <a:pt x="345" y="0"/>
                    </a:moveTo>
                    <a:cubicBezTo>
                      <a:pt x="154" y="10"/>
                      <a:pt x="1" y="163"/>
                      <a:pt x="1" y="354"/>
                    </a:cubicBezTo>
                    <a:lnTo>
                      <a:pt x="1" y="8355"/>
                    </a:lnTo>
                    <a:lnTo>
                      <a:pt x="824" y="8355"/>
                    </a:lnTo>
                    <a:lnTo>
                      <a:pt x="824" y="354"/>
                    </a:lnTo>
                    <a:cubicBezTo>
                      <a:pt x="824" y="163"/>
                      <a:pt x="977" y="10"/>
                      <a:pt x="1168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" name="Google Shape;10008;p58">
                <a:extLst>
                  <a:ext uri="{FF2B5EF4-FFF2-40B4-BE49-F238E27FC236}">
                    <a16:creationId xmlns:a16="http://schemas.microsoft.com/office/drawing/2014/main" id="{6C382404-EE76-2C27-CD61-ECB6CAB54A30}"/>
                  </a:ext>
                </a:extLst>
              </p:cNvPr>
              <p:cNvSpPr/>
              <p:nvPr/>
            </p:nvSpPr>
            <p:spPr>
              <a:xfrm>
                <a:off x="6059959" y="4376506"/>
                <a:ext cx="64626" cy="255615"/>
              </a:xfrm>
              <a:custGeom>
                <a:avLst/>
                <a:gdLst/>
                <a:ahLst/>
                <a:cxnLst/>
                <a:rect l="l" t="t" r="r" b="b"/>
                <a:pathLst>
                  <a:path w="2461" h="9734" extrusionOk="0">
                    <a:moveTo>
                      <a:pt x="355" y="0"/>
                    </a:moveTo>
                    <a:cubicBezTo>
                      <a:pt x="154" y="0"/>
                      <a:pt x="0" y="163"/>
                      <a:pt x="0" y="354"/>
                    </a:cubicBezTo>
                    <a:lnTo>
                      <a:pt x="0" y="9733"/>
                    </a:lnTo>
                    <a:lnTo>
                      <a:pt x="2460" y="9733"/>
                    </a:lnTo>
                    <a:lnTo>
                      <a:pt x="2460" y="354"/>
                    </a:lnTo>
                    <a:cubicBezTo>
                      <a:pt x="2460" y="163"/>
                      <a:pt x="2307" y="10"/>
                      <a:pt x="2115" y="0"/>
                    </a:cubicBezTo>
                    <a:close/>
                  </a:path>
                </a:pathLst>
              </a:custGeom>
              <a:solidFill>
                <a:srgbClr val="6699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6" name="Google Shape;10009;p58">
                <a:extLst>
                  <a:ext uri="{FF2B5EF4-FFF2-40B4-BE49-F238E27FC236}">
                    <a16:creationId xmlns:a16="http://schemas.microsoft.com/office/drawing/2014/main" id="{163FDB2A-5B5C-2CAE-13F0-F811B6221F37}"/>
                  </a:ext>
                </a:extLst>
              </p:cNvPr>
              <p:cNvSpPr/>
              <p:nvPr/>
            </p:nvSpPr>
            <p:spPr>
              <a:xfrm>
                <a:off x="6059959" y="4376506"/>
                <a:ext cx="30934" cy="255615"/>
              </a:xfrm>
              <a:custGeom>
                <a:avLst/>
                <a:gdLst/>
                <a:ahLst/>
                <a:cxnLst/>
                <a:rect l="l" t="t" r="r" b="b"/>
                <a:pathLst>
                  <a:path w="1178" h="9734" extrusionOk="0">
                    <a:moveTo>
                      <a:pt x="355" y="0"/>
                    </a:moveTo>
                    <a:cubicBezTo>
                      <a:pt x="154" y="0"/>
                      <a:pt x="0" y="163"/>
                      <a:pt x="0" y="354"/>
                    </a:cubicBezTo>
                    <a:lnTo>
                      <a:pt x="0" y="9733"/>
                    </a:lnTo>
                    <a:lnTo>
                      <a:pt x="824" y="9733"/>
                    </a:lnTo>
                    <a:lnTo>
                      <a:pt x="824" y="354"/>
                    </a:lnTo>
                    <a:cubicBezTo>
                      <a:pt x="824" y="163"/>
                      <a:pt x="977" y="0"/>
                      <a:pt x="1178" y="0"/>
                    </a:cubicBezTo>
                    <a:close/>
                  </a:path>
                </a:pathLst>
              </a:custGeom>
              <a:solidFill>
                <a:srgbClr val="3333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010;p58">
                <a:extLst>
                  <a:ext uri="{FF2B5EF4-FFF2-40B4-BE49-F238E27FC236}">
                    <a16:creationId xmlns:a16="http://schemas.microsoft.com/office/drawing/2014/main" id="{E9A9F8D7-5702-4348-923D-A509EEF18620}"/>
                  </a:ext>
                </a:extLst>
              </p:cNvPr>
              <p:cNvSpPr/>
              <p:nvPr/>
            </p:nvSpPr>
            <p:spPr>
              <a:xfrm>
                <a:off x="5781997" y="4275195"/>
                <a:ext cx="332767" cy="134241"/>
              </a:xfrm>
              <a:custGeom>
                <a:avLst/>
                <a:gdLst/>
                <a:ahLst/>
                <a:cxnLst/>
                <a:rect l="l" t="t" r="r" b="b"/>
                <a:pathLst>
                  <a:path w="12672" h="5112" extrusionOk="0">
                    <a:moveTo>
                      <a:pt x="10172" y="1"/>
                    </a:moveTo>
                    <a:cubicBezTo>
                      <a:pt x="9997" y="1"/>
                      <a:pt x="9889" y="206"/>
                      <a:pt x="9992" y="355"/>
                    </a:cubicBezTo>
                    <a:lnTo>
                      <a:pt x="10356" y="872"/>
                    </a:lnTo>
                    <a:cubicBezTo>
                      <a:pt x="9150" y="1590"/>
                      <a:pt x="5274" y="3628"/>
                      <a:pt x="1" y="3628"/>
                    </a:cubicBezTo>
                    <a:lnTo>
                      <a:pt x="1" y="5112"/>
                    </a:lnTo>
                    <a:cubicBezTo>
                      <a:pt x="2872" y="5102"/>
                      <a:pt x="5714" y="4547"/>
                      <a:pt x="8375" y="3485"/>
                    </a:cubicBezTo>
                    <a:cubicBezTo>
                      <a:pt x="9360" y="3093"/>
                      <a:pt x="10298" y="2624"/>
                      <a:pt x="11208" y="2088"/>
                    </a:cubicBezTo>
                    <a:lnTo>
                      <a:pt x="11523" y="2547"/>
                    </a:lnTo>
                    <a:cubicBezTo>
                      <a:pt x="11568" y="2612"/>
                      <a:pt x="11636" y="2643"/>
                      <a:pt x="11703" y="2643"/>
                    </a:cubicBezTo>
                    <a:cubicBezTo>
                      <a:pt x="11793" y="2643"/>
                      <a:pt x="11883" y="2588"/>
                      <a:pt x="11916" y="2490"/>
                    </a:cubicBezTo>
                    <a:lnTo>
                      <a:pt x="12624" y="375"/>
                    </a:lnTo>
                    <a:cubicBezTo>
                      <a:pt x="12672" y="231"/>
                      <a:pt x="12567" y="78"/>
                      <a:pt x="12413" y="78"/>
                    </a:cubicBezTo>
                    <a:lnTo>
                      <a:pt x="10184" y="1"/>
                    </a:lnTo>
                    <a:cubicBezTo>
                      <a:pt x="10179" y="1"/>
                      <a:pt x="10176" y="1"/>
                      <a:pt x="10172" y="1"/>
                    </a:cubicBez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475BEB7C-CA1A-DE03-E040-3B993704E8B8}"/>
              </a:ext>
            </a:extLst>
          </p:cNvPr>
          <p:cNvGrpSpPr/>
          <p:nvPr/>
        </p:nvGrpSpPr>
        <p:grpSpPr>
          <a:xfrm>
            <a:off x="6192561" y="2040915"/>
            <a:ext cx="664795" cy="677778"/>
            <a:chOff x="6192561" y="2040915"/>
            <a:chExt cx="664795" cy="677778"/>
          </a:xfrm>
        </p:grpSpPr>
        <p:sp>
          <p:nvSpPr>
            <p:cNvPr id="126" name="Diagrama de flujo: conector 125">
              <a:hlinkClick r:id="rId6" action="ppaction://hlinksldjump"/>
              <a:extLst>
                <a:ext uri="{FF2B5EF4-FFF2-40B4-BE49-F238E27FC236}">
                  <a16:creationId xmlns:a16="http://schemas.microsoft.com/office/drawing/2014/main" id="{BF6EA27C-DCF9-4410-73B4-2F2A35D8314D}"/>
                </a:ext>
              </a:extLst>
            </p:cNvPr>
            <p:cNvSpPr/>
            <p:nvPr/>
          </p:nvSpPr>
          <p:spPr>
            <a:xfrm>
              <a:off x="6192561" y="2040915"/>
              <a:ext cx="664795" cy="677778"/>
            </a:xfrm>
            <a:prstGeom prst="flowChartConnector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001">
              <a:schemeClr val="dk2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109" name="Google Shape;10585;p58">
              <a:extLst>
                <a:ext uri="{FF2B5EF4-FFF2-40B4-BE49-F238E27FC236}">
                  <a16:creationId xmlns:a16="http://schemas.microsoft.com/office/drawing/2014/main" id="{C87E124A-33CB-3859-05E4-D596FACD6073}"/>
                </a:ext>
              </a:extLst>
            </p:cNvPr>
            <p:cNvGrpSpPr/>
            <p:nvPr/>
          </p:nvGrpSpPr>
          <p:grpSpPr>
            <a:xfrm>
              <a:off x="6318495" y="2144557"/>
              <a:ext cx="416627" cy="447401"/>
              <a:chOff x="5341433" y="3793271"/>
              <a:chExt cx="330272" cy="329117"/>
            </a:xfrm>
          </p:grpSpPr>
          <p:sp>
            <p:nvSpPr>
              <p:cNvPr id="110" name="Google Shape;10586;p58">
                <a:extLst>
                  <a:ext uri="{FF2B5EF4-FFF2-40B4-BE49-F238E27FC236}">
                    <a16:creationId xmlns:a16="http://schemas.microsoft.com/office/drawing/2014/main" id="{E8C308FE-E5BA-84BC-6622-E7FE8469AC53}"/>
                  </a:ext>
                </a:extLst>
              </p:cNvPr>
              <p:cNvSpPr/>
              <p:nvPr/>
            </p:nvSpPr>
            <p:spPr>
              <a:xfrm>
                <a:off x="5436441" y="3976408"/>
                <a:ext cx="52546" cy="52546"/>
              </a:xfrm>
              <a:custGeom>
                <a:avLst/>
                <a:gdLst/>
                <a:ahLst/>
                <a:cxnLst/>
                <a:rect l="l" t="t" r="r" b="b"/>
                <a:pathLst>
                  <a:path w="2001" h="2001" extrusionOk="0">
                    <a:moveTo>
                      <a:pt x="1245" y="0"/>
                    </a:moveTo>
                    <a:lnTo>
                      <a:pt x="1" y="1235"/>
                    </a:lnTo>
                    <a:cubicBezTo>
                      <a:pt x="96" y="1254"/>
                      <a:pt x="182" y="1292"/>
                      <a:pt x="240" y="1359"/>
                    </a:cubicBezTo>
                    <a:lnTo>
                      <a:pt x="642" y="1761"/>
                    </a:lnTo>
                    <a:cubicBezTo>
                      <a:pt x="709" y="1819"/>
                      <a:pt x="747" y="1905"/>
                      <a:pt x="766" y="2000"/>
                    </a:cubicBezTo>
                    <a:lnTo>
                      <a:pt x="2001" y="756"/>
                    </a:lnTo>
                    <a:cubicBezTo>
                      <a:pt x="1714" y="546"/>
                      <a:pt x="1455" y="287"/>
                      <a:pt x="1245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0587;p58">
                <a:extLst>
                  <a:ext uri="{FF2B5EF4-FFF2-40B4-BE49-F238E27FC236}">
                    <a16:creationId xmlns:a16="http://schemas.microsoft.com/office/drawing/2014/main" id="{9F591240-A05B-C3A9-59BD-874754822F62}"/>
                  </a:ext>
                </a:extLst>
              </p:cNvPr>
              <p:cNvSpPr/>
              <p:nvPr/>
            </p:nvSpPr>
            <p:spPr>
              <a:xfrm>
                <a:off x="5436179" y="3976146"/>
                <a:ext cx="42515" cy="52310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1992" extrusionOk="0">
                    <a:moveTo>
                      <a:pt x="1245" y="1"/>
                    </a:moveTo>
                    <a:lnTo>
                      <a:pt x="1" y="1235"/>
                    </a:lnTo>
                    <a:cubicBezTo>
                      <a:pt x="87" y="1254"/>
                      <a:pt x="173" y="1293"/>
                      <a:pt x="240" y="1360"/>
                    </a:cubicBezTo>
                    <a:lnTo>
                      <a:pt x="642" y="1752"/>
                    </a:lnTo>
                    <a:cubicBezTo>
                      <a:pt x="700" y="1819"/>
                      <a:pt x="747" y="1905"/>
                      <a:pt x="757" y="1991"/>
                    </a:cubicBezTo>
                    <a:lnTo>
                      <a:pt x="1226" y="1532"/>
                    </a:lnTo>
                    <a:lnTo>
                      <a:pt x="1059" y="1356"/>
                    </a:lnTo>
                    <a:lnTo>
                      <a:pt x="1059" y="1356"/>
                    </a:lnTo>
                    <a:cubicBezTo>
                      <a:pt x="1060" y="1357"/>
                      <a:pt x="1062" y="1358"/>
                      <a:pt x="1063" y="1360"/>
                    </a:cubicBezTo>
                    <a:lnTo>
                      <a:pt x="1054" y="1350"/>
                    </a:lnTo>
                    <a:lnTo>
                      <a:pt x="1059" y="1356"/>
                    </a:lnTo>
                    <a:lnTo>
                      <a:pt x="1059" y="1356"/>
                    </a:lnTo>
                    <a:cubicBezTo>
                      <a:pt x="958" y="1260"/>
                      <a:pt x="959" y="1100"/>
                      <a:pt x="1054" y="996"/>
                    </a:cubicBezTo>
                    <a:lnTo>
                      <a:pt x="1618" y="431"/>
                    </a:lnTo>
                    <a:cubicBezTo>
                      <a:pt x="1484" y="297"/>
                      <a:pt x="1360" y="154"/>
                      <a:pt x="1245" y="1"/>
                    </a:cubicBezTo>
                    <a:close/>
                  </a:path>
                </a:pathLst>
              </a:custGeom>
              <a:solidFill>
                <a:srgbClr val="B5C4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0588;p58">
                <a:extLst>
                  <a:ext uri="{FF2B5EF4-FFF2-40B4-BE49-F238E27FC236}">
                    <a16:creationId xmlns:a16="http://schemas.microsoft.com/office/drawing/2014/main" id="{75968501-5BB9-4F03-50E1-52E016962FDB}"/>
                  </a:ext>
                </a:extLst>
              </p:cNvPr>
              <p:cNvSpPr/>
              <p:nvPr/>
            </p:nvSpPr>
            <p:spPr>
              <a:xfrm>
                <a:off x="5431925" y="3793350"/>
                <a:ext cx="239780" cy="228830"/>
              </a:xfrm>
              <a:custGeom>
                <a:avLst/>
                <a:gdLst/>
                <a:ahLst/>
                <a:cxnLst/>
                <a:rect l="l" t="t" r="r" b="b"/>
                <a:pathLst>
                  <a:path w="9131" h="8714" extrusionOk="0">
                    <a:moveTo>
                      <a:pt x="4780" y="1"/>
                    </a:moveTo>
                    <a:cubicBezTo>
                      <a:pt x="3645" y="1"/>
                      <a:pt x="2528" y="444"/>
                      <a:pt x="1694" y="1277"/>
                    </a:cubicBezTo>
                    <a:cubicBezTo>
                      <a:pt x="0" y="2980"/>
                      <a:pt x="0" y="5737"/>
                      <a:pt x="1694" y="7440"/>
                    </a:cubicBezTo>
                    <a:cubicBezTo>
                      <a:pt x="2525" y="8271"/>
                      <a:pt x="3637" y="8713"/>
                      <a:pt x="4769" y="8713"/>
                    </a:cubicBezTo>
                    <a:cubicBezTo>
                      <a:pt x="5332" y="8713"/>
                      <a:pt x="5901" y="8604"/>
                      <a:pt x="6441" y="8378"/>
                    </a:cubicBezTo>
                    <a:cubicBezTo>
                      <a:pt x="8068" y="7708"/>
                      <a:pt x="9130" y="6120"/>
                      <a:pt x="9130" y="4359"/>
                    </a:cubicBezTo>
                    <a:cubicBezTo>
                      <a:pt x="9130" y="2598"/>
                      <a:pt x="8068" y="1009"/>
                      <a:pt x="6441" y="330"/>
                    </a:cubicBezTo>
                    <a:cubicBezTo>
                      <a:pt x="5904" y="108"/>
                      <a:pt x="5340" y="1"/>
                      <a:pt x="4780" y="1"/>
                    </a:cubicBezTo>
                    <a:close/>
                  </a:path>
                </a:pathLst>
              </a:custGeom>
              <a:solidFill>
                <a:srgbClr val="E6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0589;p58">
                <a:extLst>
                  <a:ext uri="{FF2B5EF4-FFF2-40B4-BE49-F238E27FC236}">
                    <a16:creationId xmlns:a16="http://schemas.microsoft.com/office/drawing/2014/main" id="{C12C5EA1-B423-F422-BC50-018FBC4C4B3A}"/>
                  </a:ext>
                </a:extLst>
              </p:cNvPr>
              <p:cNvSpPr/>
              <p:nvPr/>
            </p:nvSpPr>
            <p:spPr>
              <a:xfrm>
                <a:off x="5427408" y="3793271"/>
                <a:ext cx="139756" cy="228830"/>
              </a:xfrm>
              <a:custGeom>
                <a:avLst/>
                <a:gdLst/>
                <a:ahLst/>
                <a:cxnLst/>
                <a:rect l="l" t="t" r="r" b="b"/>
                <a:pathLst>
                  <a:path w="5322" h="8714" extrusionOk="0">
                    <a:moveTo>
                      <a:pt x="4940" y="0"/>
                    </a:moveTo>
                    <a:cubicBezTo>
                      <a:pt x="2561" y="0"/>
                      <a:pt x="593" y="1935"/>
                      <a:pt x="593" y="4362"/>
                    </a:cubicBezTo>
                    <a:cubicBezTo>
                      <a:pt x="593" y="6779"/>
                      <a:pt x="2561" y="8713"/>
                      <a:pt x="4940" y="8713"/>
                    </a:cubicBezTo>
                    <a:cubicBezTo>
                      <a:pt x="5066" y="8713"/>
                      <a:pt x="5193" y="8708"/>
                      <a:pt x="5321" y="8697"/>
                    </a:cubicBezTo>
                    <a:cubicBezTo>
                      <a:pt x="4297" y="8611"/>
                      <a:pt x="3340" y="8161"/>
                      <a:pt x="2613" y="7434"/>
                    </a:cubicBezTo>
                    <a:cubicBezTo>
                      <a:pt x="0" y="4821"/>
                      <a:pt x="1637" y="333"/>
                      <a:pt x="5321" y="17"/>
                    </a:cubicBezTo>
                    <a:cubicBezTo>
                      <a:pt x="5193" y="6"/>
                      <a:pt x="5066" y="0"/>
                      <a:pt x="4940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0590;p58">
                <a:extLst>
                  <a:ext uri="{FF2B5EF4-FFF2-40B4-BE49-F238E27FC236}">
                    <a16:creationId xmlns:a16="http://schemas.microsoft.com/office/drawing/2014/main" id="{6F0C4108-58E5-B9D7-756E-609802261E98}"/>
                  </a:ext>
                </a:extLst>
              </p:cNvPr>
              <p:cNvSpPr/>
              <p:nvPr/>
            </p:nvSpPr>
            <p:spPr>
              <a:xfrm>
                <a:off x="5464828" y="3814936"/>
                <a:ext cx="194061" cy="185343"/>
              </a:xfrm>
              <a:custGeom>
                <a:avLst/>
                <a:gdLst/>
                <a:ahLst/>
                <a:cxnLst/>
                <a:rect l="l" t="t" r="r" b="b"/>
                <a:pathLst>
                  <a:path w="7390" h="7058" extrusionOk="0">
                    <a:moveTo>
                      <a:pt x="3553" y="1"/>
                    </a:moveTo>
                    <a:cubicBezTo>
                      <a:pt x="1738" y="1"/>
                      <a:pt x="1" y="1411"/>
                      <a:pt x="1" y="3537"/>
                    </a:cubicBezTo>
                    <a:cubicBezTo>
                      <a:pt x="1" y="4963"/>
                      <a:pt x="862" y="6245"/>
                      <a:pt x="2173" y="6790"/>
                    </a:cubicBezTo>
                    <a:cubicBezTo>
                      <a:pt x="2609" y="6971"/>
                      <a:pt x="3066" y="7058"/>
                      <a:pt x="3519" y="7058"/>
                    </a:cubicBezTo>
                    <a:cubicBezTo>
                      <a:pt x="4438" y="7058"/>
                      <a:pt x="5341" y="6698"/>
                      <a:pt x="6021" y="6025"/>
                    </a:cubicBezTo>
                    <a:cubicBezTo>
                      <a:pt x="7389" y="4647"/>
                      <a:pt x="7389" y="2417"/>
                      <a:pt x="6021" y="1039"/>
                    </a:cubicBezTo>
                    <a:cubicBezTo>
                      <a:pt x="5301" y="322"/>
                      <a:pt x="4418" y="1"/>
                      <a:pt x="3553" y="1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0591;p58">
                <a:extLst>
                  <a:ext uri="{FF2B5EF4-FFF2-40B4-BE49-F238E27FC236}">
                    <a16:creationId xmlns:a16="http://schemas.microsoft.com/office/drawing/2014/main" id="{3F376759-D93E-BE8F-4476-13D552ADFA3C}"/>
                  </a:ext>
                </a:extLst>
              </p:cNvPr>
              <p:cNvSpPr/>
              <p:nvPr/>
            </p:nvSpPr>
            <p:spPr>
              <a:xfrm>
                <a:off x="5456793" y="3815251"/>
                <a:ext cx="110607" cy="185080"/>
              </a:xfrm>
              <a:custGeom>
                <a:avLst/>
                <a:gdLst/>
                <a:ahLst/>
                <a:cxnLst/>
                <a:rect l="l" t="t" r="r" b="b"/>
                <a:pathLst>
                  <a:path w="4212" h="7048" extrusionOk="0">
                    <a:moveTo>
                      <a:pt x="3821" y="0"/>
                    </a:moveTo>
                    <a:cubicBezTo>
                      <a:pt x="1903" y="0"/>
                      <a:pt x="307" y="1561"/>
                      <a:pt x="307" y="3525"/>
                    </a:cubicBezTo>
                    <a:cubicBezTo>
                      <a:pt x="307" y="5493"/>
                      <a:pt x="1910" y="7047"/>
                      <a:pt x="3833" y="7047"/>
                    </a:cubicBezTo>
                    <a:cubicBezTo>
                      <a:pt x="3958" y="7047"/>
                      <a:pt x="4084" y="7041"/>
                      <a:pt x="4212" y="7027"/>
                    </a:cubicBezTo>
                    <a:cubicBezTo>
                      <a:pt x="3408" y="6941"/>
                      <a:pt x="2661" y="6578"/>
                      <a:pt x="2097" y="6013"/>
                    </a:cubicBezTo>
                    <a:cubicBezTo>
                      <a:pt x="1" y="3917"/>
                      <a:pt x="1264" y="338"/>
                      <a:pt x="4212" y="22"/>
                    </a:cubicBezTo>
                    <a:cubicBezTo>
                      <a:pt x="4080" y="7"/>
                      <a:pt x="3950" y="0"/>
                      <a:pt x="3821" y="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6" name="Google Shape;10592;p58">
                <a:extLst>
                  <a:ext uri="{FF2B5EF4-FFF2-40B4-BE49-F238E27FC236}">
                    <a16:creationId xmlns:a16="http://schemas.microsoft.com/office/drawing/2014/main" id="{7543B27E-C820-1201-AB19-5122396BF42F}"/>
                  </a:ext>
                </a:extLst>
              </p:cNvPr>
              <p:cNvSpPr/>
              <p:nvPr/>
            </p:nvSpPr>
            <p:spPr>
              <a:xfrm>
                <a:off x="5531949" y="3851752"/>
                <a:ext cx="50787" cy="50550"/>
              </a:xfrm>
              <a:custGeom>
                <a:avLst/>
                <a:gdLst/>
                <a:ahLst/>
                <a:cxnLst/>
                <a:rect l="l" t="t" r="r" b="b"/>
                <a:pathLst>
                  <a:path w="1934" h="1925" extrusionOk="0">
                    <a:moveTo>
                      <a:pt x="967" y="0"/>
                    </a:moveTo>
                    <a:cubicBezTo>
                      <a:pt x="440" y="0"/>
                      <a:pt x="0" y="431"/>
                      <a:pt x="0" y="957"/>
                    </a:cubicBezTo>
                    <a:cubicBezTo>
                      <a:pt x="0" y="1493"/>
                      <a:pt x="440" y="1924"/>
                      <a:pt x="967" y="1924"/>
                    </a:cubicBezTo>
                    <a:cubicBezTo>
                      <a:pt x="1503" y="1924"/>
                      <a:pt x="1933" y="1493"/>
                      <a:pt x="1933" y="957"/>
                    </a:cubicBezTo>
                    <a:cubicBezTo>
                      <a:pt x="1933" y="431"/>
                      <a:pt x="1503" y="0"/>
                      <a:pt x="967" y="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0593;p58">
                <a:extLst>
                  <a:ext uri="{FF2B5EF4-FFF2-40B4-BE49-F238E27FC236}">
                    <a16:creationId xmlns:a16="http://schemas.microsoft.com/office/drawing/2014/main" id="{B914ADAC-9498-51A3-3DCB-985B2B6F39E2}"/>
                  </a:ext>
                </a:extLst>
              </p:cNvPr>
              <p:cNvSpPr/>
              <p:nvPr/>
            </p:nvSpPr>
            <p:spPr>
              <a:xfrm>
                <a:off x="5532185" y="3851726"/>
                <a:ext cx="35215" cy="50577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1926" extrusionOk="0">
                    <a:moveTo>
                      <a:pt x="960" y="1"/>
                    </a:moveTo>
                    <a:cubicBezTo>
                      <a:pt x="451" y="1"/>
                      <a:pt x="1" y="406"/>
                      <a:pt x="1" y="958"/>
                    </a:cubicBezTo>
                    <a:cubicBezTo>
                      <a:pt x="1" y="1519"/>
                      <a:pt x="451" y="1926"/>
                      <a:pt x="960" y="1926"/>
                    </a:cubicBezTo>
                    <a:cubicBezTo>
                      <a:pt x="1085" y="1926"/>
                      <a:pt x="1214" y="1901"/>
                      <a:pt x="1341" y="1848"/>
                    </a:cubicBezTo>
                    <a:cubicBezTo>
                      <a:pt x="987" y="1695"/>
                      <a:pt x="757" y="1351"/>
                      <a:pt x="757" y="968"/>
                    </a:cubicBezTo>
                    <a:cubicBezTo>
                      <a:pt x="747" y="576"/>
                      <a:pt x="987" y="231"/>
                      <a:pt x="1341" y="78"/>
                    </a:cubicBezTo>
                    <a:cubicBezTo>
                      <a:pt x="1214" y="25"/>
                      <a:pt x="1085" y="1"/>
                      <a:pt x="960" y="1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8" name="Google Shape;10594;p58">
                <a:extLst>
                  <a:ext uri="{FF2B5EF4-FFF2-40B4-BE49-F238E27FC236}">
                    <a16:creationId xmlns:a16="http://schemas.microsoft.com/office/drawing/2014/main" id="{A645FEF4-50D2-C183-3955-1E5B13BC728D}"/>
                  </a:ext>
                </a:extLst>
              </p:cNvPr>
              <p:cNvSpPr/>
              <p:nvPr/>
            </p:nvSpPr>
            <p:spPr>
              <a:xfrm>
                <a:off x="5515852" y="3902276"/>
                <a:ext cx="82955" cy="53045"/>
              </a:xfrm>
              <a:custGeom>
                <a:avLst/>
                <a:gdLst/>
                <a:ahLst/>
                <a:cxnLst/>
                <a:rect l="l" t="t" r="r" b="b"/>
                <a:pathLst>
                  <a:path w="3159" h="2020" extrusionOk="0">
                    <a:moveTo>
                      <a:pt x="1034" y="0"/>
                    </a:moveTo>
                    <a:cubicBezTo>
                      <a:pt x="460" y="0"/>
                      <a:pt x="1" y="459"/>
                      <a:pt x="1" y="1034"/>
                    </a:cubicBezTo>
                    <a:lnTo>
                      <a:pt x="1" y="1838"/>
                    </a:lnTo>
                    <a:cubicBezTo>
                      <a:pt x="1" y="1943"/>
                      <a:pt x="77" y="2019"/>
                      <a:pt x="183" y="2019"/>
                    </a:cubicBezTo>
                    <a:lnTo>
                      <a:pt x="2977" y="2019"/>
                    </a:lnTo>
                    <a:cubicBezTo>
                      <a:pt x="3073" y="2019"/>
                      <a:pt x="3159" y="1943"/>
                      <a:pt x="3159" y="1838"/>
                    </a:cubicBezTo>
                    <a:lnTo>
                      <a:pt x="3159" y="1034"/>
                    </a:lnTo>
                    <a:cubicBezTo>
                      <a:pt x="3149" y="469"/>
                      <a:pt x="2690" y="0"/>
                      <a:pt x="2125" y="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0595;p58">
                <a:extLst>
                  <a:ext uri="{FF2B5EF4-FFF2-40B4-BE49-F238E27FC236}">
                    <a16:creationId xmlns:a16="http://schemas.microsoft.com/office/drawing/2014/main" id="{8F89489B-2A66-487B-5E85-2CAA27AD51ED}"/>
                  </a:ext>
                </a:extLst>
              </p:cNvPr>
              <p:cNvSpPr/>
              <p:nvPr/>
            </p:nvSpPr>
            <p:spPr>
              <a:xfrm>
                <a:off x="5515852" y="3902276"/>
                <a:ext cx="47032" cy="53045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2020" extrusionOk="0">
                    <a:moveTo>
                      <a:pt x="1034" y="0"/>
                    </a:moveTo>
                    <a:cubicBezTo>
                      <a:pt x="460" y="0"/>
                      <a:pt x="1" y="459"/>
                      <a:pt x="1" y="1034"/>
                    </a:cubicBezTo>
                    <a:lnTo>
                      <a:pt x="1" y="1838"/>
                    </a:lnTo>
                    <a:cubicBezTo>
                      <a:pt x="1" y="1933"/>
                      <a:pt x="77" y="2019"/>
                      <a:pt x="183" y="2019"/>
                    </a:cubicBezTo>
                    <a:lnTo>
                      <a:pt x="939" y="2019"/>
                    </a:lnTo>
                    <a:cubicBezTo>
                      <a:pt x="833" y="2010"/>
                      <a:pt x="757" y="1933"/>
                      <a:pt x="757" y="1838"/>
                    </a:cubicBezTo>
                    <a:lnTo>
                      <a:pt x="757" y="1034"/>
                    </a:lnTo>
                    <a:cubicBezTo>
                      <a:pt x="766" y="459"/>
                      <a:pt x="1226" y="0"/>
                      <a:pt x="1790" y="0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0596;p58">
                <a:extLst>
                  <a:ext uri="{FF2B5EF4-FFF2-40B4-BE49-F238E27FC236}">
                    <a16:creationId xmlns:a16="http://schemas.microsoft.com/office/drawing/2014/main" id="{0AF67BE4-BAE9-4DE0-B470-4AA38365AAA0}"/>
                  </a:ext>
                </a:extLst>
              </p:cNvPr>
              <p:cNvSpPr/>
              <p:nvPr/>
            </p:nvSpPr>
            <p:spPr>
              <a:xfrm>
                <a:off x="5531686" y="3923311"/>
                <a:ext cx="10084" cy="32011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219" extrusionOk="0">
                    <a:moveTo>
                      <a:pt x="196" y="1"/>
                    </a:moveTo>
                    <a:cubicBezTo>
                      <a:pt x="101" y="1"/>
                      <a:pt x="5" y="65"/>
                      <a:pt x="1" y="194"/>
                    </a:cubicBezTo>
                    <a:lnTo>
                      <a:pt x="1" y="1209"/>
                    </a:lnTo>
                    <a:lnTo>
                      <a:pt x="383" y="1218"/>
                    </a:lnTo>
                    <a:lnTo>
                      <a:pt x="383" y="194"/>
                    </a:lnTo>
                    <a:cubicBezTo>
                      <a:pt x="383" y="65"/>
                      <a:pt x="290" y="1"/>
                      <a:pt x="196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0597;p58">
                <a:extLst>
                  <a:ext uri="{FF2B5EF4-FFF2-40B4-BE49-F238E27FC236}">
                    <a16:creationId xmlns:a16="http://schemas.microsoft.com/office/drawing/2014/main" id="{12470806-8595-C569-F4A3-B5B14F232B4F}"/>
                  </a:ext>
                </a:extLst>
              </p:cNvPr>
              <p:cNvSpPr/>
              <p:nvPr/>
            </p:nvSpPr>
            <p:spPr>
              <a:xfrm>
                <a:off x="5572915" y="3923311"/>
                <a:ext cx="10084" cy="32011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219" extrusionOk="0">
                    <a:moveTo>
                      <a:pt x="192" y="1"/>
                    </a:moveTo>
                    <a:cubicBezTo>
                      <a:pt x="96" y="1"/>
                      <a:pt x="0" y="65"/>
                      <a:pt x="0" y="194"/>
                    </a:cubicBezTo>
                    <a:lnTo>
                      <a:pt x="0" y="1209"/>
                    </a:lnTo>
                    <a:lnTo>
                      <a:pt x="383" y="1218"/>
                    </a:lnTo>
                    <a:lnTo>
                      <a:pt x="383" y="194"/>
                    </a:lnTo>
                    <a:cubicBezTo>
                      <a:pt x="383" y="65"/>
                      <a:pt x="287" y="1"/>
                      <a:pt x="19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0598;p58">
                <a:extLst>
                  <a:ext uri="{FF2B5EF4-FFF2-40B4-BE49-F238E27FC236}">
                    <a16:creationId xmlns:a16="http://schemas.microsoft.com/office/drawing/2014/main" id="{9FB074A0-F960-E199-436F-85337D807AD2}"/>
                  </a:ext>
                </a:extLst>
              </p:cNvPr>
              <p:cNvSpPr/>
              <p:nvPr/>
            </p:nvSpPr>
            <p:spPr>
              <a:xfrm>
                <a:off x="5341433" y="4004874"/>
                <a:ext cx="120166" cy="117514"/>
              </a:xfrm>
              <a:custGeom>
                <a:avLst/>
                <a:gdLst/>
                <a:ahLst/>
                <a:cxnLst/>
                <a:rect l="l" t="t" r="r" b="b"/>
                <a:pathLst>
                  <a:path w="4576" h="4475" extrusionOk="0">
                    <a:moveTo>
                      <a:pt x="3625" y="0"/>
                    </a:moveTo>
                    <a:cubicBezTo>
                      <a:pt x="3497" y="0"/>
                      <a:pt x="3370" y="50"/>
                      <a:pt x="3274" y="151"/>
                    </a:cubicBezTo>
                    <a:lnTo>
                      <a:pt x="192" y="3223"/>
                    </a:lnTo>
                    <a:cubicBezTo>
                      <a:pt x="1" y="3414"/>
                      <a:pt x="1" y="3730"/>
                      <a:pt x="192" y="3931"/>
                    </a:cubicBezTo>
                    <a:lnTo>
                      <a:pt x="594" y="4323"/>
                    </a:lnTo>
                    <a:cubicBezTo>
                      <a:pt x="690" y="4424"/>
                      <a:pt x="817" y="4474"/>
                      <a:pt x="945" y="4474"/>
                    </a:cubicBezTo>
                    <a:cubicBezTo>
                      <a:pt x="1073" y="4474"/>
                      <a:pt x="1202" y="4424"/>
                      <a:pt x="1303" y="4323"/>
                    </a:cubicBezTo>
                    <a:lnTo>
                      <a:pt x="4375" y="1251"/>
                    </a:lnTo>
                    <a:cubicBezTo>
                      <a:pt x="4576" y="1060"/>
                      <a:pt x="4576" y="744"/>
                      <a:pt x="4375" y="543"/>
                    </a:cubicBezTo>
                    <a:lnTo>
                      <a:pt x="3982" y="151"/>
                    </a:lnTo>
                    <a:cubicBezTo>
                      <a:pt x="3882" y="50"/>
                      <a:pt x="3753" y="0"/>
                      <a:pt x="3625" y="0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3" name="Google Shape;10599;p58">
                <a:extLst>
                  <a:ext uri="{FF2B5EF4-FFF2-40B4-BE49-F238E27FC236}">
                    <a16:creationId xmlns:a16="http://schemas.microsoft.com/office/drawing/2014/main" id="{DCE59185-4D54-061A-5DB7-B51BE1180B2D}"/>
                  </a:ext>
                </a:extLst>
              </p:cNvPr>
              <p:cNvSpPr/>
              <p:nvPr/>
            </p:nvSpPr>
            <p:spPr>
              <a:xfrm>
                <a:off x="5341433" y="4004874"/>
                <a:ext cx="105093" cy="117514"/>
              </a:xfrm>
              <a:custGeom>
                <a:avLst/>
                <a:gdLst/>
                <a:ahLst/>
                <a:cxnLst/>
                <a:rect l="l" t="t" r="r" b="b"/>
                <a:pathLst>
                  <a:path w="4002" h="4475" extrusionOk="0">
                    <a:moveTo>
                      <a:pt x="3625" y="0"/>
                    </a:moveTo>
                    <a:cubicBezTo>
                      <a:pt x="3497" y="0"/>
                      <a:pt x="3370" y="50"/>
                      <a:pt x="3274" y="151"/>
                    </a:cubicBezTo>
                    <a:lnTo>
                      <a:pt x="192" y="3223"/>
                    </a:lnTo>
                    <a:cubicBezTo>
                      <a:pt x="1" y="3414"/>
                      <a:pt x="1" y="3730"/>
                      <a:pt x="192" y="3931"/>
                    </a:cubicBezTo>
                    <a:lnTo>
                      <a:pt x="594" y="4323"/>
                    </a:lnTo>
                    <a:cubicBezTo>
                      <a:pt x="690" y="4424"/>
                      <a:pt x="817" y="4474"/>
                      <a:pt x="945" y="4474"/>
                    </a:cubicBezTo>
                    <a:cubicBezTo>
                      <a:pt x="1073" y="4474"/>
                      <a:pt x="1202" y="4424"/>
                      <a:pt x="1303" y="4323"/>
                    </a:cubicBezTo>
                    <a:lnTo>
                      <a:pt x="1322" y="4304"/>
                    </a:lnTo>
                    <a:lnTo>
                      <a:pt x="958" y="3931"/>
                    </a:lnTo>
                    <a:cubicBezTo>
                      <a:pt x="757" y="3730"/>
                      <a:pt x="757" y="3414"/>
                      <a:pt x="958" y="3223"/>
                    </a:cubicBezTo>
                    <a:lnTo>
                      <a:pt x="4001" y="170"/>
                    </a:lnTo>
                    <a:lnTo>
                      <a:pt x="3982" y="151"/>
                    </a:lnTo>
                    <a:cubicBezTo>
                      <a:pt x="3882" y="50"/>
                      <a:pt x="3753" y="0"/>
                      <a:pt x="3625" y="0"/>
                    </a:cubicBezTo>
                    <a:close/>
                  </a:path>
                </a:pathLst>
              </a:custGeom>
              <a:solidFill>
                <a:srgbClr val="3E1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" name="Google Shape;10600;p58">
                <a:extLst>
                  <a:ext uri="{FF2B5EF4-FFF2-40B4-BE49-F238E27FC236}">
                    <a16:creationId xmlns:a16="http://schemas.microsoft.com/office/drawing/2014/main" id="{95A24B0D-1C7D-4401-59EB-F231F690B8DC}"/>
                  </a:ext>
                </a:extLst>
              </p:cNvPr>
              <p:cNvSpPr/>
              <p:nvPr/>
            </p:nvSpPr>
            <p:spPr>
              <a:xfrm>
                <a:off x="5417587" y="4004874"/>
                <a:ext cx="43749" cy="42436"/>
              </a:xfrm>
              <a:custGeom>
                <a:avLst/>
                <a:gdLst/>
                <a:ahLst/>
                <a:cxnLst/>
                <a:rect l="l" t="t" r="r" b="b"/>
                <a:pathLst>
                  <a:path w="1666" h="1616" extrusionOk="0">
                    <a:moveTo>
                      <a:pt x="725" y="0"/>
                    </a:moveTo>
                    <a:cubicBezTo>
                      <a:pt x="597" y="0"/>
                      <a:pt x="470" y="50"/>
                      <a:pt x="374" y="151"/>
                    </a:cubicBezTo>
                    <a:lnTo>
                      <a:pt x="1" y="515"/>
                    </a:lnTo>
                    <a:lnTo>
                      <a:pt x="1111" y="1615"/>
                    </a:lnTo>
                    <a:lnTo>
                      <a:pt x="1475" y="1251"/>
                    </a:lnTo>
                    <a:cubicBezTo>
                      <a:pt x="1666" y="1060"/>
                      <a:pt x="1666" y="744"/>
                      <a:pt x="1475" y="543"/>
                    </a:cubicBezTo>
                    <a:lnTo>
                      <a:pt x="1082" y="151"/>
                    </a:lnTo>
                    <a:cubicBezTo>
                      <a:pt x="982" y="50"/>
                      <a:pt x="853" y="0"/>
                      <a:pt x="725" y="0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" name="Google Shape;10601;p58">
                <a:extLst>
                  <a:ext uri="{FF2B5EF4-FFF2-40B4-BE49-F238E27FC236}">
                    <a16:creationId xmlns:a16="http://schemas.microsoft.com/office/drawing/2014/main" id="{B5012C1F-F63B-7B38-7D4B-3ED166D4681B}"/>
                  </a:ext>
                </a:extLst>
              </p:cNvPr>
              <p:cNvSpPr/>
              <p:nvPr/>
            </p:nvSpPr>
            <p:spPr>
              <a:xfrm>
                <a:off x="5417587" y="4004795"/>
                <a:ext cx="28939" cy="23398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891" extrusionOk="0">
                    <a:moveTo>
                      <a:pt x="671" y="1"/>
                    </a:moveTo>
                    <a:lnTo>
                      <a:pt x="623" y="10"/>
                    </a:lnTo>
                    <a:cubicBezTo>
                      <a:pt x="527" y="29"/>
                      <a:pt x="441" y="77"/>
                      <a:pt x="364" y="144"/>
                    </a:cubicBezTo>
                    <a:lnTo>
                      <a:pt x="96" y="422"/>
                    </a:lnTo>
                    <a:lnTo>
                      <a:pt x="1" y="518"/>
                    </a:lnTo>
                    <a:lnTo>
                      <a:pt x="384" y="891"/>
                    </a:lnTo>
                    <a:lnTo>
                      <a:pt x="1101" y="173"/>
                    </a:lnTo>
                    <a:lnTo>
                      <a:pt x="1073" y="154"/>
                    </a:lnTo>
                    <a:lnTo>
                      <a:pt x="1044" y="116"/>
                    </a:lnTo>
                    <a:lnTo>
                      <a:pt x="1025" y="106"/>
                    </a:lnTo>
                    <a:cubicBezTo>
                      <a:pt x="939" y="39"/>
                      <a:pt x="833" y="1"/>
                      <a:pt x="719" y="1"/>
                    </a:cubicBez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BCCEE4FD-CA11-B4BA-9E59-68C2DEF737AE}"/>
              </a:ext>
            </a:extLst>
          </p:cNvPr>
          <p:cNvGrpSpPr/>
          <p:nvPr/>
        </p:nvGrpSpPr>
        <p:grpSpPr>
          <a:xfrm>
            <a:off x="6172231" y="3145269"/>
            <a:ext cx="664795" cy="677778"/>
            <a:chOff x="6172231" y="3145269"/>
            <a:chExt cx="664795" cy="677778"/>
          </a:xfrm>
        </p:grpSpPr>
        <p:sp>
          <p:nvSpPr>
            <p:cNvPr id="127" name="Diagrama de flujo: conector 126">
              <a:hlinkClick r:id="rId7" action="ppaction://hlinksldjump"/>
              <a:extLst>
                <a:ext uri="{FF2B5EF4-FFF2-40B4-BE49-F238E27FC236}">
                  <a16:creationId xmlns:a16="http://schemas.microsoft.com/office/drawing/2014/main" id="{7A3E5094-8420-007B-D0CD-19A59AADEE53}"/>
                </a:ext>
              </a:extLst>
            </p:cNvPr>
            <p:cNvSpPr/>
            <p:nvPr/>
          </p:nvSpPr>
          <p:spPr>
            <a:xfrm>
              <a:off x="6172231" y="3145269"/>
              <a:ext cx="664795" cy="677778"/>
            </a:xfrm>
            <a:prstGeom prst="flowChartConnector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001">
              <a:schemeClr val="dk2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8" name="Google Shape;7279;p56">
              <a:extLst>
                <a:ext uri="{FF2B5EF4-FFF2-40B4-BE49-F238E27FC236}">
                  <a16:creationId xmlns:a16="http://schemas.microsoft.com/office/drawing/2014/main" id="{1ED6D40B-22C4-BDD7-52E3-447C3716E508}"/>
                </a:ext>
              </a:extLst>
            </p:cNvPr>
            <p:cNvSpPr/>
            <p:nvPr/>
          </p:nvSpPr>
          <p:spPr>
            <a:xfrm>
              <a:off x="6321330" y="3331437"/>
              <a:ext cx="367757" cy="335929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C70E7841-3911-238B-FF51-6EFD0CA05766}"/>
              </a:ext>
            </a:extLst>
          </p:cNvPr>
          <p:cNvSpPr txBox="1"/>
          <p:nvPr/>
        </p:nvSpPr>
        <p:spPr>
          <a:xfrm>
            <a:off x="1289965" y="2144557"/>
            <a:ext cx="1922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Registrar asistencia</a:t>
            </a:r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DDF477A8-497E-6223-6809-BA4263D167D1}"/>
              </a:ext>
            </a:extLst>
          </p:cNvPr>
          <p:cNvSpPr txBox="1"/>
          <p:nvPr/>
        </p:nvSpPr>
        <p:spPr>
          <a:xfrm>
            <a:off x="1256477" y="3271131"/>
            <a:ext cx="1922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Ver historial  de asistencia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3A960E22-A7DD-9E3E-36B4-4DAF1165AF1B}"/>
              </a:ext>
            </a:extLst>
          </p:cNvPr>
          <p:cNvSpPr txBox="1"/>
          <p:nvPr/>
        </p:nvSpPr>
        <p:spPr>
          <a:xfrm>
            <a:off x="4032257" y="2136752"/>
            <a:ext cx="20616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Calcular porcentaje de puntualidad por empleado</a:t>
            </a:r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41972E08-CA78-3A64-BDE8-CD90A75638C7}"/>
              </a:ext>
            </a:extLst>
          </p:cNvPr>
          <p:cNvSpPr txBox="1"/>
          <p:nvPr/>
        </p:nvSpPr>
        <p:spPr>
          <a:xfrm>
            <a:off x="6875443" y="2136752"/>
            <a:ext cx="1922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Ver empleados registrados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53EF6317-8781-3845-323E-C988C1E00173}"/>
              </a:ext>
            </a:extLst>
          </p:cNvPr>
          <p:cNvSpPr txBox="1"/>
          <p:nvPr/>
        </p:nvSpPr>
        <p:spPr>
          <a:xfrm>
            <a:off x="4006667" y="3262671"/>
            <a:ext cx="1922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Generar informe semanal</a:t>
            </a:r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B9BE0F32-979D-9E35-5020-FE0D339A61C4}"/>
              </a:ext>
            </a:extLst>
          </p:cNvPr>
          <p:cNvSpPr txBox="1"/>
          <p:nvPr/>
        </p:nvSpPr>
        <p:spPr>
          <a:xfrm>
            <a:off x="6837523" y="3262671"/>
            <a:ext cx="1922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Salir del menú</a:t>
            </a:r>
          </a:p>
        </p:txBody>
      </p:sp>
    </p:spTree>
    <p:extLst>
      <p:ext uri="{BB962C8B-B14F-4D97-AF65-F5344CB8AC3E}">
        <p14:creationId xmlns:p14="http://schemas.microsoft.com/office/powerpoint/2010/main" val="3523236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CAB24-B3B8-4101-894F-262BEA41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9F7F65D2-40EA-3D09-D06F-E9E3B42767ED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16F26-7A40-D43A-FE05-9953EAAA96FE}"/>
              </a:ext>
            </a:extLst>
          </p:cNvPr>
          <p:cNvSpPr/>
          <p:nvPr/>
        </p:nvSpPr>
        <p:spPr>
          <a:xfrm>
            <a:off x="1305233" y="2023539"/>
            <a:ext cx="6209070" cy="20470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7EE2493-8FA4-3EEE-6F8D-D916CEC35749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E83D1C4-56A3-A066-A026-19CB88A409BC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REGISTRO DE ASISTENCIA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F5378F2-5B66-4A9E-5737-96BE372B4CA3}"/>
              </a:ext>
            </a:extLst>
          </p:cNvPr>
          <p:cNvSpPr txBox="1"/>
          <p:nvPr/>
        </p:nvSpPr>
        <p:spPr>
          <a:xfrm>
            <a:off x="1397408" y="2165654"/>
            <a:ext cx="324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Ingrese el nombre del empleado:</a:t>
            </a:r>
            <a:endParaRPr lang="es-CO" b="1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9" name="Rectángulo: esquinas redondeadas 8">
            <a:hlinkClick r:id="rId2" action="ppaction://hlinksldjump"/>
            <a:extLst>
              <a:ext uri="{FF2B5EF4-FFF2-40B4-BE49-F238E27FC236}">
                <a16:creationId xmlns:a16="http://schemas.microsoft.com/office/drawing/2014/main" id="{5D8425E3-CEC8-3755-4F36-85C168BFC519}"/>
              </a:ext>
            </a:extLst>
          </p:cNvPr>
          <p:cNvSpPr/>
          <p:nvPr/>
        </p:nvSpPr>
        <p:spPr>
          <a:xfrm>
            <a:off x="6024717" y="3628451"/>
            <a:ext cx="1489586" cy="44210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Sora" panose="020B0604020202020204" charset="0"/>
                <a:cs typeface="Sora" panose="020B0604020202020204" charset="0"/>
              </a:rPr>
              <a:t>SIGUIENTE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7398F1D-D19B-CE7A-DDC0-08831083C3B3}"/>
              </a:ext>
            </a:extLst>
          </p:cNvPr>
          <p:cNvSpPr/>
          <p:nvPr/>
        </p:nvSpPr>
        <p:spPr>
          <a:xfrm>
            <a:off x="4638365" y="2125775"/>
            <a:ext cx="2647336" cy="3558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EC4FE88-59B8-EB37-3243-9AA370ACB4E6}"/>
              </a:ext>
            </a:extLst>
          </p:cNvPr>
          <p:cNvSpPr txBox="1"/>
          <p:nvPr/>
        </p:nvSpPr>
        <p:spPr>
          <a:xfrm>
            <a:off x="1397408" y="2637123"/>
            <a:ext cx="3565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Ingrese el documento del empleado:</a:t>
            </a:r>
            <a:endParaRPr lang="es-CO" b="1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D071580-7B68-3F06-7170-9F0EB62A74BF}"/>
              </a:ext>
            </a:extLst>
          </p:cNvPr>
          <p:cNvSpPr/>
          <p:nvPr/>
        </p:nvSpPr>
        <p:spPr>
          <a:xfrm>
            <a:off x="4874341" y="2616664"/>
            <a:ext cx="2411359" cy="3558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312989C-072D-E4F3-5297-DD246576AF02}"/>
              </a:ext>
            </a:extLst>
          </p:cNvPr>
          <p:cNvSpPr txBox="1"/>
          <p:nvPr/>
        </p:nvSpPr>
        <p:spPr>
          <a:xfrm>
            <a:off x="1397408" y="3149161"/>
            <a:ext cx="324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Ingrese el cargo del empleado:</a:t>
            </a:r>
            <a:endParaRPr lang="es-CO" b="1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BA8AF2A-01B9-A071-77ED-00162AA7C856}"/>
              </a:ext>
            </a:extLst>
          </p:cNvPr>
          <p:cNvSpPr/>
          <p:nvPr/>
        </p:nvSpPr>
        <p:spPr>
          <a:xfrm>
            <a:off x="4365523" y="3125148"/>
            <a:ext cx="2920178" cy="3558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76422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2BC6D-FDC9-38F2-995D-9A9656A42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3A0AB25-4D6A-D2BF-C562-90CA4F7D68F5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4409445-B18E-4722-06AA-F063DD5D9B5F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6F194B6-058A-32DC-0532-5D512DED65A8}"/>
              </a:ext>
            </a:extLst>
          </p:cNvPr>
          <p:cNvSpPr txBox="1"/>
          <p:nvPr/>
        </p:nvSpPr>
        <p:spPr>
          <a:xfrm>
            <a:off x="2138517" y="2387084"/>
            <a:ext cx="456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b="1" dirty="0">
                <a:solidFill>
                  <a:srgbClr val="00B050"/>
                </a:solidFill>
                <a:latin typeface="Sora" panose="020B0604020202020204" charset="0"/>
                <a:cs typeface="Sora" panose="020B0604020202020204" charset="0"/>
              </a:rPr>
              <a:t>Empleado registrado correctamente.</a:t>
            </a:r>
          </a:p>
        </p:txBody>
      </p:sp>
      <p:sp>
        <p:nvSpPr>
          <p:cNvPr id="9" name="Rectángulo: esquinas redondeadas 8">
            <a:hlinkClick r:id="rId2" action="ppaction://hlinksldjump"/>
            <a:extLst>
              <a:ext uri="{FF2B5EF4-FFF2-40B4-BE49-F238E27FC236}">
                <a16:creationId xmlns:a16="http://schemas.microsoft.com/office/drawing/2014/main" id="{FBAD78F2-34B0-CB8F-C3B8-768AEBB68054}"/>
              </a:ext>
            </a:extLst>
          </p:cNvPr>
          <p:cNvSpPr/>
          <p:nvPr/>
        </p:nvSpPr>
        <p:spPr>
          <a:xfrm>
            <a:off x="5545394" y="3119284"/>
            <a:ext cx="1489586" cy="44210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Sora" panose="020B0604020202020204" charset="0"/>
                <a:cs typeface="Sora" panose="020B0604020202020204" charset="0"/>
              </a:rPr>
              <a:t>SIGUIENTE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F0EA158-0C7D-1555-B71A-0BB9D7B07381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3C9BA1A-CAEF-C6AE-6ACE-B235A57CB1A4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REGISTRO DE ASISTENCIA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072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24F59-BE43-D13F-CCDF-A1299761E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B3E53378-80AF-73EC-3C09-479536E6A759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A5BCB58-CB1E-3EA9-ACDC-BDCBD9C0D188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63009DF-065F-3E26-8227-77F3C56718D4}"/>
              </a:ext>
            </a:extLst>
          </p:cNvPr>
          <p:cNvSpPr txBox="1"/>
          <p:nvPr/>
        </p:nvSpPr>
        <p:spPr>
          <a:xfrm>
            <a:off x="2138517" y="2387084"/>
            <a:ext cx="456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rgbClr val="FFC000"/>
                </a:solidFill>
                <a:latin typeface="Sora" panose="020B0604020202020204" charset="0"/>
                <a:cs typeface="Sora" panose="020B0604020202020204" charset="0"/>
              </a:rPr>
              <a:t>El empleado ya está registrado.</a:t>
            </a:r>
            <a:endParaRPr lang="es-CO" sz="1800" b="1" dirty="0">
              <a:solidFill>
                <a:srgbClr val="FFC00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9" name="Rectángulo: esquinas redondeadas 8">
            <a:hlinkClick r:id="rId2" action="ppaction://hlinksldjump"/>
            <a:extLst>
              <a:ext uri="{FF2B5EF4-FFF2-40B4-BE49-F238E27FC236}">
                <a16:creationId xmlns:a16="http://schemas.microsoft.com/office/drawing/2014/main" id="{FEEC134F-5577-1141-B827-648ED559F039}"/>
              </a:ext>
            </a:extLst>
          </p:cNvPr>
          <p:cNvSpPr/>
          <p:nvPr/>
        </p:nvSpPr>
        <p:spPr>
          <a:xfrm>
            <a:off x="5545394" y="3119284"/>
            <a:ext cx="1489586" cy="44210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Sora" panose="020B0604020202020204" charset="0"/>
                <a:cs typeface="Sora" panose="020B0604020202020204" charset="0"/>
              </a:rPr>
              <a:t>SIGUIENTE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9FE6AA5-D274-6E74-EABA-538BECA2057E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8E3161-D10F-3A47-784A-C56FD1BDE04D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REGISTRO DE ASISTENCIA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3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994CA-A3B2-4BD9-2D7C-95BA40B8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D4C94F3A-9627-54B5-1707-0A7AF37A16E9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787283-4793-BD2D-4894-A6F1B978CACC}"/>
              </a:ext>
            </a:extLst>
          </p:cNvPr>
          <p:cNvSpPr/>
          <p:nvPr/>
        </p:nvSpPr>
        <p:spPr>
          <a:xfrm>
            <a:off x="1305233" y="2023539"/>
            <a:ext cx="6209070" cy="20470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5C9457F-1EE6-88D0-D70D-4192ECEA7F99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0B0616-8D3B-2A47-3719-F516B3CBB146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REGISTRO DE ASISTENCIA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B854734-FE72-A393-F66D-F24BDC74C7C1}"/>
              </a:ext>
            </a:extLst>
          </p:cNvPr>
          <p:cNvSpPr txBox="1"/>
          <p:nvPr/>
        </p:nvSpPr>
        <p:spPr>
          <a:xfrm>
            <a:off x="1681317" y="2167976"/>
            <a:ext cx="34732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Ingrese la fecha de ingreso:</a:t>
            </a:r>
            <a:endParaRPr lang="es-CO" b="1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9" name="Rectángulo: esquinas redondeadas 8">
            <a:hlinkClick r:id="rId2" action="ppaction://hlinksldjump"/>
            <a:extLst>
              <a:ext uri="{FF2B5EF4-FFF2-40B4-BE49-F238E27FC236}">
                <a16:creationId xmlns:a16="http://schemas.microsoft.com/office/drawing/2014/main" id="{0F87EC43-325A-34BB-45E3-9007307B8C05}"/>
              </a:ext>
            </a:extLst>
          </p:cNvPr>
          <p:cNvSpPr/>
          <p:nvPr/>
        </p:nvSpPr>
        <p:spPr>
          <a:xfrm>
            <a:off x="6024717" y="3628451"/>
            <a:ext cx="1489586" cy="44210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Sora" panose="020B0604020202020204" charset="0"/>
                <a:cs typeface="Sora" panose="020B0604020202020204" charset="0"/>
              </a:rPr>
              <a:t>SIGUIENTE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BC8840B-5A21-034F-A519-BE4AADD19C17}"/>
              </a:ext>
            </a:extLst>
          </p:cNvPr>
          <p:cNvSpPr/>
          <p:nvPr/>
        </p:nvSpPr>
        <p:spPr>
          <a:xfrm>
            <a:off x="4859594" y="2125775"/>
            <a:ext cx="2426107" cy="3558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3">
                    <a:lumMod val="85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(DD/MM/AAAA)</a:t>
            </a:r>
            <a:endParaRPr lang="es-CO" dirty="0">
              <a:solidFill>
                <a:schemeClr val="accent3">
                  <a:lumMod val="85000"/>
                </a:schemeClr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F823A2A-E7AC-4735-4F2B-98B5836873EE}"/>
              </a:ext>
            </a:extLst>
          </p:cNvPr>
          <p:cNvSpPr txBox="1"/>
          <p:nvPr/>
        </p:nvSpPr>
        <p:spPr>
          <a:xfrm>
            <a:off x="1681316" y="2688679"/>
            <a:ext cx="3989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Sora" panose="020B0604020202020204" charset="0"/>
                <a:cs typeface="Sora" panose="020B0604020202020204" charset="0"/>
              </a:rPr>
              <a:t>Ingrese la hora de ingreso del trabajador:</a:t>
            </a:r>
            <a:endParaRPr lang="es-CO" b="1" dirty="0">
              <a:solidFill>
                <a:schemeClr val="tx1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62C6A7B-F3A1-D9D0-16D5-E5AE725881A4}"/>
              </a:ext>
            </a:extLst>
          </p:cNvPr>
          <p:cNvSpPr/>
          <p:nvPr/>
        </p:nvSpPr>
        <p:spPr>
          <a:xfrm>
            <a:off x="5670755" y="2644261"/>
            <a:ext cx="1614945" cy="3558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accent3">
                    <a:lumMod val="85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(HH:MM)</a:t>
            </a:r>
          </a:p>
        </p:txBody>
      </p:sp>
    </p:spTree>
    <p:extLst>
      <p:ext uri="{BB962C8B-B14F-4D97-AF65-F5344CB8AC3E}">
        <p14:creationId xmlns:p14="http://schemas.microsoft.com/office/powerpoint/2010/main" val="8687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89466-85AB-CFA7-78EC-B0DA45359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AC4820ED-5472-2A10-D0B3-D8050EC7CD6B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86F68C4-54C0-5D42-D0CF-15468E04DBB8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1BF874E-63CD-1A51-8359-9827AD85D979}"/>
              </a:ext>
            </a:extLst>
          </p:cNvPr>
          <p:cNvSpPr txBox="1"/>
          <p:nvPr/>
        </p:nvSpPr>
        <p:spPr>
          <a:xfrm>
            <a:off x="2138517" y="2387084"/>
            <a:ext cx="4653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b="1" dirty="0">
                <a:solidFill>
                  <a:srgbClr val="0070C0"/>
                </a:solidFill>
                <a:latin typeface="Sora" panose="020B0604020202020204" charset="0"/>
                <a:cs typeface="Sora" panose="020B0604020202020204" charset="0"/>
              </a:rPr>
              <a:t>Registro guardado para (nombre)  (estado) (fecha)</a:t>
            </a:r>
          </a:p>
        </p:txBody>
      </p:sp>
      <p:sp>
        <p:nvSpPr>
          <p:cNvPr id="9" name="Rectángulo: esquinas redondeadas 8">
            <a:hlinkClick r:id="rId2" action="ppaction://hlinksldjump"/>
            <a:extLst>
              <a:ext uri="{FF2B5EF4-FFF2-40B4-BE49-F238E27FC236}">
                <a16:creationId xmlns:a16="http://schemas.microsoft.com/office/drawing/2014/main" id="{0675CD55-A620-B9B1-4F27-1D85D91BC237}"/>
              </a:ext>
            </a:extLst>
          </p:cNvPr>
          <p:cNvSpPr/>
          <p:nvPr/>
        </p:nvSpPr>
        <p:spPr>
          <a:xfrm>
            <a:off x="5545394" y="3119284"/>
            <a:ext cx="1489586" cy="44210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Sora" panose="020B0604020202020204" charset="0"/>
                <a:cs typeface="Sora" panose="020B0604020202020204" charset="0"/>
              </a:rPr>
              <a:t>SIGUIENTE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1A8635E-B83A-2D7C-01C0-607AEF7DF65A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D55098B-C06B-0277-7CBD-F8BF4DE84007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REGISTRO DE ASISTENCIA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557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4E98C-9938-6333-22D9-A60B8209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B40934D1-7FFB-2EC9-833D-A8BA62246FA1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5BD491B-CEF1-54D5-0540-2ACF35979A02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97E7A82-F606-78C6-91B7-8089222F27D0}"/>
              </a:ext>
            </a:extLst>
          </p:cNvPr>
          <p:cNvSpPr txBox="1"/>
          <p:nvPr/>
        </p:nvSpPr>
        <p:spPr>
          <a:xfrm>
            <a:off x="2057399" y="2388928"/>
            <a:ext cx="4896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rgbClr val="FFC000"/>
                </a:solidFill>
                <a:latin typeface="Sora" panose="020B0604020202020204" charset="0"/>
                <a:cs typeface="Sora" panose="020B0604020202020204" charset="0"/>
              </a:rPr>
              <a:t>Ya existe un registro de asistencia para este trabajador en esa fecha.</a:t>
            </a:r>
            <a:endParaRPr lang="es-CO" sz="1800" b="1" dirty="0">
              <a:solidFill>
                <a:srgbClr val="FFC00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1D6DFC7-FD76-404F-2940-3A7BDE8E0A3F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F00CAD6-E866-A2E8-F9C9-0147FE4D6B69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REGISTRO DE ASISTENCIA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233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9297F-339E-F1F2-B8B0-84C97EF9B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49C60EE-FB2A-0100-030E-FA27F0A6001A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F289E1C-4EFD-5370-93C4-74EC9A7D7FB0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1ECA1CE-3867-C287-641F-188DC997916A}"/>
              </a:ext>
            </a:extLst>
          </p:cNvPr>
          <p:cNvSpPr txBox="1"/>
          <p:nvPr/>
        </p:nvSpPr>
        <p:spPr>
          <a:xfrm>
            <a:off x="2138517" y="2387084"/>
            <a:ext cx="4653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¿Desea registrar otra fecha?</a:t>
            </a:r>
            <a:endParaRPr lang="es-CO" sz="1800" b="1" dirty="0">
              <a:solidFill>
                <a:schemeClr val="bg1">
                  <a:lumMod val="1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D8C0BDA-B1BD-2D5C-8A8A-CD6A8E28E4D1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091D9B8-93EE-0DFA-56D3-E656ABAF5696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REGISTRO DE ASISTENCIA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3" name="Rectángulo: esquinas redondeadas 2">
            <a:hlinkClick r:id="rId2" action="ppaction://hlinksldjump"/>
            <a:extLst>
              <a:ext uri="{FF2B5EF4-FFF2-40B4-BE49-F238E27FC236}">
                <a16:creationId xmlns:a16="http://schemas.microsoft.com/office/drawing/2014/main" id="{550DEAAD-434C-59AE-572B-F6AF7282506E}"/>
              </a:ext>
            </a:extLst>
          </p:cNvPr>
          <p:cNvSpPr/>
          <p:nvPr/>
        </p:nvSpPr>
        <p:spPr>
          <a:xfrm>
            <a:off x="2389239" y="3717525"/>
            <a:ext cx="1467465" cy="5438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SI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0525BCEB-4626-A9FE-5F7B-E3BE0D3E7F3A}"/>
              </a:ext>
            </a:extLst>
          </p:cNvPr>
          <p:cNvSpPr/>
          <p:nvPr/>
        </p:nvSpPr>
        <p:spPr>
          <a:xfrm>
            <a:off x="5324167" y="3717525"/>
            <a:ext cx="1467465" cy="543828"/>
          </a:xfrm>
          <a:prstGeom prst="roundRect">
            <a:avLst/>
          </a:prstGeom>
          <a:solidFill>
            <a:srgbClr val="C00000"/>
          </a:solidFill>
          <a:ln>
            <a:solidFill>
              <a:srgbClr val="A500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NO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074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2E77F-E8DB-856C-5359-F60375CB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85867A1-A7B5-9963-75AC-339ED5884DE4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0EFF20F-B68E-7916-F243-6CFA1AFBD072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5708E9F-DC20-4165-121D-B45BEFDD6B13}"/>
              </a:ext>
            </a:extLst>
          </p:cNvPr>
          <p:cNvSpPr txBox="1"/>
          <p:nvPr/>
        </p:nvSpPr>
        <p:spPr>
          <a:xfrm>
            <a:off x="2138517" y="2387084"/>
            <a:ext cx="4653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¿Desea registrar otra fecha para este mismo trabajador?</a:t>
            </a:r>
            <a:endParaRPr lang="es-CO" sz="1800" b="1" dirty="0">
              <a:solidFill>
                <a:schemeClr val="bg1">
                  <a:lumMod val="1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7693F5C-7380-6525-E943-0FFC4B3579D3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B1BA99F-E2F5-CB91-F503-0721627AD7ED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REGISTRO DE ASISTENCIA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3" name="Rectángulo: esquinas redondeadas 2">
            <a:hlinkClick r:id="rId2" action="ppaction://hlinksldjump"/>
            <a:extLst>
              <a:ext uri="{FF2B5EF4-FFF2-40B4-BE49-F238E27FC236}">
                <a16:creationId xmlns:a16="http://schemas.microsoft.com/office/drawing/2014/main" id="{C0363B11-1C66-C3F4-2545-379F6DB9E9C9}"/>
              </a:ext>
            </a:extLst>
          </p:cNvPr>
          <p:cNvSpPr/>
          <p:nvPr/>
        </p:nvSpPr>
        <p:spPr>
          <a:xfrm>
            <a:off x="2389239" y="3717525"/>
            <a:ext cx="1467465" cy="5438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SI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C6C46CD6-5A5D-706B-346F-5827E98C2B74}"/>
              </a:ext>
            </a:extLst>
          </p:cNvPr>
          <p:cNvSpPr/>
          <p:nvPr/>
        </p:nvSpPr>
        <p:spPr>
          <a:xfrm>
            <a:off x="5324167" y="3717525"/>
            <a:ext cx="1467465" cy="543828"/>
          </a:xfrm>
          <a:prstGeom prst="roundRect">
            <a:avLst/>
          </a:prstGeom>
          <a:solidFill>
            <a:srgbClr val="C00000"/>
          </a:solidFill>
          <a:ln>
            <a:solidFill>
              <a:srgbClr val="A500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NO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412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3C9C6-CF0E-90CC-7D49-8DEAD45D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C1FF259-67D1-AAC5-6EEB-492B7A429616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8EF5D5A-C38D-AC34-1984-9942DDE477FB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CB0BAFF-B030-3326-50F1-C392D6B2D2ED}"/>
              </a:ext>
            </a:extLst>
          </p:cNvPr>
          <p:cNvSpPr txBox="1"/>
          <p:nvPr/>
        </p:nvSpPr>
        <p:spPr>
          <a:xfrm>
            <a:off x="2138517" y="2387084"/>
            <a:ext cx="4653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¿Desea registrar otro trabajador diferente?</a:t>
            </a:r>
            <a:endParaRPr lang="es-CO" sz="1800" b="1" dirty="0">
              <a:solidFill>
                <a:schemeClr val="bg1">
                  <a:lumMod val="1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7FF2AAC-5155-FFB0-04F0-0C7A722AE259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B08A113-FEDA-7C20-00E0-9925ACD90C4B}"/>
              </a:ext>
            </a:extLst>
          </p:cNvPr>
          <p:cNvSpPr txBox="1"/>
          <p:nvPr/>
        </p:nvSpPr>
        <p:spPr>
          <a:xfrm>
            <a:off x="2389239" y="1622323"/>
            <a:ext cx="4313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REGISTRO DE ASISTENCIA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3" name="Rectángulo: esquinas redondeadas 2">
            <a:hlinkClick r:id="rId2" action="ppaction://hlinksldjump"/>
            <a:extLst>
              <a:ext uri="{FF2B5EF4-FFF2-40B4-BE49-F238E27FC236}">
                <a16:creationId xmlns:a16="http://schemas.microsoft.com/office/drawing/2014/main" id="{F2536498-4446-F5E6-94EA-9C2658646A5C}"/>
              </a:ext>
            </a:extLst>
          </p:cNvPr>
          <p:cNvSpPr/>
          <p:nvPr/>
        </p:nvSpPr>
        <p:spPr>
          <a:xfrm>
            <a:off x="2389239" y="3717525"/>
            <a:ext cx="1467465" cy="5438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SI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33E05DE8-E46E-25C8-DEDE-773278F565B2}"/>
              </a:ext>
            </a:extLst>
          </p:cNvPr>
          <p:cNvSpPr/>
          <p:nvPr/>
        </p:nvSpPr>
        <p:spPr>
          <a:xfrm>
            <a:off x="5324167" y="3717525"/>
            <a:ext cx="1467465" cy="543828"/>
          </a:xfrm>
          <a:prstGeom prst="roundRect">
            <a:avLst/>
          </a:prstGeom>
          <a:solidFill>
            <a:srgbClr val="C00000"/>
          </a:solidFill>
          <a:ln>
            <a:solidFill>
              <a:srgbClr val="A500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NO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962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89461-2465-1718-F61D-C0BF8B57B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144DEAE-7442-2849-0AC6-91F57A062BF0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457A616-1117-DA43-804E-C7B7B6F66E42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F17EC9B-F87F-0F80-2484-C586E3AF5C8A}"/>
              </a:ext>
            </a:extLst>
          </p:cNvPr>
          <p:cNvSpPr txBox="1"/>
          <p:nvPr/>
        </p:nvSpPr>
        <p:spPr>
          <a:xfrm>
            <a:off x="2138517" y="2387083"/>
            <a:ext cx="4763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Volviendo al menú principal...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58B29B9-0C0A-81DB-7619-35CB6B31A7E0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48C9BDF-CA5B-7D29-FF56-2355A206E208}"/>
              </a:ext>
            </a:extLst>
          </p:cNvPr>
          <p:cNvGrpSpPr/>
          <p:nvPr/>
        </p:nvGrpSpPr>
        <p:grpSpPr>
          <a:xfrm>
            <a:off x="6148039" y="2828979"/>
            <a:ext cx="754206" cy="637702"/>
            <a:chOff x="6148039" y="2828979"/>
            <a:chExt cx="754206" cy="637702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33233C7B-1924-1CAF-9248-7E1F1E1605D3}"/>
                </a:ext>
              </a:extLst>
            </p:cNvPr>
            <p:cNvSpPr/>
            <p:nvPr/>
          </p:nvSpPr>
          <p:spPr>
            <a:xfrm>
              <a:off x="6148039" y="2828979"/>
              <a:ext cx="754206" cy="637702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" name="Flecha: a la derecha 2">
              <a:hlinkClick r:id="rId2" action="ppaction://hlinksldjump"/>
              <a:extLst>
                <a:ext uri="{FF2B5EF4-FFF2-40B4-BE49-F238E27FC236}">
                  <a16:creationId xmlns:a16="http://schemas.microsoft.com/office/drawing/2014/main" id="{9C813814-95B9-E082-DA3A-30CE4E2A2532}"/>
                </a:ext>
              </a:extLst>
            </p:cNvPr>
            <p:cNvSpPr/>
            <p:nvPr/>
          </p:nvSpPr>
          <p:spPr>
            <a:xfrm>
              <a:off x="6253795" y="2909721"/>
              <a:ext cx="542693" cy="476217"/>
            </a:xfrm>
            <a:prstGeom prst="rightArrow">
              <a:avLst/>
            </a:prstGeom>
            <a:solidFill>
              <a:schemeClr val="accent4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574650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6111A-E7BA-0FAA-CC58-F251181F1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B417A1F4-74C0-DC6A-226B-67D8D069B0E1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BF812D2-F3ED-8405-BAF5-726A5AE57248}"/>
              </a:ext>
            </a:extLst>
          </p:cNvPr>
          <p:cNvSpPr txBox="1"/>
          <p:nvPr/>
        </p:nvSpPr>
        <p:spPr>
          <a:xfrm>
            <a:off x="2389239" y="1622323"/>
            <a:ext cx="4313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b="1" dirty="0">
                <a:solidFill>
                  <a:schemeClr val="bg1">
                    <a:lumMod val="25000"/>
                  </a:schemeClr>
                </a:solidFill>
              </a:rPr>
              <a:t>HISTORIAL DE ASISTENCIA</a:t>
            </a:r>
            <a:endParaRPr lang="es-CO" sz="18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F873C6E-5EB0-AF67-A117-EC428CBB1334}"/>
              </a:ext>
            </a:extLst>
          </p:cNvPr>
          <p:cNvSpPr/>
          <p:nvPr/>
        </p:nvSpPr>
        <p:spPr>
          <a:xfrm>
            <a:off x="1729248" y="2158969"/>
            <a:ext cx="5785056" cy="15723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861C206-4E48-0D50-A2AC-0BC45E1791F9}"/>
              </a:ext>
            </a:extLst>
          </p:cNvPr>
          <p:cNvSpPr txBox="1"/>
          <p:nvPr/>
        </p:nvSpPr>
        <p:spPr>
          <a:xfrm>
            <a:off x="1814052" y="2333496"/>
            <a:ext cx="5600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Aarón / 12312345 / 08:00 / 12/07/2025 → LLEGÓ PUNTUAL</a:t>
            </a:r>
          </a:p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Joshua / 12312323 / 08:00 / 12/07/2025 → LLEGÓ PUNTUAL</a:t>
            </a:r>
          </a:p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Marta / 12121212 / No llego / 12/07/2025 → AUSENTE</a:t>
            </a:r>
          </a:p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Gabriela / 45612356 / 9:30 / 12/07/2025 → LLEGÓ TARDE</a:t>
            </a:r>
            <a:endParaRPr lang="es-CO" b="1" dirty="0">
              <a:solidFill>
                <a:schemeClr val="bg1">
                  <a:lumMod val="1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1D9BC0F-78F3-C357-DD6A-BCE531D4F7C5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3AD0A41-2064-EEFC-5FF1-B7CD310FFB1F}"/>
              </a:ext>
            </a:extLst>
          </p:cNvPr>
          <p:cNvSpPr txBox="1"/>
          <p:nvPr/>
        </p:nvSpPr>
        <p:spPr>
          <a:xfrm>
            <a:off x="1729248" y="3898657"/>
            <a:ext cx="2945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¿Desea volver al menú? </a:t>
            </a:r>
            <a:endParaRPr lang="es-CO" sz="1800" b="1" dirty="0">
              <a:solidFill>
                <a:schemeClr val="bg1">
                  <a:lumMod val="1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3" name="Rectángulo: esquinas redondeadas 2">
            <a:hlinkClick r:id="rId2" action="ppaction://hlinksldjump"/>
            <a:extLst>
              <a:ext uri="{FF2B5EF4-FFF2-40B4-BE49-F238E27FC236}">
                <a16:creationId xmlns:a16="http://schemas.microsoft.com/office/drawing/2014/main" id="{87B2758F-90EF-4111-E2A8-4DA74E116C40}"/>
              </a:ext>
            </a:extLst>
          </p:cNvPr>
          <p:cNvSpPr/>
          <p:nvPr/>
        </p:nvSpPr>
        <p:spPr>
          <a:xfrm>
            <a:off x="4830097" y="3822125"/>
            <a:ext cx="641555" cy="5438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SI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EE2BF708-43F6-44BC-A547-5DC51B66EA91}"/>
              </a:ext>
            </a:extLst>
          </p:cNvPr>
          <p:cNvSpPr/>
          <p:nvPr/>
        </p:nvSpPr>
        <p:spPr>
          <a:xfrm>
            <a:off x="5958348" y="3822125"/>
            <a:ext cx="641555" cy="543828"/>
          </a:xfrm>
          <a:prstGeom prst="roundRect">
            <a:avLst/>
          </a:prstGeom>
          <a:solidFill>
            <a:srgbClr val="C00000"/>
          </a:solidFill>
          <a:ln>
            <a:solidFill>
              <a:srgbClr val="A500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NO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2525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01B48-EDF8-1DA1-3122-413DF55FB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6C756B0-0162-8B70-B0BF-A600281EDC6F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74603B5-18CC-BE69-E7FD-085C1C129BE6}"/>
              </a:ext>
            </a:extLst>
          </p:cNvPr>
          <p:cNvSpPr txBox="1"/>
          <p:nvPr/>
        </p:nvSpPr>
        <p:spPr>
          <a:xfrm>
            <a:off x="2389239" y="1622323"/>
            <a:ext cx="4313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b="1" dirty="0">
                <a:solidFill>
                  <a:schemeClr val="bg1">
                    <a:lumMod val="25000"/>
                  </a:schemeClr>
                </a:solidFill>
              </a:rPr>
              <a:t>HISTORIAL DE ASISTENCIA</a:t>
            </a:r>
            <a:endParaRPr lang="es-CO" sz="18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9649181-80DD-64D3-D7EC-F31DC6B0E38D}"/>
              </a:ext>
            </a:extLst>
          </p:cNvPr>
          <p:cNvSpPr/>
          <p:nvPr/>
        </p:nvSpPr>
        <p:spPr>
          <a:xfrm>
            <a:off x="1729248" y="2158969"/>
            <a:ext cx="5785056" cy="15723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1773145-AB10-8BBE-61BF-D4852BC606F7}"/>
              </a:ext>
            </a:extLst>
          </p:cNvPr>
          <p:cNvSpPr txBox="1"/>
          <p:nvPr/>
        </p:nvSpPr>
        <p:spPr>
          <a:xfrm>
            <a:off x="1814052" y="2333496"/>
            <a:ext cx="5600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No hay registros todavía.</a:t>
            </a:r>
            <a:endParaRPr lang="es-CO" b="1" dirty="0">
              <a:solidFill>
                <a:schemeClr val="bg1">
                  <a:lumMod val="1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5C94B75-D1A4-E895-25FF-51DEC815B25E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5704332-EFCA-B73A-870A-58F6DCB46BEC}"/>
              </a:ext>
            </a:extLst>
          </p:cNvPr>
          <p:cNvSpPr txBox="1"/>
          <p:nvPr/>
        </p:nvSpPr>
        <p:spPr>
          <a:xfrm>
            <a:off x="1729248" y="3898657"/>
            <a:ext cx="2945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¿Desea volver al menú? </a:t>
            </a:r>
            <a:endParaRPr lang="es-CO" sz="1800" b="1" dirty="0">
              <a:solidFill>
                <a:schemeClr val="bg1">
                  <a:lumMod val="1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3" name="Rectángulo: esquinas redondeadas 2">
            <a:hlinkClick r:id="rId2" action="ppaction://hlinksldjump"/>
            <a:extLst>
              <a:ext uri="{FF2B5EF4-FFF2-40B4-BE49-F238E27FC236}">
                <a16:creationId xmlns:a16="http://schemas.microsoft.com/office/drawing/2014/main" id="{C2D98E1C-F2E2-92AD-C5AB-7A25C3A9F693}"/>
              </a:ext>
            </a:extLst>
          </p:cNvPr>
          <p:cNvSpPr/>
          <p:nvPr/>
        </p:nvSpPr>
        <p:spPr>
          <a:xfrm>
            <a:off x="4830097" y="3822125"/>
            <a:ext cx="641555" cy="5438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SI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5ED54F47-E27B-04D0-E48F-8DE65A99C530}"/>
              </a:ext>
            </a:extLst>
          </p:cNvPr>
          <p:cNvSpPr/>
          <p:nvPr/>
        </p:nvSpPr>
        <p:spPr>
          <a:xfrm>
            <a:off x="5958348" y="3822125"/>
            <a:ext cx="641555" cy="543828"/>
          </a:xfrm>
          <a:prstGeom prst="roundRect">
            <a:avLst/>
          </a:prstGeom>
          <a:solidFill>
            <a:srgbClr val="C00000"/>
          </a:solidFill>
          <a:ln>
            <a:solidFill>
              <a:srgbClr val="A500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NO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778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CB10E-CC31-5938-9C80-C2E43E07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16022F61-D2D5-93CB-5B83-52D0E35ECD7E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86F78ED-59A5-E376-A24F-5985EED49691}"/>
              </a:ext>
            </a:extLst>
          </p:cNvPr>
          <p:cNvSpPr txBox="1"/>
          <p:nvPr/>
        </p:nvSpPr>
        <p:spPr>
          <a:xfrm>
            <a:off x="2094269" y="1608146"/>
            <a:ext cx="48227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CALCULAR PORCENTAJE DE PUNTUALIDAD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56D5315-C86A-8DA2-1F20-A88618748295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1038677-AE4C-E02E-709D-D2BC2D15785F}"/>
              </a:ext>
            </a:extLst>
          </p:cNvPr>
          <p:cNvSpPr txBox="1"/>
          <p:nvPr/>
        </p:nvSpPr>
        <p:spPr>
          <a:xfrm>
            <a:off x="2223318" y="2271251"/>
            <a:ext cx="4564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Ingrese el trabajador del cual desea saber el porcentaje de puntualidad:</a:t>
            </a:r>
            <a:endParaRPr lang="es-CO" b="1" dirty="0">
              <a:solidFill>
                <a:schemeClr val="bg1">
                  <a:lumMod val="1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9" name="Rectángulo: esquinas redondeadas 8">
            <a:hlinkClick r:id="rId2" action="ppaction://hlinksldjump"/>
            <a:extLst>
              <a:ext uri="{FF2B5EF4-FFF2-40B4-BE49-F238E27FC236}">
                <a16:creationId xmlns:a16="http://schemas.microsoft.com/office/drawing/2014/main" id="{F0381C2E-FED1-4FE8-173F-234F28E4934C}"/>
              </a:ext>
            </a:extLst>
          </p:cNvPr>
          <p:cNvSpPr/>
          <p:nvPr/>
        </p:nvSpPr>
        <p:spPr>
          <a:xfrm>
            <a:off x="5545394" y="3119284"/>
            <a:ext cx="1489586" cy="44210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Sora" panose="020B0604020202020204" charset="0"/>
                <a:cs typeface="Sora" panose="020B0604020202020204" charset="0"/>
              </a:rPr>
              <a:t>SIGUIENTE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0846BD5-682F-66DB-4C60-A3178147DE48}"/>
              </a:ext>
            </a:extLst>
          </p:cNvPr>
          <p:cNvSpPr/>
          <p:nvPr/>
        </p:nvSpPr>
        <p:spPr>
          <a:xfrm>
            <a:off x="2274939" y="2984531"/>
            <a:ext cx="2647336" cy="35580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1A370DA-0D6B-38E6-3F74-D066E88425ED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6708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E7BAA-BF36-FFD2-73A8-EFF0B57D9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AD1427E-7F62-0F28-ED33-19EAC8A40948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7E6866A-2DC7-CEA8-ABD1-7F95B01B2E4D}"/>
              </a:ext>
            </a:extLst>
          </p:cNvPr>
          <p:cNvSpPr txBox="1"/>
          <p:nvPr/>
        </p:nvSpPr>
        <p:spPr>
          <a:xfrm>
            <a:off x="2142201" y="1646058"/>
            <a:ext cx="4726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CALCULAR PORCENTAJE DE PUNTUALIDAD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73AC8CA-FEA3-5542-4945-3F6E667A5695}"/>
              </a:ext>
            </a:extLst>
          </p:cNvPr>
          <p:cNvSpPr/>
          <p:nvPr/>
        </p:nvSpPr>
        <p:spPr>
          <a:xfrm>
            <a:off x="1976283" y="2023540"/>
            <a:ext cx="5058697" cy="10415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6E9B549-0910-0511-07EA-1066BC00726A}"/>
              </a:ext>
            </a:extLst>
          </p:cNvPr>
          <p:cNvSpPr txBox="1"/>
          <p:nvPr/>
        </p:nvSpPr>
        <p:spPr>
          <a:xfrm>
            <a:off x="2223318" y="2271251"/>
            <a:ext cx="4564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El trabajador Aarón obtuvo un porcentaje de puntualidad de 100%</a:t>
            </a:r>
            <a:endParaRPr lang="es-CO" b="1" dirty="0">
              <a:solidFill>
                <a:schemeClr val="bg1">
                  <a:lumMod val="1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8386B5-63D8-3826-0AB3-72446CC740FD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433A85E-EA26-17F6-94EB-BD44DBE89677}"/>
              </a:ext>
            </a:extLst>
          </p:cNvPr>
          <p:cNvSpPr txBox="1"/>
          <p:nvPr/>
        </p:nvSpPr>
        <p:spPr>
          <a:xfrm>
            <a:off x="1976283" y="3312775"/>
            <a:ext cx="3487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¿Desea saber el porcentaje de otro trabajador?</a:t>
            </a:r>
            <a:endParaRPr lang="es-CO" sz="1800" b="1" dirty="0">
              <a:solidFill>
                <a:schemeClr val="bg1">
                  <a:lumMod val="1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3" name="Rectángulo: esquinas redondeadas 2">
            <a:hlinkClick r:id="rId2" action="ppaction://hlinksldjump"/>
            <a:extLst>
              <a:ext uri="{FF2B5EF4-FFF2-40B4-BE49-F238E27FC236}">
                <a16:creationId xmlns:a16="http://schemas.microsoft.com/office/drawing/2014/main" id="{F71BA0F5-56F0-7231-C58D-387293350F56}"/>
              </a:ext>
            </a:extLst>
          </p:cNvPr>
          <p:cNvSpPr/>
          <p:nvPr/>
        </p:nvSpPr>
        <p:spPr>
          <a:xfrm>
            <a:off x="5534332" y="3299789"/>
            <a:ext cx="641555" cy="5438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SI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ECEC5A48-A62F-A4F0-1B21-D9BC1C33157C}"/>
              </a:ext>
            </a:extLst>
          </p:cNvPr>
          <p:cNvSpPr/>
          <p:nvPr/>
        </p:nvSpPr>
        <p:spPr>
          <a:xfrm>
            <a:off x="6382364" y="3299789"/>
            <a:ext cx="641555" cy="543828"/>
          </a:xfrm>
          <a:prstGeom prst="roundRect">
            <a:avLst/>
          </a:prstGeom>
          <a:solidFill>
            <a:srgbClr val="C00000"/>
          </a:solidFill>
          <a:ln>
            <a:solidFill>
              <a:srgbClr val="A500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NO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6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D0B6F-7760-2362-5E4F-C3CBD27E1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F9F0760F-1C08-ECA2-362E-DDBCC39AAD0A}"/>
              </a:ext>
            </a:extLst>
          </p:cNvPr>
          <p:cNvSpPr txBox="1"/>
          <p:nvPr/>
        </p:nvSpPr>
        <p:spPr>
          <a:xfrm>
            <a:off x="2142201" y="1646058"/>
            <a:ext cx="4726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CALCULAR PORCENTAJE DE PUNTUALIDAD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2015C2A-8C9E-F79D-8EC1-360263A6908B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DB29F3A-FBFA-DA5D-7825-6D8D5F4A7668}"/>
              </a:ext>
            </a:extLst>
          </p:cNvPr>
          <p:cNvSpPr/>
          <p:nvPr/>
        </p:nvSpPr>
        <p:spPr>
          <a:xfrm>
            <a:off x="1976283" y="2023540"/>
            <a:ext cx="5058697" cy="10415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01C0E1F-C576-C158-143B-BCF85E03C6CD}"/>
              </a:ext>
            </a:extLst>
          </p:cNvPr>
          <p:cNvSpPr txBox="1"/>
          <p:nvPr/>
        </p:nvSpPr>
        <p:spPr>
          <a:xfrm>
            <a:off x="2223318" y="2271251"/>
            <a:ext cx="4564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No se encontraron registros para Carmen.</a:t>
            </a:r>
            <a:endParaRPr lang="es-CO" b="1" dirty="0">
              <a:solidFill>
                <a:schemeClr val="bg1">
                  <a:lumMod val="1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F70051B-EDC5-B615-6034-4ECAF692CF5F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9600F65-A407-BFDD-00C5-018D275E60BC}"/>
              </a:ext>
            </a:extLst>
          </p:cNvPr>
          <p:cNvSpPr txBox="1"/>
          <p:nvPr/>
        </p:nvSpPr>
        <p:spPr>
          <a:xfrm>
            <a:off x="1976283" y="3312775"/>
            <a:ext cx="3487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¿Desea saber el porcentaje de otro trabajador?</a:t>
            </a:r>
            <a:endParaRPr lang="es-CO" sz="1800" b="1" dirty="0">
              <a:solidFill>
                <a:schemeClr val="bg1">
                  <a:lumMod val="1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3" name="Rectángulo: esquinas redondeadas 2">
            <a:hlinkClick r:id="rId2" action="ppaction://hlinksldjump"/>
            <a:extLst>
              <a:ext uri="{FF2B5EF4-FFF2-40B4-BE49-F238E27FC236}">
                <a16:creationId xmlns:a16="http://schemas.microsoft.com/office/drawing/2014/main" id="{219D2899-71C7-DA48-B4C8-08B6B7E0BABD}"/>
              </a:ext>
            </a:extLst>
          </p:cNvPr>
          <p:cNvSpPr/>
          <p:nvPr/>
        </p:nvSpPr>
        <p:spPr>
          <a:xfrm>
            <a:off x="5534332" y="3299789"/>
            <a:ext cx="641555" cy="5438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SI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9FD12C82-DF67-9EAE-4D87-B93016F38652}"/>
              </a:ext>
            </a:extLst>
          </p:cNvPr>
          <p:cNvSpPr/>
          <p:nvPr/>
        </p:nvSpPr>
        <p:spPr>
          <a:xfrm>
            <a:off x="6382364" y="3299789"/>
            <a:ext cx="641555" cy="543828"/>
          </a:xfrm>
          <a:prstGeom prst="roundRect">
            <a:avLst/>
          </a:prstGeom>
          <a:solidFill>
            <a:srgbClr val="C00000"/>
          </a:solidFill>
          <a:ln>
            <a:solidFill>
              <a:srgbClr val="A500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NO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1195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86274-0313-A00F-CD27-F7C68C8E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B613FB83-B8D7-BFB6-D555-FD10A4171E12}"/>
              </a:ext>
            </a:extLst>
          </p:cNvPr>
          <p:cNvSpPr txBox="1"/>
          <p:nvPr/>
        </p:nvSpPr>
        <p:spPr>
          <a:xfrm>
            <a:off x="2142201" y="1646058"/>
            <a:ext cx="4726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INFORME SEMANAL DE PUNTUALIDAD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679820-BC52-A9C5-1AAC-132E85A3DD3E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6ED19BF-3A24-455C-B98C-8071EB0E9108}"/>
              </a:ext>
            </a:extLst>
          </p:cNvPr>
          <p:cNvSpPr/>
          <p:nvPr/>
        </p:nvSpPr>
        <p:spPr>
          <a:xfrm>
            <a:off x="1976283" y="2023540"/>
            <a:ext cx="5058697" cy="10415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9E7BE42-751C-9923-41AC-64272AB7D4DB}"/>
              </a:ext>
            </a:extLst>
          </p:cNvPr>
          <p:cNvSpPr txBox="1"/>
          <p:nvPr/>
        </p:nvSpPr>
        <p:spPr>
          <a:xfrm>
            <a:off x="2278626" y="2096091"/>
            <a:ext cx="45646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- Aarón obtuvo un 100.0% de cumplimiento</a:t>
            </a:r>
          </a:p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- Joshua obtuvo un 100.0% de cumplimiento</a:t>
            </a:r>
          </a:p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- Marta obtuvo un 0.0% de cumplimiento</a:t>
            </a:r>
          </a:p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- Gabriela obtuvo un 0.0% de cumplimiento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F8D655F-3921-2CF3-0242-B103D41264CB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9FC85AF-D4F0-C546-68DB-CF82E7B9C157}"/>
              </a:ext>
            </a:extLst>
          </p:cNvPr>
          <p:cNvSpPr txBox="1"/>
          <p:nvPr/>
        </p:nvSpPr>
        <p:spPr>
          <a:xfrm>
            <a:off x="1976283" y="3312775"/>
            <a:ext cx="3487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¿Desea volver al menú?</a:t>
            </a:r>
            <a:endParaRPr lang="es-CO" sz="1800" b="1" dirty="0">
              <a:solidFill>
                <a:schemeClr val="bg1">
                  <a:lumMod val="1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3" name="Rectángulo: esquinas redondeadas 2">
            <a:hlinkClick r:id="rId2" action="ppaction://hlinksldjump"/>
            <a:extLst>
              <a:ext uri="{FF2B5EF4-FFF2-40B4-BE49-F238E27FC236}">
                <a16:creationId xmlns:a16="http://schemas.microsoft.com/office/drawing/2014/main" id="{A693DE39-1E33-F9ED-BEAB-972D8F08B298}"/>
              </a:ext>
            </a:extLst>
          </p:cNvPr>
          <p:cNvSpPr/>
          <p:nvPr/>
        </p:nvSpPr>
        <p:spPr>
          <a:xfrm>
            <a:off x="5534332" y="3299789"/>
            <a:ext cx="641555" cy="5438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SI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2A02ACB6-2EF9-7966-AC67-B84455AAD382}"/>
              </a:ext>
            </a:extLst>
          </p:cNvPr>
          <p:cNvSpPr/>
          <p:nvPr/>
        </p:nvSpPr>
        <p:spPr>
          <a:xfrm>
            <a:off x="6382364" y="3299789"/>
            <a:ext cx="641555" cy="543828"/>
          </a:xfrm>
          <a:prstGeom prst="roundRect">
            <a:avLst/>
          </a:prstGeom>
          <a:solidFill>
            <a:srgbClr val="C00000"/>
          </a:solidFill>
          <a:ln>
            <a:solidFill>
              <a:srgbClr val="A500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NO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253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0C764-2492-7FB1-6C2E-D571E0051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328A230-E6B2-E13B-9D8D-9BA86DA5CAE1}"/>
              </a:ext>
            </a:extLst>
          </p:cNvPr>
          <p:cNvSpPr txBox="1"/>
          <p:nvPr/>
        </p:nvSpPr>
        <p:spPr>
          <a:xfrm>
            <a:off x="2142201" y="1646058"/>
            <a:ext cx="4726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INFORME SEMANAL DE PUNTUALIDAD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700D7-31ED-9894-1CAF-AF1A81559F2A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2992511-CC66-4CB1-0AEA-6AA991C23836}"/>
              </a:ext>
            </a:extLst>
          </p:cNvPr>
          <p:cNvSpPr/>
          <p:nvPr/>
        </p:nvSpPr>
        <p:spPr>
          <a:xfrm>
            <a:off x="1976283" y="2023540"/>
            <a:ext cx="5058697" cy="10415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9392F34-3B56-5EAF-27D0-6D7140E2F4A2}"/>
              </a:ext>
            </a:extLst>
          </p:cNvPr>
          <p:cNvSpPr txBox="1"/>
          <p:nvPr/>
        </p:nvSpPr>
        <p:spPr>
          <a:xfrm>
            <a:off x="2223318" y="2271251"/>
            <a:ext cx="4564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No hay registros de asistencia para generar el informe.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8D5C956-40ED-8F76-E237-13B9FBF8E944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81BBC25-F804-41F8-FFA7-E57CA9C747B2}"/>
              </a:ext>
            </a:extLst>
          </p:cNvPr>
          <p:cNvSpPr txBox="1"/>
          <p:nvPr/>
        </p:nvSpPr>
        <p:spPr>
          <a:xfrm>
            <a:off x="1976283" y="3312775"/>
            <a:ext cx="3487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¿Desea volver al menú?</a:t>
            </a:r>
            <a:endParaRPr lang="es-CO" sz="1800" b="1" dirty="0">
              <a:solidFill>
                <a:schemeClr val="bg1">
                  <a:lumMod val="10000"/>
                </a:schemeClr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3" name="Rectángulo: esquinas redondeadas 2">
            <a:hlinkClick r:id="rId2" action="ppaction://hlinksldjump"/>
            <a:extLst>
              <a:ext uri="{FF2B5EF4-FFF2-40B4-BE49-F238E27FC236}">
                <a16:creationId xmlns:a16="http://schemas.microsoft.com/office/drawing/2014/main" id="{56FF0238-DC0B-3B15-F05C-659C90C5862B}"/>
              </a:ext>
            </a:extLst>
          </p:cNvPr>
          <p:cNvSpPr/>
          <p:nvPr/>
        </p:nvSpPr>
        <p:spPr>
          <a:xfrm>
            <a:off x="5534332" y="3299789"/>
            <a:ext cx="641555" cy="5438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SI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4" name="Rectángulo: esquinas redondeadas 3">
            <a:hlinkClick r:id="rId3" action="ppaction://hlinksldjump"/>
            <a:extLst>
              <a:ext uri="{FF2B5EF4-FFF2-40B4-BE49-F238E27FC236}">
                <a16:creationId xmlns:a16="http://schemas.microsoft.com/office/drawing/2014/main" id="{D359F2B9-CE0A-0C0F-BF9A-17F955E23FB6}"/>
              </a:ext>
            </a:extLst>
          </p:cNvPr>
          <p:cNvSpPr/>
          <p:nvPr/>
        </p:nvSpPr>
        <p:spPr>
          <a:xfrm>
            <a:off x="6382364" y="3299789"/>
            <a:ext cx="641555" cy="543828"/>
          </a:xfrm>
          <a:prstGeom prst="roundRect">
            <a:avLst/>
          </a:prstGeom>
          <a:solidFill>
            <a:srgbClr val="C00000"/>
          </a:solidFill>
          <a:ln>
            <a:solidFill>
              <a:srgbClr val="A500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Sora" panose="020B0604020202020204" charset="0"/>
                <a:cs typeface="Sora" panose="020B0604020202020204" charset="0"/>
              </a:rPr>
              <a:t>NO</a:t>
            </a:r>
            <a:endParaRPr lang="es-CO" b="1" dirty="0"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406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A9DA9-98E3-06F7-90AC-D8E34F8F7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7E49B7B-0353-4B9C-5120-AE6EA46D1B6B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DAC2B40-F8CC-16CB-CB14-CFB31DE8508E}"/>
              </a:ext>
            </a:extLst>
          </p:cNvPr>
          <p:cNvSpPr/>
          <p:nvPr/>
        </p:nvSpPr>
        <p:spPr>
          <a:xfrm>
            <a:off x="1976283" y="2023539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45B1E9D-BD2D-4C2D-FE48-AD9E07D4371E}"/>
              </a:ext>
            </a:extLst>
          </p:cNvPr>
          <p:cNvSpPr txBox="1"/>
          <p:nvPr/>
        </p:nvSpPr>
        <p:spPr>
          <a:xfrm>
            <a:off x="2138517" y="2387083"/>
            <a:ext cx="4763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Saliendo del programa.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255FFCE-4FCA-3BAF-C59E-8E05379AAAAE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43CAB68-7ABF-CE34-7056-F7C96B6FEACA}"/>
              </a:ext>
            </a:extLst>
          </p:cNvPr>
          <p:cNvGrpSpPr/>
          <p:nvPr/>
        </p:nvGrpSpPr>
        <p:grpSpPr>
          <a:xfrm>
            <a:off x="6148039" y="2828979"/>
            <a:ext cx="754206" cy="637702"/>
            <a:chOff x="6148039" y="2828979"/>
            <a:chExt cx="754206" cy="637702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7594B568-B5B5-3532-D751-B55B92C894DD}"/>
                </a:ext>
              </a:extLst>
            </p:cNvPr>
            <p:cNvSpPr/>
            <p:nvPr/>
          </p:nvSpPr>
          <p:spPr>
            <a:xfrm>
              <a:off x="6148039" y="2828979"/>
              <a:ext cx="754206" cy="637702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" name="Flecha: a la derecha 3">
              <a:hlinkClick r:id="rId2" action="ppaction://hlinksldjump"/>
              <a:extLst>
                <a:ext uri="{FF2B5EF4-FFF2-40B4-BE49-F238E27FC236}">
                  <a16:creationId xmlns:a16="http://schemas.microsoft.com/office/drawing/2014/main" id="{955C40FF-F43B-08AE-D9B5-705F97FA28F2}"/>
                </a:ext>
              </a:extLst>
            </p:cNvPr>
            <p:cNvSpPr/>
            <p:nvPr/>
          </p:nvSpPr>
          <p:spPr>
            <a:xfrm>
              <a:off x="6253795" y="2909721"/>
              <a:ext cx="542693" cy="476217"/>
            </a:xfrm>
            <a:prstGeom prst="rightArrow">
              <a:avLst/>
            </a:prstGeom>
            <a:solidFill>
              <a:schemeClr val="accent4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8977344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96D92-0472-6872-9287-0477C455E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59A5ACC4-778A-5365-9E2F-8A03F3F576CE}"/>
              </a:ext>
            </a:extLst>
          </p:cNvPr>
          <p:cNvSpPr txBox="1"/>
          <p:nvPr/>
        </p:nvSpPr>
        <p:spPr>
          <a:xfrm>
            <a:off x="2142201" y="1646058"/>
            <a:ext cx="4726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LISTA DE EMPLEADOS REGISTRADOS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F789058-14DD-4751-197B-3401C519BBC1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4291BCD-11E2-74CC-1636-4A9D17AE7089}"/>
              </a:ext>
            </a:extLst>
          </p:cNvPr>
          <p:cNvSpPr/>
          <p:nvPr/>
        </p:nvSpPr>
        <p:spPr>
          <a:xfrm>
            <a:off x="1508023" y="2023539"/>
            <a:ext cx="5976783" cy="17272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747AD60-DB4E-F4DE-2D5E-4B48337E2F4E}"/>
              </a:ext>
            </a:extLst>
          </p:cNvPr>
          <p:cNvSpPr txBox="1"/>
          <p:nvPr/>
        </p:nvSpPr>
        <p:spPr>
          <a:xfrm>
            <a:off x="1508023" y="2183868"/>
            <a:ext cx="6105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1. Nombre: Aarón, Documento: 12312345, Cargo: Administrador</a:t>
            </a:r>
          </a:p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2. Nombre: Joshua, Documento: 12312323, Cargo: Subgerente</a:t>
            </a:r>
          </a:p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3. Nombre: Marta, Documento: 12121212, Cargo: Gerente</a:t>
            </a:r>
          </a:p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4. Nombre: Gabriela, Documento: 45612356, Cargo: Secretaria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6D6FB09-CB5E-C9A6-74EB-81C07671419F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hlinkClick r:id="rId2" action="ppaction://hlinksldjump"/>
            <a:extLst>
              <a:ext uri="{FF2B5EF4-FFF2-40B4-BE49-F238E27FC236}">
                <a16:creationId xmlns:a16="http://schemas.microsoft.com/office/drawing/2014/main" id="{28CC4084-6849-4B86-4B26-7342D6B5961A}"/>
              </a:ext>
            </a:extLst>
          </p:cNvPr>
          <p:cNvSpPr/>
          <p:nvPr/>
        </p:nvSpPr>
        <p:spPr>
          <a:xfrm>
            <a:off x="5995220" y="3237271"/>
            <a:ext cx="1489586" cy="51352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Sora" panose="020B0604020202020204" charset="0"/>
                <a:cs typeface="Sora" panose="020B0604020202020204" charset="0"/>
              </a:rPr>
              <a:t>VOLVER AL MENU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860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A0065-ED49-DCDA-EE67-6BAC58960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F41564F7-B209-17FD-69D8-F9A603533694}"/>
              </a:ext>
            </a:extLst>
          </p:cNvPr>
          <p:cNvSpPr txBox="1"/>
          <p:nvPr/>
        </p:nvSpPr>
        <p:spPr>
          <a:xfrm>
            <a:off x="2142201" y="1646058"/>
            <a:ext cx="47268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25000"/>
                  </a:schemeClr>
                </a:solidFill>
              </a:rPr>
              <a:t>LISTA DE EMPLEADOS REGISTRADOS</a:t>
            </a:r>
            <a:endParaRPr lang="es-CO" sz="1600" b="1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5032EA-2898-9DA2-3D91-90E8923B9752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46C2931-39CC-7E7A-0C9F-02AE26BDA4D2}"/>
              </a:ext>
            </a:extLst>
          </p:cNvPr>
          <p:cNvSpPr/>
          <p:nvPr/>
        </p:nvSpPr>
        <p:spPr>
          <a:xfrm>
            <a:off x="1508023" y="2023539"/>
            <a:ext cx="5976783" cy="11798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AE33C6A-2987-F7D7-B2C1-E7C035DE3B65}"/>
              </a:ext>
            </a:extLst>
          </p:cNvPr>
          <p:cNvSpPr txBox="1"/>
          <p:nvPr/>
        </p:nvSpPr>
        <p:spPr>
          <a:xfrm>
            <a:off x="1508023" y="2183868"/>
            <a:ext cx="6105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>
                    <a:lumMod val="10000"/>
                  </a:schemeClr>
                </a:solidFill>
                <a:latin typeface="Sora" panose="020B0604020202020204" charset="0"/>
                <a:cs typeface="Sora" panose="020B0604020202020204" charset="0"/>
              </a:rPr>
              <a:t>No hay empleados registrados aún.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5971E87-57B0-C6E9-1E65-6E383F90ABF2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redondeadas 5">
            <a:hlinkClick r:id="rId2" action="ppaction://hlinksldjump"/>
            <a:extLst>
              <a:ext uri="{FF2B5EF4-FFF2-40B4-BE49-F238E27FC236}">
                <a16:creationId xmlns:a16="http://schemas.microsoft.com/office/drawing/2014/main" id="{A66013D9-A4EC-03CB-E34C-806892C893D2}"/>
              </a:ext>
            </a:extLst>
          </p:cNvPr>
          <p:cNvSpPr/>
          <p:nvPr/>
        </p:nvSpPr>
        <p:spPr>
          <a:xfrm>
            <a:off x="5995220" y="2689889"/>
            <a:ext cx="1489586" cy="51352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Sora" panose="020B0604020202020204" charset="0"/>
                <a:cs typeface="Sora" panose="020B0604020202020204" charset="0"/>
              </a:rPr>
              <a:t>VOLVER AL MENU</a:t>
            </a:r>
            <a:endParaRPr lang="es-CO" dirty="0"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5167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A49-7730-F21F-3D0F-677A6F1FA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31FECEF-05EC-99A1-9BC2-1A9B785E4AE1}"/>
              </a:ext>
            </a:extLst>
          </p:cNvPr>
          <p:cNvSpPr/>
          <p:nvPr/>
        </p:nvSpPr>
        <p:spPr>
          <a:xfrm>
            <a:off x="-73741" y="-51619"/>
            <a:ext cx="9269360" cy="11798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rgbClr val="002060"/>
                </a:solidFill>
                <a:latin typeface="Sora" panose="020B0604020202020204" charset="0"/>
                <a:cs typeface="Sora" panose="020B0604020202020204" charset="0"/>
              </a:rPr>
              <a:t>GRUPO EMPRESARIAL PROACTIVA S.A.S Registro De Asistencia y Puntualidad</a:t>
            </a:r>
            <a:endParaRPr lang="es-CO" sz="2000" b="1" dirty="0">
              <a:solidFill>
                <a:srgbClr val="00206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C5BD688-0743-35FD-CB09-0087620EE64D}"/>
              </a:ext>
            </a:extLst>
          </p:cNvPr>
          <p:cNvSpPr/>
          <p:nvPr/>
        </p:nvSpPr>
        <p:spPr>
          <a:xfrm>
            <a:off x="2081365" y="2060054"/>
            <a:ext cx="5058697" cy="15378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1212406-D9C9-2652-8F2E-86B9177D0F52}"/>
              </a:ext>
            </a:extLst>
          </p:cNvPr>
          <p:cNvSpPr txBox="1"/>
          <p:nvPr/>
        </p:nvSpPr>
        <p:spPr>
          <a:xfrm>
            <a:off x="3639164" y="2317436"/>
            <a:ext cx="1943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Sora" panose="020B0604020202020204" charset="0"/>
                <a:cs typeface="Sora" panose="020B0604020202020204" charset="0"/>
              </a:rPr>
              <a:t>Saliendo del menú. </a:t>
            </a:r>
            <a:endParaRPr lang="es-CO" b="1" dirty="0">
              <a:solidFill>
                <a:srgbClr val="C00000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B04C482-1624-D306-1FD6-D56B172113C0}"/>
              </a:ext>
            </a:extLst>
          </p:cNvPr>
          <p:cNvSpPr/>
          <p:nvPr/>
        </p:nvSpPr>
        <p:spPr>
          <a:xfrm>
            <a:off x="0" y="3989439"/>
            <a:ext cx="9144000" cy="115406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8DD6EF5-21B0-4062-1059-498AFB15445D}"/>
              </a:ext>
            </a:extLst>
          </p:cNvPr>
          <p:cNvSpPr txBox="1"/>
          <p:nvPr/>
        </p:nvSpPr>
        <p:spPr>
          <a:xfrm>
            <a:off x="3263080" y="2808598"/>
            <a:ext cx="2617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C00000"/>
                </a:solidFill>
                <a:latin typeface="Sora" panose="020B0604020202020204" charset="0"/>
                <a:cs typeface="Sora" panose="020B0604020202020204" charset="0"/>
              </a:rPr>
              <a:t>¡Hasta luego!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372292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>
          <a:extLst>
            <a:ext uri="{FF2B5EF4-FFF2-40B4-BE49-F238E27FC236}">
              <a16:creationId xmlns:a16="http://schemas.microsoft.com/office/drawing/2014/main" id="{D6B98C0E-24E6-182B-BB6C-195F229BC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>
            <a:extLst>
              <a:ext uri="{FF2B5EF4-FFF2-40B4-BE49-F238E27FC236}">
                <a16:creationId xmlns:a16="http://schemas.microsoft.com/office/drawing/2014/main" id="{0ACAE31B-0130-4043-F539-1B1E85ED3A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35357" y="2307264"/>
            <a:ext cx="4300200" cy="14766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191919"/>
                </a:solidFill>
              </a:rPr>
              <a:t>Código</a:t>
            </a:r>
            <a:r>
              <a:rPr lang="es-ES" dirty="0"/>
              <a:t> del sistema</a:t>
            </a:r>
          </a:p>
        </p:txBody>
      </p:sp>
      <p:sp>
        <p:nvSpPr>
          <p:cNvPr id="1290" name="Google Shape;1290;p28">
            <a:extLst>
              <a:ext uri="{FF2B5EF4-FFF2-40B4-BE49-F238E27FC236}">
                <a16:creationId xmlns:a16="http://schemas.microsoft.com/office/drawing/2014/main" id="{B36C5ED4-DA25-03D8-241C-EE260D1A588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1291" name="Google Shape;1291;p28">
            <a:extLst>
              <a:ext uri="{FF2B5EF4-FFF2-40B4-BE49-F238E27FC236}">
                <a16:creationId xmlns:a16="http://schemas.microsoft.com/office/drawing/2014/main" id="{BF346AFA-F4D9-C51A-622B-260D5ABAB071}"/>
              </a:ext>
            </a:extLst>
          </p:cNvPr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>
              <a:extLst>
                <a:ext uri="{FF2B5EF4-FFF2-40B4-BE49-F238E27FC236}">
                  <a16:creationId xmlns:a16="http://schemas.microsoft.com/office/drawing/2014/main" id="{56ECC165-6872-345A-ED4C-D1E30B1DF943}"/>
                </a:ext>
              </a:extLst>
            </p:cNvPr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>
              <a:extLst>
                <a:ext uri="{FF2B5EF4-FFF2-40B4-BE49-F238E27FC236}">
                  <a16:creationId xmlns:a16="http://schemas.microsoft.com/office/drawing/2014/main" id="{30DBA850-639C-0296-2343-FA19C49DF11C}"/>
                </a:ext>
              </a:extLst>
            </p:cNvPr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>
              <a:extLst>
                <a:ext uri="{FF2B5EF4-FFF2-40B4-BE49-F238E27FC236}">
                  <a16:creationId xmlns:a16="http://schemas.microsoft.com/office/drawing/2014/main" id="{D6C33F95-784D-3A50-B076-EF2EBFCEE316}"/>
                </a:ext>
              </a:extLst>
            </p:cNvPr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>
              <a:extLst>
                <a:ext uri="{FF2B5EF4-FFF2-40B4-BE49-F238E27FC236}">
                  <a16:creationId xmlns:a16="http://schemas.microsoft.com/office/drawing/2014/main" id="{BDE6CBDE-ED12-C286-54E0-69BB1055764A}"/>
                </a:ext>
              </a:extLst>
            </p:cNvPr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>
              <a:extLst>
                <a:ext uri="{FF2B5EF4-FFF2-40B4-BE49-F238E27FC236}">
                  <a16:creationId xmlns:a16="http://schemas.microsoft.com/office/drawing/2014/main" id="{1E78B562-2D5B-193C-36A9-A2A0F3948D54}"/>
                </a:ext>
              </a:extLst>
            </p:cNvPr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>
              <a:extLst>
                <a:ext uri="{FF2B5EF4-FFF2-40B4-BE49-F238E27FC236}">
                  <a16:creationId xmlns:a16="http://schemas.microsoft.com/office/drawing/2014/main" id="{AC4C5944-6B2E-163F-BDD2-484DF4299AD8}"/>
                </a:ext>
              </a:extLst>
            </p:cNvPr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>
              <a:extLst>
                <a:ext uri="{FF2B5EF4-FFF2-40B4-BE49-F238E27FC236}">
                  <a16:creationId xmlns:a16="http://schemas.microsoft.com/office/drawing/2014/main" id="{FA3350D4-9EB2-4144-FF0B-0C84A9CEDED6}"/>
                </a:ext>
              </a:extLst>
            </p:cNvPr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>
              <a:extLst>
                <a:ext uri="{FF2B5EF4-FFF2-40B4-BE49-F238E27FC236}">
                  <a16:creationId xmlns:a16="http://schemas.microsoft.com/office/drawing/2014/main" id="{F4D082FC-7045-BBBD-BA1A-A24129B00F1B}"/>
                </a:ext>
              </a:extLst>
            </p:cNvPr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>
              <a:extLst>
                <a:ext uri="{FF2B5EF4-FFF2-40B4-BE49-F238E27FC236}">
                  <a16:creationId xmlns:a16="http://schemas.microsoft.com/office/drawing/2014/main" id="{A520E311-5712-757A-0FFC-AE3404D26767}"/>
                </a:ext>
              </a:extLst>
            </p:cNvPr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>
              <a:extLst>
                <a:ext uri="{FF2B5EF4-FFF2-40B4-BE49-F238E27FC236}">
                  <a16:creationId xmlns:a16="http://schemas.microsoft.com/office/drawing/2014/main" id="{5BA25EF7-A39C-93F2-DE42-7C350168CB20}"/>
                </a:ext>
              </a:extLst>
            </p:cNvPr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>
              <a:extLst>
                <a:ext uri="{FF2B5EF4-FFF2-40B4-BE49-F238E27FC236}">
                  <a16:creationId xmlns:a16="http://schemas.microsoft.com/office/drawing/2014/main" id="{1D4E6F16-0B68-8E91-9CB3-EC18730BADE5}"/>
                </a:ext>
              </a:extLst>
            </p:cNvPr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>
              <a:extLst>
                <a:ext uri="{FF2B5EF4-FFF2-40B4-BE49-F238E27FC236}">
                  <a16:creationId xmlns:a16="http://schemas.microsoft.com/office/drawing/2014/main" id="{2E9813F9-9486-6DD8-80D8-8A74A1369C8A}"/>
                </a:ext>
              </a:extLst>
            </p:cNvPr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>
              <a:extLst>
                <a:ext uri="{FF2B5EF4-FFF2-40B4-BE49-F238E27FC236}">
                  <a16:creationId xmlns:a16="http://schemas.microsoft.com/office/drawing/2014/main" id="{B8E13531-720F-E84B-C475-1F3FA672ECFE}"/>
                </a:ext>
              </a:extLst>
            </p:cNvPr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>
              <a:extLst>
                <a:ext uri="{FF2B5EF4-FFF2-40B4-BE49-F238E27FC236}">
                  <a16:creationId xmlns:a16="http://schemas.microsoft.com/office/drawing/2014/main" id="{CAFD492C-1F3A-EC06-B557-8B8161CCF570}"/>
                </a:ext>
              </a:extLst>
            </p:cNvPr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>
              <a:extLst>
                <a:ext uri="{FF2B5EF4-FFF2-40B4-BE49-F238E27FC236}">
                  <a16:creationId xmlns:a16="http://schemas.microsoft.com/office/drawing/2014/main" id="{6E4C56F4-25A7-E089-69C8-7AC32C2C7834}"/>
                </a:ext>
              </a:extLst>
            </p:cNvPr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>
              <a:extLst>
                <a:ext uri="{FF2B5EF4-FFF2-40B4-BE49-F238E27FC236}">
                  <a16:creationId xmlns:a16="http://schemas.microsoft.com/office/drawing/2014/main" id="{88CF913F-6F2B-B6FB-2197-84331B9A26FF}"/>
                </a:ext>
              </a:extLst>
            </p:cNvPr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>
              <a:extLst>
                <a:ext uri="{FF2B5EF4-FFF2-40B4-BE49-F238E27FC236}">
                  <a16:creationId xmlns:a16="http://schemas.microsoft.com/office/drawing/2014/main" id="{A85595C4-7B3E-6010-6B39-1A01FBA088D5}"/>
                </a:ext>
              </a:extLst>
            </p:cNvPr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>
              <a:extLst>
                <a:ext uri="{FF2B5EF4-FFF2-40B4-BE49-F238E27FC236}">
                  <a16:creationId xmlns:a16="http://schemas.microsoft.com/office/drawing/2014/main" id="{F0559A84-53F2-7544-85A2-C58736ED71BC}"/>
                </a:ext>
              </a:extLst>
            </p:cNvPr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>
              <a:extLst>
                <a:ext uri="{FF2B5EF4-FFF2-40B4-BE49-F238E27FC236}">
                  <a16:creationId xmlns:a16="http://schemas.microsoft.com/office/drawing/2014/main" id="{D2DEE136-7F19-69A7-B3CF-6D5CA22FB8DE}"/>
                </a:ext>
              </a:extLst>
            </p:cNvPr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>
              <a:extLst>
                <a:ext uri="{FF2B5EF4-FFF2-40B4-BE49-F238E27FC236}">
                  <a16:creationId xmlns:a16="http://schemas.microsoft.com/office/drawing/2014/main" id="{374392E5-835A-CD17-037B-95CB85FC517D}"/>
                </a:ext>
              </a:extLst>
            </p:cNvPr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>
              <a:extLst>
                <a:ext uri="{FF2B5EF4-FFF2-40B4-BE49-F238E27FC236}">
                  <a16:creationId xmlns:a16="http://schemas.microsoft.com/office/drawing/2014/main" id="{40DE3BE5-7EB3-A2C4-9487-96D3477BD246}"/>
                </a:ext>
              </a:extLst>
            </p:cNvPr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>
              <a:extLst>
                <a:ext uri="{FF2B5EF4-FFF2-40B4-BE49-F238E27FC236}">
                  <a16:creationId xmlns:a16="http://schemas.microsoft.com/office/drawing/2014/main" id="{51E2CC80-FF4D-3271-8DFE-A6243155F451}"/>
                </a:ext>
              </a:extLst>
            </p:cNvPr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>
              <a:extLst>
                <a:ext uri="{FF2B5EF4-FFF2-40B4-BE49-F238E27FC236}">
                  <a16:creationId xmlns:a16="http://schemas.microsoft.com/office/drawing/2014/main" id="{7C074B82-FD18-5E11-8694-A82C0FC72588}"/>
                </a:ext>
              </a:extLst>
            </p:cNvPr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>
              <a:extLst>
                <a:ext uri="{FF2B5EF4-FFF2-40B4-BE49-F238E27FC236}">
                  <a16:creationId xmlns:a16="http://schemas.microsoft.com/office/drawing/2014/main" id="{999D7AEE-597D-11A8-5337-631AD03C30F1}"/>
                </a:ext>
              </a:extLst>
            </p:cNvPr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>
              <a:extLst>
                <a:ext uri="{FF2B5EF4-FFF2-40B4-BE49-F238E27FC236}">
                  <a16:creationId xmlns:a16="http://schemas.microsoft.com/office/drawing/2014/main" id="{E2B62DF7-AB1F-0D04-1B48-CAC76DE21A3E}"/>
                </a:ext>
              </a:extLst>
            </p:cNvPr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>
              <a:extLst>
                <a:ext uri="{FF2B5EF4-FFF2-40B4-BE49-F238E27FC236}">
                  <a16:creationId xmlns:a16="http://schemas.microsoft.com/office/drawing/2014/main" id="{6C6E4B07-4321-D56C-DBF7-FC4BA5FF40D2}"/>
                </a:ext>
              </a:extLst>
            </p:cNvPr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>
              <a:extLst>
                <a:ext uri="{FF2B5EF4-FFF2-40B4-BE49-F238E27FC236}">
                  <a16:creationId xmlns:a16="http://schemas.microsoft.com/office/drawing/2014/main" id="{593EC9E8-6C45-031F-A2FF-A5C4BE7BB624}"/>
                </a:ext>
              </a:extLst>
            </p:cNvPr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>
              <a:extLst>
                <a:ext uri="{FF2B5EF4-FFF2-40B4-BE49-F238E27FC236}">
                  <a16:creationId xmlns:a16="http://schemas.microsoft.com/office/drawing/2014/main" id="{11FE1C70-8DFE-1A44-DF0E-599BA49EBF3C}"/>
                </a:ext>
              </a:extLst>
            </p:cNvPr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>
              <a:extLst>
                <a:ext uri="{FF2B5EF4-FFF2-40B4-BE49-F238E27FC236}">
                  <a16:creationId xmlns:a16="http://schemas.microsoft.com/office/drawing/2014/main" id="{39C8CBC1-B42D-DDA6-EBB5-410085EC9D5B}"/>
                </a:ext>
              </a:extLst>
            </p:cNvPr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>
              <a:extLst>
                <a:ext uri="{FF2B5EF4-FFF2-40B4-BE49-F238E27FC236}">
                  <a16:creationId xmlns:a16="http://schemas.microsoft.com/office/drawing/2014/main" id="{6E3BC436-38D4-0B84-CDA7-09CB32F9624D}"/>
                </a:ext>
              </a:extLst>
            </p:cNvPr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>
              <a:extLst>
                <a:ext uri="{FF2B5EF4-FFF2-40B4-BE49-F238E27FC236}">
                  <a16:creationId xmlns:a16="http://schemas.microsoft.com/office/drawing/2014/main" id="{8186ECC0-26E0-42EE-8A9D-C1854E76893B}"/>
                </a:ext>
              </a:extLst>
            </p:cNvPr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>
              <a:extLst>
                <a:ext uri="{FF2B5EF4-FFF2-40B4-BE49-F238E27FC236}">
                  <a16:creationId xmlns:a16="http://schemas.microsoft.com/office/drawing/2014/main" id="{16336E67-772F-8923-5F33-EAB70B8EE023}"/>
                </a:ext>
              </a:extLst>
            </p:cNvPr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>
              <a:extLst>
                <a:ext uri="{FF2B5EF4-FFF2-40B4-BE49-F238E27FC236}">
                  <a16:creationId xmlns:a16="http://schemas.microsoft.com/office/drawing/2014/main" id="{2A3F31A5-0DAC-E967-5BAC-E2E8E2C6A52A}"/>
                </a:ext>
              </a:extLst>
            </p:cNvPr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>
              <a:extLst>
                <a:ext uri="{FF2B5EF4-FFF2-40B4-BE49-F238E27FC236}">
                  <a16:creationId xmlns:a16="http://schemas.microsoft.com/office/drawing/2014/main" id="{C76640C9-F91C-D38C-462A-4638C3E3EDC9}"/>
                </a:ext>
              </a:extLst>
            </p:cNvPr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>
              <a:extLst>
                <a:ext uri="{FF2B5EF4-FFF2-40B4-BE49-F238E27FC236}">
                  <a16:creationId xmlns:a16="http://schemas.microsoft.com/office/drawing/2014/main" id="{CFB393CA-9460-E0CD-66EF-132E45D8CA9A}"/>
                </a:ext>
              </a:extLst>
            </p:cNvPr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>
              <a:extLst>
                <a:ext uri="{FF2B5EF4-FFF2-40B4-BE49-F238E27FC236}">
                  <a16:creationId xmlns:a16="http://schemas.microsoft.com/office/drawing/2014/main" id="{E945B41C-F1E0-49BB-D0C3-8E3FA922A43C}"/>
                </a:ext>
              </a:extLst>
            </p:cNvPr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>
              <a:extLst>
                <a:ext uri="{FF2B5EF4-FFF2-40B4-BE49-F238E27FC236}">
                  <a16:creationId xmlns:a16="http://schemas.microsoft.com/office/drawing/2014/main" id="{3897DAE5-2DC8-02CD-D55E-348246EEAA0F}"/>
                </a:ext>
              </a:extLst>
            </p:cNvPr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>
              <a:extLst>
                <a:ext uri="{FF2B5EF4-FFF2-40B4-BE49-F238E27FC236}">
                  <a16:creationId xmlns:a16="http://schemas.microsoft.com/office/drawing/2014/main" id="{822B8C25-C5F5-64F6-702A-312E77B43C14}"/>
                </a:ext>
              </a:extLst>
            </p:cNvPr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>
              <a:extLst>
                <a:ext uri="{FF2B5EF4-FFF2-40B4-BE49-F238E27FC236}">
                  <a16:creationId xmlns:a16="http://schemas.microsoft.com/office/drawing/2014/main" id="{B308B1B2-A00D-6C53-4B33-B2D691BA7E68}"/>
                </a:ext>
              </a:extLst>
            </p:cNvPr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>
              <a:extLst>
                <a:ext uri="{FF2B5EF4-FFF2-40B4-BE49-F238E27FC236}">
                  <a16:creationId xmlns:a16="http://schemas.microsoft.com/office/drawing/2014/main" id="{136569A9-7F55-F877-E305-26D3EE162CB0}"/>
                </a:ext>
              </a:extLst>
            </p:cNvPr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>
              <a:extLst>
                <a:ext uri="{FF2B5EF4-FFF2-40B4-BE49-F238E27FC236}">
                  <a16:creationId xmlns:a16="http://schemas.microsoft.com/office/drawing/2014/main" id="{B527168B-76DC-56B6-1651-6536AB6F624C}"/>
                </a:ext>
              </a:extLst>
            </p:cNvPr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>
              <a:extLst>
                <a:ext uri="{FF2B5EF4-FFF2-40B4-BE49-F238E27FC236}">
                  <a16:creationId xmlns:a16="http://schemas.microsoft.com/office/drawing/2014/main" id="{F016847C-761E-3800-AF76-C1C3CAB674C5}"/>
                </a:ext>
              </a:extLst>
            </p:cNvPr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>
              <a:extLst>
                <a:ext uri="{FF2B5EF4-FFF2-40B4-BE49-F238E27FC236}">
                  <a16:creationId xmlns:a16="http://schemas.microsoft.com/office/drawing/2014/main" id="{F4B7D210-E0E8-DF6E-2946-BF201B653BBC}"/>
                </a:ext>
              </a:extLst>
            </p:cNvPr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>
              <a:extLst>
                <a:ext uri="{FF2B5EF4-FFF2-40B4-BE49-F238E27FC236}">
                  <a16:creationId xmlns:a16="http://schemas.microsoft.com/office/drawing/2014/main" id="{FEC7806F-F36E-3C23-3D7A-560F4909D145}"/>
                </a:ext>
              </a:extLst>
            </p:cNvPr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>
              <a:extLst>
                <a:ext uri="{FF2B5EF4-FFF2-40B4-BE49-F238E27FC236}">
                  <a16:creationId xmlns:a16="http://schemas.microsoft.com/office/drawing/2014/main" id="{D3CAC076-A417-4D64-612B-1ED4DF8B8D90}"/>
                </a:ext>
              </a:extLst>
            </p:cNvPr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>
              <a:extLst>
                <a:ext uri="{FF2B5EF4-FFF2-40B4-BE49-F238E27FC236}">
                  <a16:creationId xmlns:a16="http://schemas.microsoft.com/office/drawing/2014/main" id="{D309B480-9DDC-A52A-E323-B2FE84286DB3}"/>
                </a:ext>
              </a:extLst>
            </p:cNvPr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>
              <a:extLst>
                <a:ext uri="{FF2B5EF4-FFF2-40B4-BE49-F238E27FC236}">
                  <a16:creationId xmlns:a16="http://schemas.microsoft.com/office/drawing/2014/main" id="{89EA88CE-DBB0-35FA-E6E6-145E1C837FFB}"/>
                </a:ext>
              </a:extLst>
            </p:cNvPr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>
              <a:extLst>
                <a:ext uri="{FF2B5EF4-FFF2-40B4-BE49-F238E27FC236}">
                  <a16:creationId xmlns:a16="http://schemas.microsoft.com/office/drawing/2014/main" id="{8EBCEB39-116D-264C-BB06-2285D7196B4A}"/>
                </a:ext>
              </a:extLst>
            </p:cNvPr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>
              <a:extLst>
                <a:ext uri="{FF2B5EF4-FFF2-40B4-BE49-F238E27FC236}">
                  <a16:creationId xmlns:a16="http://schemas.microsoft.com/office/drawing/2014/main" id="{F261B67A-442D-77BF-72B9-E352DC0675BF}"/>
                </a:ext>
              </a:extLst>
            </p:cNvPr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>
              <a:extLst>
                <a:ext uri="{FF2B5EF4-FFF2-40B4-BE49-F238E27FC236}">
                  <a16:creationId xmlns:a16="http://schemas.microsoft.com/office/drawing/2014/main" id="{77749A22-298A-E492-7BD5-05F9250A5D5B}"/>
                </a:ext>
              </a:extLst>
            </p:cNvPr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>
              <a:extLst>
                <a:ext uri="{FF2B5EF4-FFF2-40B4-BE49-F238E27FC236}">
                  <a16:creationId xmlns:a16="http://schemas.microsoft.com/office/drawing/2014/main" id="{B8DE6AD4-8394-52E3-5004-FFE589230D2E}"/>
                </a:ext>
              </a:extLst>
            </p:cNvPr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>
              <a:extLst>
                <a:ext uri="{FF2B5EF4-FFF2-40B4-BE49-F238E27FC236}">
                  <a16:creationId xmlns:a16="http://schemas.microsoft.com/office/drawing/2014/main" id="{26F945E4-B20C-2B40-3687-4043D7D5FFDD}"/>
                </a:ext>
              </a:extLst>
            </p:cNvPr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>
              <a:extLst>
                <a:ext uri="{FF2B5EF4-FFF2-40B4-BE49-F238E27FC236}">
                  <a16:creationId xmlns:a16="http://schemas.microsoft.com/office/drawing/2014/main" id="{BC1A8EAE-9643-86C5-9152-4432B7F386BD}"/>
                </a:ext>
              </a:extLst>
            </p:cNvPr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>
              <a:extLst>
                <a:ext uri="{FF2B5EF4-FFF2-40B4-BE49-F238E27FC236}">
                  <a16:creationId xmlns:a16="http://schemas.microsoft.com/office/drawing/2014/main" id="{091341DE-A4F0-D440-708A-1D04FA382659}"/>
                </a:ext>
              </a:extLst>
            </p:cNvPr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>
              <a:extLst>
                <a:ext uri="{FF2B5EF4-FFF2-40B4-BE49-F238E27FC236}">
                  <a16:creationId xmlns:a16="http://schemas.microsoft.com/office/drawing/2014/main" id="{983158BA-0032-D448-2C0C-027B893B2A1F}"/>
                </a:ext>
              </a:extLst>
            </p:cNvPr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>
              <a:extLst>
                <a:ext uri="{FF2B5EF4-FFF2-40B4-BE49-F238E27FC236}">
                  <a16:creationId xmlns:a16="http://schemas.microsoft.com/office/drawing/2014/main" id="{B210BEBB-AE7B-7AAA-F146-5D9A1C4BB7A0}"/>
                </a:ext>
              </a:extLst>
            </p:cNvPr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>
              <a:extLst>
                <a:ext uri="{FF2B5EF4-FFF2-40B4-BE49-F238E27FC236}">
                  <a16:creationId xmlns:a16="http://schemas.microsoft.com/office/drawing/2014/main" id="{554A7FB0-C82E-A0EE-2D06-F0D60D06F890}"/>
                </a:ext>
              </a:extLst>
            </p:cNvPr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>
              <a:extLst>
                <a:ext uri="{FF2B5EF4-FFF2-40B4-BE49-F238E27FC236}">
                  <a16:creationId xmlns:a16="http://schemas.microsoft.com/office/drawing/2014/main" id="{6B91DFB2-8E07-A0E5-8C7F-047386890E30}"/>
                </a:ext>
              </a:extLst>
            </p:cNvPr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>
              <a:extLst>
                <a:ext uri="{FF2B5EF4-FFF2-40B4-BE49-F238E27FC236}">
                  <a16:creationId xmlns:a16="http://schemas.microsoft.com/office/drawing/2014/main" id="{3160139E-3302-B68D-6DA4-A308A243E2AE}"/>
                </a:ext>
              </a:extLst>
            </p:cNvPr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>
              <a:extLst>
                <a:ext uri="{FF2B5EF4-FFF2-40B4-BE49-F238E27FC236}">
                  <a16:creationId xmlns:a16="http://schemas.microsoft.com/office/drawing/2014/main" id="{E0F5069E-DE8B-F436-85E1-85E1795D2FD3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>
              <a:extLst>
                <a:ext uri="{FF2B5EF4-FFF2-40B4-BE49-F238E27FC236}">
                  <a16:creationId xmlns:a16="http://schemas.microsoft.com/office/drawing/2014/main" id="{43DEFE68-A207-E052-3F44-19F798AF07A2}"/>
                </a:ext>
              </a:extLst>
            </p:cNvPr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>
              <a:extLst>
                <a:ext uri="{FF2B5EF4-FFF2-40B4-BE49-F238E27FC236}">
                  <a16:creationId xmlns:a16="http://schemas.microsoft.com/office/drawing/2014/main" id="{AC6E5560-BB71-9A22-F3C3-580BE71662B0}"/>
                </a:ext>
              </a:extLst>
            </p:cNvPr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>
              <a:extLst>
                <a:ext uri="{FF2B5EF4-FFF2-40B4-BE49-F238E27FC236}">
                  <a16:creationId xmlns:a16="http://schemas.microsoft.com/office/drawing/2014/main" id="{E0D5FFF0-EFF6-B99F-BC72-56233ED22889}"/>
                </a:ext>
              </a:extLst>
            </p:cNvPr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>
              <a:extLst>
                <a:ext uri="{FF2B5EF4-FFF2-40B4-BE49-F238E27FC236}">
                  <a16:creationId xmlns:a16="http://schemas.microsoft.com/office/drawing/2014/main" id="{1F8E4AC9-FF54-DA18-3CB7-0D5033DAECC9}"/>
                </a:ext>
              </a:extLst>
            </p:cNvPr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>
              <a:extLst>
                <a:ext uri="{FF2B5EF4-FFF2-40B4-BE49-F238E27FC236}">
                  <a16:creationId xmlns:a16="http://schemas.microsoft.com/office/drawing/2014/main" id="{ED1FE9B8-D9A0-10D1-B753-F21E65637329}"/>
                </a:ext>
              </a:extLst>
            </p:cNvPr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>
              <a:extLst>
                <a:ext uri="{FF2B5EF4-FFF2-40B4-BE49-F238E27FC236}">
                  <a16:creationId xmlns:a16="http://schemas.microsoft.com/office/drawing/2014/main" id="{A7974360-8964-9072-2747-3EB5BD60AE5F}"/>
                </a:ext>
              </a:extLst>
            </p:cNvPr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>
              <a:extLst>
                <a:ext uri="{FF2B5EF4-FFF2-40B4-BE49-F238E27FC236}">
                  <a16:creationId xmlns:a16="http://schemas.microsoft.com/office/drawing/2014/main" id="{58BFBC14-5DDF-1936-8AD5-1DD9E81A5B51}"/>
                </a:ext>
              </a:extLst>
            </p:cNvPr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>
              <a:extLst>
                <a:ext uri="{FF2B5EF4-FFF2-40B4-BE49-F238E27FC236}">
                  <a16:creationId xmlns:a16="http://schemas.microsoft.com/office/drawing/2014/main" id="{4CEB24CF-9368-442C-FA48-52E0EB84C921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>
              <a:extLst>
                <a:ext uri="{FF2B5EF4-FFF2-40B4-BE49-F238E27FC236}">
                  <a16:creationId xmlns:a16="http://schemas.microsoft.com/office/drawing/2014/main" id="{E4E7811E-71AE-7A60-7DF5-8A36B133DACE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>
              <a:extLst>
                <a:ext uri="{FF2B5EF4-FFF2-40B4-BE49-F238E27FC236}">
                  <a16:creationId xmlns:a16="http://schemas.microsoft.com/office/drawing/2014/main" id="{E41BCB8F-BFDB-E312-14D4-37047187A31D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>
              <a:extLst>
                <a:ext uri="{FF2B5EF4-FFF2-40B4-BE49-F238E27FC236}">
                  <a16:creationId xmlns:a16="http://schemas.microsoft.com/office/drawing/2014/main" id="{405378CF-D178-BE42-39F2-92368D454563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>
              <a:extLst>
                <a:ext uri="{FF2B5EF4-FFF2-40B4-BE49-F238E27FC236}">
                  <a16:creationId xmlns:a16="http://schemas.microsoft.com/office/drawing/2014/main" id="{DA69CD52-F3AD-ECE5-385E-67BD50DA5F4B}"/>
                </a:ext>
              </a:extLst>
            </p:cNvPr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>
              <a:extLst>
                <a:ext uri="{FF2B5EF4-FFF2-40B4-BE49-F238E27FC236}">
                  <a16:creationId xmlns:a16="http://schemas.microsoft.com/office/drawing/2014/main" id="{A42C9F1B-F4BA-B177-C38D-CB8F06665929}"/>
                </a:ext>
              </a:extLst>
            </p:cNvPr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>
              <a:extLst>
                <a:ext uri="{FF2B5EF4-FFF2-40B4-BE49-F238E27FC236}">
                  <a16:creationId xmlns:a16="http://schemas.microsoft.com/office/drawing/2014/main" id="{9CBB53DE-6067-AB69-3FE8-8431E8C18E58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>
              <a:extLst>
                <a:ext uri="{FF2B5EF4-FFF2-40B4-BE49-F238E27FC236}">
                  <a16:creationId xmlns:a16="http://schemas.microsoft.com/office/drawing/2014/main" id="{E277A278-1DD0-D3A9-8999-CBEA4ABC2970}"/>
                </a:ext>
              </a:extLst>
            </p:cNvPr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>
              <a:extLst>
                <a:ext uri="{FF2B5EF4-FFF2-40B4-BE49-F238E27FC236}">
                  <a16:creationId xmlns:a16="http://schemas.microsoft.com/office/drawing/2014/main" id="{E2D9011F-4DD1-5F2A-99FE-D36DD670870A}"/>
                </a:ext>
              </a:extLst>
            </p:cNvPr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>
              <a:extLst>
                <a:ext uri="{FF2B5EF4-FFF2-40B4-BE49-F238E27FC236}">
                  <a16:creationId xmlns:a16="http://schemas.microsoft.com/office/drawing/2014/main" id="{C1AFE379-5D27-5CAA-667C-83842445839B}"/>
                </a:ext>
              </a:extLst>
            </p:cNvPr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>
              <a:extLst>
                <a:ext uri="{FF2B5EF4-FFF2-40B4-BE49-F238E27FC236}">
                  <a16:creationId xmlns:a16="http://schemas.microsoft.com/office/drawing/2014/main" id="{EADEB21B-F8FA-F284-2FB8-171EA03865BD}"/>
                </a:ext>
              </a:extLst>
            </p:cNvPr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>
              <a:extLst>
                <a:ext uri="{FF2B5EF4-FFF2-40B4-BE49-F238E27FC236}">
                  <a16:creationId xmlns:a16="http://schemas.microsoft.com/office/drawing/2014/main" id="{2A8E5056-69D2-D8D0-2018-65E71CD46EA8}"/>
                </a:ext>
              </a:extLst>
            </p:cNvPr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>
              <a:extLst>
                <a:ext uri="{FF2B5EF4-FFF2-40B4-BE49-F238E27FC236}">
                  <a16:creationId xmlns:a16="http://schemas.microsoft.com/office/drawing/2014/main" id="{6047C23A-35F8-917A-4C0E-D0D180FD9D97}"/>
                </a:ext>
              </a:extLst>
            </p:cNvPr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>
              <a:extLst>
                <a:ext uri="{FF2B5EF4-FFF2-40B4-BE49-F238E27FC236}">
                  <a16:creationId xmlns:a16="http://schemas.microsoft.com/office/drawing/2014/main" id="{734009EC-30CD-F8CB-3041-3B5880AFEEA2}"/>
                </a:ext>
              </a:extLst>
            </p:cNvPr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>
              <a:extLst>
                <a:ext uri="{FF2B5EF4-FFF2-40B4-BE49-F238E27FC236}">
                  <a16:creationId xmlns:a16="http://schemas.microsoft.com/office/drawing/2014/main" id="{B53388B9-8FCB-E0C2-D18F-B93CC56A50CF}"/>
                </a:ext>
              </a:extLst>
            </p:cNvPr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>
              <a:extLst>
                <a:ext uri="{FF2B5EF4-FFF2-40B4-BE49-F238E27FC236}">
                  <a16:creationId xmlns:a16="http://schemas.microsoft.com/office/drawing/2014/main" id="{D3285D12-8A11-F2E2-38CB-7BB91B7E7084}"/>
                </a:ext>
              </a:extLst>
            </p:cNvPr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>
              <a:extLst>
                <a:ext uri="{FF2B5EF4-FFF2-40B4-BE49-F238E27FC236}">
                  <a16:creationId xmlns:a16="http://schemas.microsoft.com/office/drawing/2014/main" id="{64093E81-3A3D-E181-8427-0E0886FA1834}"/>
                </a:ext>
              </a:extLst>
            </p:cNvPr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>
              <a:extLst>
                <a:ext uri="{FF2B5EF4-FFF2-40B4-BE49-F238E27FC236}">
                  <a16:creationId xmlns:a16="http://schemas.microsoft.com/office/drawing/2014/main" id="{6586C2D5-E5AC-CFFA-5215-C9207B8C009D}"/>
                </a:ext>
              </a:extLst>
            </p:cNvPr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>
              <a:extLst>
                <a:ext uri="{FF2B5EF4-FFF2-40B4-BE49-F238E27FC236}">
                  <a16:creationId xmlns:a16="http://schemas.microsoft.com/office/drawing/2014/main" id="{117802BB-FE6E-C1E8-860E-063E6657F3FF}"/>
                </a:ext>
              </a:extLst>
            </p:cNvPr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>
              <a:extLst>
                <a:ext uri="{FF2B5EF4-FFF2-40B4-BE49-F238E27FC236}">
                  <a16:creationId xmlns:a16="http://schemas.microsoft.com/office/drawing/2014/main" id="{CF7CE500-1B01-E95B-8D32-28A7B37F4E79}"/>
                </a:ext>
              </a:extLst>
            </p:cNvPr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>
              <a:extLst>
                <a:ext uri="{FF2B5EF4-FFF2-40B4-BE49-F238E27FC236}">
                  <a16:creationId xmlns:a16="http://schemas.microsoft.com/office/drawing/2014/main" id="{BD6CF3B9-55B5-1739-A410-712FDA5A3A65}"/>
                </a:ext>
              </a:extLst>
            </p:cNvPr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>
              <a:extLst>
                <a:ext uri="{FF2B5EF4-FFF2-40B4-BE49-F238E27FC236}">
                  <a16:creationId xmlns:a16="http://schemas.microsoft.com/office/drawing/2014/main" id="{2F3635E9-CBEF-6BEC-2512-9510B6B00E41}"/>
                </a:ext>
              </a:extLst>
            </p:cNvPr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>
              <a:extLst>
                <a:ext uri="{FF2B5EF4-FFF2-40B4-BE49-F238E27FC236}">
                  <a16:creationId xmlns:a16="http://schemas.microsoft.com/office/drawing/2014/main" id="{55270824-E517-B62F-AC20-53ADB6C7E935}"/>
                </a:ext>
              </a:extLst>
            </p:cNvPr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>
              <a:extLst>
                <a:ext uri="{FF2B5EF4-FFF2-40B4-BE49-F238E27FC236}">
                  <a16:creationId xmlns:a16="http://schemas.microsoft.com/office/drawing/2014/main" id="{8090725A-A5E4-E24A-59BA-03F7B72DC64C}"/>
                </a:ext>
              </a:extLst>
            </p:cNvPr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>
              <a:extLst>
                <a:ext uri="{FF2B5EF4-FFF2-40B4-BE49-F238E27FC236}">
                  <a16:creationId xmlns:a16="http://schemas.microsoft.com/office/drawing/2014/main" id="{7B7F821C-89AC-53C9-35EA-7C30816B0B16}"/>
                </a:ext>
              </a:extLst>
            </p:cNvPr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>
              <a:extLst>
                <a:ext uri="{FF2B5EF4-FFF2-40B4-BE49-F238E27FC236}">
                  <a16:creationId xmlns:a16="http://schemas.microsoft.com/office/drawing/2014/main" id="{27D83A85-FD81-EF51-FF41-92E3A8D9482E}"/>
                </a:ext>
              </a:extLst>
            </p:cNvPr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>
              <a:extLst>
                <a:ext uri="{FF2B5EF4-FFF2-40B4-BE49-F238E27FC236}">
                  <a16:creationId xmlns:a16="http://schemas.microsoft.com/office/drawing/2014/main" id="{4B2D426F-BED0-AFA5-DAB8-D65D9F9B9AA7}"/>
                </a:ext>
              </a:extLst>
            </p:cNvPr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>
              <a:extLst>
                <a:ext uri="{FF2B5EF4-FFF2-40B4-BE49-F238E27FC236}">
                  <a16:creationId xmlns:a16="http://schemas.microsoft.com/office/drawing/2014/main" id="{571B1690-9431-228F-72F7-34C473041FD0}"/>
                </a:ext>
              </a:extLst>
            </p:cNvPr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>
              <a:extLst>
                <a:ext uri="{FF2B5EF4-FFF2-40B4-BE49-F238E27FC236}">
                  <a16:creationId xmlns:a16="http://schemas.microsoft.com/office/drawing/2014/main" id="{DA1E901D-91A0-F973-C22F-9EEFE41CB8ED}"/>
                </a:ext>
              </a:extLst>
            </p:cNvPr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>
              <a:extLst>
                <a:ext uri="{FF2B5EF4-FFF2-40B4-BE49-F238E27FC236}">
                  <a16:creationId xmlns:a16="http://schemas.microsoft.com/office/drawing/2014/main" id="{4A4D0252-5542-1B18-A037-A9E621A02684}"/>
                </a:ext>
              </a:extLst>
            </p:cNvPr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>
              <a:extLst>
                <a:ext uri="{FF2B5EF4-FFF2-40B4-BE49-F238E27FC236}">
                  <a16:creationId xmlns:a16="http://schemas.microsoft.com/office/drawing/2014/main" id="{1E54E405-C43F-C44F-66D1-E55C02A2013E}"/>
                </a:ext>
              </a:extLst>
            </p:cNvPr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>
              <a:extLst>
                <a:ext uri="{FF2B5EF4-FFF2-40B4-BE49-F238E27FC236}">
                  <a16:creationId xmlns:a16="http://schemas.microsoft.com/office/drawing/2014/main" id="{106AA3C5-81D8-7B97-9282-7FDE4CE4AD05}"/>
                </a:ext>
              </a:extLst>
            </p:cNvPr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>
              <a:extLst>
                <a:ext uri="{FF2B5EF4-FFF2-40B4-BE49-F238E27FC236}">
                  <a16:creationId xmlns:a16="http://schemas.microsoft.com/office/drawing/2014/main" id="{E4626E46-5BF4-4250-1736-D5E3A996C6FB}"/>
                </a:ext>
              </a:extLst>
            </p:cNvPr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>
              <a:extLst>
                <a:ext uri="{FF2B5EF4-FFF2-40B4-BE49-F238E27FC236}">
                  <a16:creationId xmlns:a16="http://schemas.microsoft.com/office/drawing/2014/main" id="{7A774120-76D6-B504-138B-12DC26F99CB1}"/>
                </a:ext>
              </a:extLst>
            </p:cNvPr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>
              <a:extLst>
                <a:ext uri="{FF2B5EF4-FFF2-40B4-BE49-F238E27FC236}">
                  <a16:creationId xmlns:a16="http://schemas.microsoft.com/office/drawing/2014/main" id="{EB7DC2ED-5053-CFF9-706A-7614BA050E34}"/>
                </a:ext>
              </a:extLst>
            </p:cNvPr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>
              <a:extLst>
                <a:ext uri="{FF2B5EF4-FFF2-40B4-BE49-F238E27FC236}">
                  <a16:creationId xmlns:a16="http://schemas.microsoft.com/office/drawing/2014/main" id="{ABE6983A-40DF-8ADA-ED2D-6407737ABDC4}"/>
                </a:ext>
              </a:extLst>
            </p:cNvPr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>
              <a:extLst>
                <a:ext uri="{FF2B5EF4-FFF2-40B4-BE49-F238E27FC236}">
                  <a16:creationId xmlns:a16="http://schemas.microsoft.com/office/drawing/2014/main" id="{4566FE12-AF92-143C-7E97-AF31C8789F9A}"/>
                </a:ext>
              </a:extLst>
            </p:cNvPr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>
              <a:extLst>
                <a:ext uri="{FF2B5EF4-FFF2-40B4-BE49-F238E27FC236}">
                  <a16:creationId xmlns:a16="http://schemas.microsoft.com/office/drawing/2014/main" id="{5B17B003-A2C3-8046-78E4-21AD95D281DB}"/>
                </a:ext>
              </a:extLst>
            </p:cNvPr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>
              <a:extLst>
                <a:ext uri="{FF2B5EF4-FFF2-40B4-BE49-F238E27FC236}">
                  <a16:creationId xmlns:a16="http://schemas.microsoft.com/office/drawing/2014/main" id="{723DE662-CCC2-533B-8778-16E9AF9B74A2}"/>
                </a:ext>
              </a:extLst>
            </p:cNvPr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>
              <a:extLst>
                <a:ext uri="{FF2B5EF4-FFF2-40B4-BE49-F238E27FC236}">
                  <a16:creationId xmlns:a16="http://schemas.microsoft.com/office/drawing/2014/main" id="{DAEF859E-DBD6-DF54-327D-42D16BD21C67}"/>
                </a:ext>
              </a:extLst>
            </p:cNvPr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>
              <a:extLst>
                <a:ext uri="{FF2B5EF4-FFF2-40B4-BE49-F238E27FC236}">
                  <a16:creationId xmlns:a16="http://schemas.microsoft.com/office/drawing/2014/main" id="{7B73D187-5AD1-3D8B-AAAF-B27C83258A0C}"/>
                </a:ext>
              </a:extLst>
            </p:cNvPr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>
              <a:extLst>
                <a:ext uri="{FF2B5EF4-FFF2-40B4-BE49-F238E27FC236}">
                  <a16:creationId xmlns:a16="http://schemas.microsoft.com/office/drawing/2014/main" id="{931627AD-FE81-A5A0-96C0-5A03B2047F32}"/>
                </a:ext>
              </a:extLst>
            </p:cNvPr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>
              <a:extLst>
                <a:ext uri="{FF2B5EF4-FFF2-40B4-BE49-F238E27FC236}">
                  <a16:creationId xmlns:a16="http://schemas.microsoft.com/office/drawing/2014/main" id="{19BD489C-5EE4-D9B0-B1D9-316C8B0AD26E}"/>
                </a:ext>
              </a:extLst>
            </p:cNvPr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>
              <a:extLst>
                <a:ext uri="{FF2B5EF4-FFF2-40B4-BE49-F238E27FC236}">
                  <a16:creationId xmlns:a16="http://schemas.microsoft.com/office/drawing/2014/main" id="{96274D4D-C267-5AD8-DC59-D6C751B9D032}"/>
                </a:ext>
              </a:extLst>
            </p:cNvPr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>
              <a:extLst>
                <a:ext uri="{FF2B5EF4-FFF2-40B4-BE49-F238E27FC236}">
                  <a16:creationId xmlns:a16="http://schemas.microsoft.com/office/drawing/2014/main" id="{0BFA8FE7-3103-1373-13C8-0ABE0862F62E}"/>
                </a:ext>
              </a:extLst>
            </p:cNvPr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>
              <a:extLst>
                <a:ext uri="{FF2B5EF4-FFF2-40B4-BE49-F238E27FC236}">
                  <a16:creationId xmlns:a16="http://schemas.microsoft.com/office/drawing/2014/main" id="{B4D6D36D-719C-9258-A7F5-A6A5D639480E}"/>
                </a:ext>
              </a:extLst>
            </p:cNvPr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>
              <a:extLst>
                <a:ext uri="{FF2B5EF4-FFF2-40B4-BE49-F238E27FC236}">
                  <a16:creationId xmlns:a16="http://schemas.microsoft.com/office/drawing/2014/main" id="{82C750F2-2A29-AF06-E09D-75AAC9ABF4C6}"/>
                </a:ext>
              </a:extLst>
            </p:cNvPr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>
              <a:extLst>
                <a:ext uri="{FF2B5EF4-FFF2-40B4-BE49-F238E27FC236}">
                  <a16:creationId xmlns:a16="http://schemas.microsoft.com/office/drawing/2014/main" id="{ACB165DD-619D-F835-DC71-B17ED58DBB93}"/>
                </a:ext>
              </a:extLst>
            </p:cNvPr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>
              <a:extLst>
                <a:ext uri="{FF2B5EF4-FFF2-40B4-BE49-F238E27FC236}">
                  <a16:creationId xmlns:a16="http://schemas.microsoft.com/office/drawing/2014/main" id="{2413C13E-E8AD-DB84-E3EE-27C1DF5F567C}"/>
                </a:ext>
              </a:extLst>
            </p:cNvPr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>
              <a:extLst>
                <a:ext uri="{FF2B5EF4-FFF2-40B4-BE49-F238E27FC236}">
                  <a16:creationId xmlns:a16="http://schemas.microsoft.com/office/drawing/2014/main" id="{29096255-5A1D-5F0E-E1CC-151B51FC8862}"/>
                </a:ext>
              </a:extLst>
            </p:cNvPr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>
              <a:extLst>
                <a:ext uri="{FF2B5EF4-FFF2-40B4-BE49-F238E27FC236}">
                  <a16:creationId xmlns:a16="http://schemas.microsoft.com/office/drawing/2014/main" id="{3971CCAE-3968-6A00-147D-223AC6CECAAF}"/>
                </a:ext>
              </a:extLst>
            </p:cNvPr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>
              <a:extLst>
                <a:ext uri="{FF2B5EF4-FFF2-40B4-BE49-F238E27FC236}">
                  <a16:creationId xmlns:a16="http://schemas.microsoft.com/office/drawing/2014/main" id="{989884CD-EBD7-E6CA-2D45-9CE78E47DE92}"/>
                </a:ext>
              </a:extLst>
            </p:cNvPr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>
              <a:extLst>
                <a:ext uri="{FF2B5EF4-FFF2-40B4-BE49-F238E27FC236}">
                  <a16:creationId xmlns:a16="http://schemas.microsoft.com/office/drawing/2014/main" id="{9B46D8A9-9051-43D8-F372-287C39D4FAB2}"/>
                </a:ext>
              </a:extLst>
            </p:cNvPr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>
              <a:extLst>
                <a:ext uri="{FF2B5EF4-FFF2-40B4-BE49-F238E27FC236}">
                  <a16:creationId xmlns:a16="http://schemas.microsoft.com/office/drawing/2014/main" id="{56418398-378D-1222-7D35-BCB1C740FF6B}"/>
                </a:ext>
              </a:extLst>
            </p:cNvPr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>
              <a:extLst>
                <a:ext uri="{FF2B5EF4-FFF2-40B4-BE49-F238E27FC236}">
                  <a16:creationId xmlns:a16="http://schemas.microsoft.com/office/drawing/2014/main" id="{92F9E2B3-43E4-068A-02DB-003AD7C86F44}"/>
                </a:ext>
              </a:extLst>
            </p:cNvPr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>
              <a:extLst>
                <a:ext uri="{FF2B5EF4-FFF2-40B4-BE49-F238E27FC236}">
                  <a16:creationId xmlns:a16="http://schemas.microsoft.com/office/drawing/2014/main" id="{9F213D50-BD72-8379-E118-2752815D26C8}"/>
                </a:ext>
              </a:extLst>
            </p:cNvPr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>
              <a:extLst>
                <a:ext uri="{FF2B5EF4-FFF2-40B4-BE49-F238E27FC236}">
                  <a16:creationId xmlns:a16="http://schemas.microsoft.com/office/drawing/2014/main" id="{EEB58898-558A-D427-7586-227F8FE8AE6A}"/>
                </a:ext>
              </a:extLst>
            </p:cNvPr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>
              <a:extLst>
                <a:ext uri="{FF2B5EF4-FFF2-40B4-BE49-F238E27FC236}">
                  <a16:creationId xmlns:a16="http://schemas.microsoft.com/office/drawing/2014/main" id="{C7423BD3-DF69-BAF5-1C85-2EB3DF129266}"/>
                </a:ext>
              </a:extLst>
            </p:cNvPr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>
              <a:extLst>
                <a:ext uri="{FF2B5EF4-FFF2-40B4-BE49-F238E27FC236}">
                  <a16:creationId xmlns:a16="http://schemas.microsoft.com/office/drawing/2014/main" id="{88B037CB-3426-F346-75D9-C0018BAD02B7}"/>
                </a:ext>
              </a:extLst>
            </p:cNvPr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>
              <a:extLst>
                <a:ext uri="{FF2B5EF4-FFF2-40B4-BE49-F238E27FC236}">
                  <a16:creationId xmlns:a16="http://schemas.microsoft.com/office/drawing/2014/main" id="{4D56EC1A-7410-565A-FFAD-42367BE23BDA}"/>
                </a:ext>
              </a:extLst>
            </p:cNvPr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>
              <a:extLst>
                <a:ext uri="{FF2B5EF4-FFF2-40B4-BE49-F238E27FC236}">
                  <a16:creationId xmlns:a16="http://schemas.microsoft.com/office/drawing/2014/main" id="{686EF1E8-80F3-262E-DD4C-61ED1001BCBF}"/>
                </a:ext>
              </a:extLst>
            </p:cNvPr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>
              <a:extLst>
                <a:ext uri="{FF2B5EF4-FFF2-40B4-BE49-F238E27FC236}">
                  <a16:creationId xmlns:a16="http://schemas.microsoft.com/office/drawing/2014/main" id="{29120F85-7596-050C-09E1-0200AE272999}"/>
                </a:ext>
              </a:extLst>
            </p:cNvPr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>
              <a:extLst>
                <a:ext uri="{FF2B5EF4-FFF2-40B4-BE49-F238E27FC236}">
                  <a16:creationId xmlns:a16="http://schemas.microsoft.com/office/drawing/2014/main" id="{EF7C8AB9-D773-7B6D-B8AF-CC4451B407E0}"/>
                </a:ext>
              </a:extLst>
            </p:cNvPr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>
              <a:extLst>
                <a:ext uri="{FF2B5EF4-FFF2-40B4-BE49-F238E27FC236}">
                  <a16:creationId xmlns:a16="http://schemas.microsoft.com/office/drawing/2014/main" id="{2536C185-E775-0BCD-528E-9C9FEE58A84D}"/>
                </a:ext>
              </a:extLst>
            </p:cNvPr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>
              <a:extLst>
                <a:ext uri="{FF2B5EF4-FFF2-40B4-BE49-F238E27FC236}">
                  <a16:creationId xmlns:a16="http://schemas.microsoft.com/office/drawing/2014/main" id="{32A42B7A-7745-4052-58A7-F58B64F6125E}"/>
                </a:ext>
              </a:extLst>
            </p:cNvPr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>
              <a:extLst>
                <a:ext uri="{FF2B5EF4-FFF2-40B4-BE49-F238E27FC236}">
                  <a16:creationId xmlns:a16="http://schemas.microsoft.com/office/drawing/2014/main" id="{4090824B-C317-3B1C-A916-28EAC9825A2C}"/>
                </a:ext>
              </a:extLst>
            </p:cNvPr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>
              <a:extLst>
                <a:ext uri="{FF2B5EF4-FFF2-40B4-BE49-F238E27FC236}">
                  <a16:creationId xmlns:a16="http://schemas.microsoft.com/office/drawing/2014/main" id="{D0866C04-8C58-2CD7-5412-9E48C2691054}"/>
                </a:ext>
              </a:extLst>
            </p:cNvPr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>
              <a:extLst>
                <a:ext uri="{FF2B5EF4-FFF2-40B4-BE49-F238E27FC236}">
                  <a16:creationId xmlns:a16="http://schemas.microsoft.com/office/drawing/2014/main" id="{DAA4074D-B117-7C86-891E-9220CD0D2223}"/>
                </a:ext>
              </a:extLst>
            </p:cNvPr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>
              <a:extLst>
                <a:ext uri="{FF2B5EF4-FFF2-40B4-BE49-F238E27FC236}">
                  <a16:creationId xmlns:a16="http://schemas.microsoft.com/office/drawing/2014/main" id="{A0AC621D-FC48-7D4A-E515-2513224647CB}"/>
                </a:ext>
              </a:extLst>
            </p:cNvPr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>
              <a:extLst>
                <a:ext uri="{FF2B5EF4-FFF2-40B4-BE49-F238E27FC236}">
                  <a16:creationId xmlns:a16="http://schemas.microsoft.com/office/drawing/2014/main" id="{88ED2160-4D51-1B80-E64A-37323C6F14BB}"/>
                </a:ext>
              </a:extLst>
            </p:cNvPr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>
              <a:extLst>
                <a:ext uri="{FF2B5EF4-FFF2-40B4-BE49-F238E27FC236}">
                  <a16:creationId xmlns:a16="http://schemas.microsoft.com/office/drawing/2014/main" id="{703D4709-A7B9-881F-21BB-983AB538405F}"/>
                </a:ext>
              </a:extLst>
            </p:cNvPr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>
              <a:extLst>
                <a:ext uri="{FF2B5EF4-FFF2-40B4-BE49-F238E27FC236}">
                  <a16:creationId xmlns:a16="http://schemas.microsoft.com/office/drawing/2014/main" id="{877D3C4F-73AD-1570-3CCE-279345B42CAA}"/>
                </a:ext>
              </a:extLst>
            </p:cNvPr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>
              <a:extLst>
                <a:ext uri="{FF2B5EF4-FFF2-40B4-BE49-F238E27FC236}">
                  <a16:creationId xmlns:a16="http://schemas.microsoft.com/office/drawing/2014/main" id="{C937C928-B65B-8D2D-4F61-D7D1F38209AE}"/>
                </a:ext>
              </a:extLst>
            </p:cNvPr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>
              <a:extLst>
                <a:ext uri="{FF2B5EF4-FFF2-40B4-BE49-F238E27FC236}">
                  <a16:creationId xmlns:a16="http://schemas.microsoft.com/office/drawing/2014/main" id="{F58EF2B9-A508-54C3-DD08-01A2984162BE}"/>
                </a:ext>
              </a:extLst>
            </p:cNvPr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>
              <a:extLst>
                <a:ext uri="{FF2B5EF4-FFF2-40B4-BE49-F238E27FC236}">
                  <a16:creationId xmlns:a16="http://schemas.microsoft.com/office/drawing/2014/main" id="{8BFACDEA-5281-E333-C4A8-BC31F81F8810}"/>
                </a:ext>
              </a:extLst>
            </p:cNvPr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>
              <a:extLst>
                <a:ext uri="{FF2B5EF4-FFF2-40B4-BE49-F238E27FC236}">
                  <a16:creationId xmlns:a16="http://schemas.microsoft.com/office/drawing/2014/main" id="{D4CDB3DB-E1B0-8C6B-2614-5BA03E7DDF59}"/>
                </a:ext>
              </a:extLst>
            </p:cNvPr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>
              <a:extLst>
                <a:ext uri="{FF2B5EF4-FFF2-40B4-BE49-F238E27FC236}">
                  <a16:creationId xmlns:a16="http://schemas.microsoft.com/office/drawing/2014/main" id="{0AF6D262-7FE6-FA70-D321-85CA45D56A1C}"/>
                </a:ext>
              </a:extLst>
            </p:cNvPr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>
              <a:extLst>
                <a:ext uri="{FF2B5EF4-FFF2-40B4-BE49-F238E27FC236}">
                  <a16:creationId xmlns:a16="http://schemas.microsoft.com/office/drawing/2014/main" id="{909F206C-0DCB-648D-E3C7-64E843D11DF1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>
              <a:extLst>
                <a:ext uri="{FF2B5EF4-FFF2-40B4-BE49-F238E27FC236}">
                  <a16:creationId xmlns:a16="http://schemas.microsoft.com/office/drawing/2014/main" id="{13245027-61D4-102A-D195-46D8C98A5117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>
              <a:extLst>
                <a:ext uri="{FF2B5EF4-FFF2-40B4-BE49-F238E27FC236}">
                  <a16:creationId xmlns:a16="http://schemas.microsoft.com/office/drawing/2014/main" id="{5A44F83C-D523-CC98-83A3-A8D5CDBCD9D5}"/>
                </a:ext>
              </a:extLst>
            </p:cNvPr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>
              <a:extLst>
                <a:ext uri="{FF2B5EF4-FFF2-40B4-BE49-F238E27FC236}">
                  <a16:creationId xmlns:a16="http://schemas.microsoft.com/office/drawing/2014/main" id="{7EC8BDCF-3F40-126C-93F7-B040FDDFB7B8}"/>
                </a:ext>
              </a:extLst>
            </p:cNvPr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>
              <a:extLst>
                <a:ext uri="{FF2B5EF4-FFF2-40B4-BE49-F238E27FC236}">
                  <a16:creationId xmlns:a16="http://schemas.microsoft.com/office/drawing/2014/main" id="{C2E7274C-583F-A6EE-1384-991FC95EA58A}"/>
                </a:ext>
              </a:extLst>
            </p:cNvPr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>
              <a:extLst>
                <a:ext uri="{FF2B5EF4-FFF2-40B4-BE49-F238E27FC236}">
                  <a16:creationId xmlns:a16="http://schemas.microsoft.com/office/drawing/2014/main" id="{8314188C-3BC1-0C50-E582-6099001DEA69}"/>
                </a:ext>
              </a:extLst>
            </p:cNvPr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>
              <a:extLst>
                <a:ext uri="{FF2B5EF4-FFF2-40B4-BE49-F238E27FC236}">
                  <a16:creationId xmlns:a16="http://schemas.microsoft.com/office/drawing/2014/main" id="{B0EB5FE0-168B-5DF9-86FC-D63B8F1EB4F6}"/>
                </a:ext>
              </a:extLst>
            </p:cNvPr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>
              <a:extLst>
                <a:ext uri="{FF2B5EF4-FFF2-40B4-BE49-F238E27FC236}">
                  <a16:creationId xmlns:a16="http://schemas.microsoft.com/office/drawing/2014/main" id="{212FB071-9F30-54C1-71B9-28A2427F2473}"/>
                </a:ext>
              </a:extLst>
            </p:cNvPr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>
              <a:extLst>
                <a:ext uri="{FF2B5EF4-FFF2-40B4-BE49-F238E27FC236}">
                  <a16:creationId xmlns:a16="http://schemas.microsoft.com/office/drawing/2014/main" id="{019EAC7F-AC0F-5B1E-5AF6-86191C8DBFFE}"/>
                </a:ext>
              </a:extLst>
            </p:cNvPr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>
              <a:extLst>
                <a:ext uri="{FF2B5EF4-FFF2-40B4-BE49-F238E27FC236}">
                  <a16:creationId xmlns:a16="http://schemas.microsoft.com/office/drawing/2014/main" id="{F1178582-7C37-8A16-576F-3ED3F4ED2D4D}"/>
                </a:ext>
              </a:extLst>
            </p:cNvPr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>
              <a:extLst>
                <a:ext uri="{FF2B5EF4-FFF2-40B4-BE49-F238E27FC236}">
                  <a16:creationId xmlns:a16="http://schemas.microsoft.com/office/drawing/2014/main" id="{F29D902A-0338-8022-6970-89DB5C14424A}"/>
                </a:ext>
              </a:extLst>
            </p:cNvPr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>
              <a:extLst>
                <a:ext uri="{FF2B5EF4-FFF2-40B4-BE49-F238E27FC236}">
                  <a16:creationId xmlns:a16="http://schemas.microsoft.com/office/drawing/2014/main" id="{0F7979DA-9BD9-25C2-1EDF-1743B0B6BCE4}"/>
                </a:ext>
              </a:extLst>
            </p:cNvPr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>
              <a:extLst>
                <a:ext uri="{FF2B5EF4-FFF2-40B4-BE49-F238E27FC236}">
                  <a16:creationId xmlns:a16="http://schemas.microsoft.com/office/drawing/2014/main" id="{89999D3B-22F7-01E7-5CCF-3697B974942B}"/>
                </a:ext>
              </a:extLst>
            </p:cNvPr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>
              <a:extLst>
                <a:ext uri="{FF2B5EF4-FFF2-40B4-BE49-F238E27FC236}">
                  <a16:creationId xmlns:a16="http://schemas.microsoft.com/office/drawing/2014/main" id="{A97E6B30-C6E1-2BF7-F21F-5D44F8D837BC}"/>
                </a:ext>
              </a:extLst>
            </p:cNvPr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>
              <a:extLst>
                <a:ext uri="{FF2B5EF4-FFF2-40B4-BE49-F238E27FC236}">
                  <a16:creationId xmlns:a16="http://schemas.microsoft.com/office/drawing/2014/main" id="{FB8A219D-84DB-3143-4D6A-8647B571AEE7}"/>
                </a:ext>
              </a:extLst>
            </p:cNvPr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>
              <a:extLst>
                <a:ext uri="{FF2B5EF4-FFF2-40B4-BE49-F238E27FC236}">
                  <a16:creationId xmlns:a16="http://schemas.microsoft.com/office/drawing/2014/main" id="{162E7760-22B1-ACF7-EDDE-FDC6D91720CE}"/>
                </a:ext>
              </a:extLst>
            </p:cNvPr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>
              <a:extLst>
                <a:ext uri="{FF2B5EF4-FFF2-40B4-BE49-F238E27FC236}">
                  <a16:creationId xmlns:a16="http://schemas.microsoft.com/office/drawing/2014/main" id="{E1F88DF8-4881-2EF3-849C-A2082D54FE53}"/>
                </a:ext>
              </a:extLst>
            </p:cNvPr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>
              <a:extLst>
                <a:ext uri="{FF2B5EF4-FFF2-40B4-BE49-F238E27FC236}">
                  <a16:creationId xmlns:a16="http://schemas.microsoft.com/office/drawing/2014/main" id="{B68AB569-C31B-55F8-8BC6-9A91888D2594}"/>
                </a:ext>
              </a:extLst>
            </p:cNvPr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>
              <a:extLst>
                <a:ext uri="{FF2B5EF4-FFF2-40B4-BE49-F238E27FC236}">
                  <a16:creationId xmlns:a16="http://schemas.microsoft.com/office/drawing/2014/main" id="{0E8E057E-87CC-1E6A-7E59-9F4A18958825}"/>
                </a:ext>
              </a:extLst>
            </p:cNvPr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>
              <a:extLst>
                <a:ext uri="{FF2B5EF4-FFF2-40B4-BE49-F238E27FC236}">
                  <a16:creationId xmlns:a16="http://schemas.microsoft.com/office/drawing/2014/main" id="{54229775-F7AE-4489-784E-38E4304568F1}"/>
                </a:ext>
              </a:extLst>
            </p:cNvPr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>
              <a:extLst>
                <a:ext uri="{FF2B5EF4-FFF2-40B4-BE49-F238E27FC236}">
                  <a16:creationId xmlns:a16="http://schemas.microsoft.com/office/drawing/2014/main" id="{5243E172-E843-45A3-6480-6F91F924A912}"/>
                </a:ext>
              </a:extLst>
            </p:cNvPr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>
              <a:extLst>
                <a:ext uri="{FF2B5EF4-FFF2-40B4-BE49-F238E27FC236}">
                  <a16:creationId xmlns:a16="http://schemas.microsoft.com/office/drawing/2014/main" id="{00FD2AB5-F008-7D15-463F-D0202F3AD8A6}"/>
                </a:ext>
              </a:extLst>
            </p:cNvPr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>
              <a:extLst>
                <a:ext uri="{FF2B5EF4-FFF2-40B4-BE49-F238E27FC236}">
                  <a16:creationId xmlns:a16="http://schemas.microsoft.com/office/drawing/2014/main" id="{4C6D03D8-9DD5-D5FD-139D-76043231E3CC}"/>
                </a:ext>
              </a:extLst>
            </p:cNvPr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>
              <a:extLst>
                <a:ext uri="{FF2B5EF4-FFF2-40B4-BE49-F238E27FC236}">
                  <a16:creationId xmlns:a16="http://schemas.microsoft.com/office/drawing/2014/main" id="{030C3DCF-A02D-2B7D-3118-1CA3261682E9}"/>
                </a:ext>
              </a:extLst>
            </p:cNvPr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>
              <a:extLst>
                <a:ext uri="{FF2B5EF4-FFF2-40B4-BE49-F238E27FC236}">
                  <a16:creationId xmlns:a16="http://schemas.microsoft.com/office/drawing/2014/main" id="{1A3704F8-4AC4-0950-B9A7-8609695BBD5E}"/>
                </a:ext>
              </a:extLst>
            </p:cNvPr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>
              <a:extLst>
                <a:ext uri="{FF2B5EF4-FFF2-40B4-BE49-F238E27FC236}">
                  <a16:creationId xmlns:a16="http://schemas.microsoft.com/office/drawing/2014/main" id="{505A4CDC-F428-71DC-DCA1-1C1EC934A7F3}"/>
                </a:ext>
              </a:extLst>
            </p:cNvPr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>
              <a:extLst>
                <a:ext uri="{FF2B5EF4-FFF2-40B4-BE49-F238E27FC236}">
                  <a16:creationId xmlns:a16="http://schemas.microsoft.com/office/drawing/2014/main" id="{59E17FF5-9648-26E6-F4F9-3B1A6EB29E51}"/>
                </a:ext>
              </a:extLst>
            </p:cNvPr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>
              <a:extLst>
                <a:ext uri="{FF2B5EF4-FFF2-40B4-BE49-F238E27FC236}">
                  <a16:creationId xmlns:a16="http://schemas.microsoft.com/office/drawing/2014/main" id="{4A7D5F06-A979-31F4-A9FF-55621155A2D1}"/>
                </a:ext>
              </a:extLst>
            </p:cNvPr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>
              <a:extLst>
                <a:ext uri="{FF2B5EF4-FFF2-40B4-BE49-F238E27FC236}">
                  <a16:creationId xmlns:a16="http://schemas.microsoft.com/office/drawing/2014/main" id="{E2218A92-D0B7-7B68-1410-9EDF804578BA}"/>
                </a:ext>
              </a:extLst>
            </p:cNvPr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>
              <a:extLst>
                <a:ext uri="{FF2B5EF4-FFF2-40B4-BE49-F238E27FC236}">
                  <a16:creationId xmlns:a16="http://schemas.microsoft.com/office/drawing/2014/main" id="{72333535-660E-4614-C4A8-E4B51ED59579}"/>
                </a:ext>
              </a:extLst>
            </p:cNvPr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>
              <a:extLst>
                <a:ext uri="{FF2B5EF4-FFF2-40B4-BE49-F238E27FC236}">
                  <a16:creationId xmlns:a16="http://schemas.microsoft.com/office/drawing/2014/main" id="{4915E6F5-0134-AA8E-4A59-88DF494938E2}"/>
                </a:ext>
              </a:extLst>
            </p:cNvPr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>
              <a:extLst>
                <a:ext uri="{FF2B5EF4-FFF2-40B4-BE49-F238E27FC236}">
                  <a16:creationId xmlns:a16="http://schemas.microsoft.com/office/drawing/2014/main" id="{042BDBEE-9032-2492-FAF0-78A9091413C6}"/>
                </a:ext>
              </a:extLst>
            </p:cNvPr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>
              <a:extLst>
                <a:ext uri="{FF2B5EF4-FFF2-40B4-BE49-F238E27FC236}">
                  <a16:creationId xmlns:a16="http://schemas.microsoft.com/office/drawing/2014/main" id="{77276DD4-2D85-CE09-22B9-1455FC48C486}"/>
                </a:ext>
              </a:extLst>
            </p:cNvPr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>
              <a:extLst>
                <a:ext uri="{FF2B5EF4-FFF2-40B4-BE49-F238E27FC236}">
                  <a16:creationId xmlns:a16="http://schemas.microsoft.com/office/drawing/2014/main" id="{0803669E-2B98-4857-CD0D-E0E0E8BB8D27}"/>
                </a:ext>
              </a:extLst>
            </p:cNvPr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>
              <a:extLst>
                <a:ext uri="{FF2B5EF4-FFF2-40B4-BE49-F238E27FC236}">
                  <a16:creationId xmlns:a16="http://schemas.microsoft.com/office/drawing/2014/main" id="{8D8801B5-DE0D-F6B8-28C7-4D03B471A639}"/>
                </a:ext>
              </a:extLst>
            </p:cNvPr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>
              <a:extLst>
                <a:ext uri="{FF2B5EF4-FFF2-40B4-BE49-F238E27FC236}">
                  <a16:creationId xmlns:a16="http://schemas.microsoft.com/office/drawing/2014/main" id="{3C71AA8E-E0E1-B583-37BE-780634AA342F}"/>
                </a:ext>
              </a:extLst>
            </p:cNvPr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>
              <a:extLst>
                <a:ext uri="{FF2B5EF4-FFF2-40B4-BE49-F238E27FC236}">
                  <a16:creationId xmlns:a16="http://schemas.microsoft.com/office/drawing/2014/main" id="{EA9790BC-7C29-652E-BA91-80842A720C26}"/>
                </a:ext>
              </a:extLst>
            </p:cNvPr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>
              <a:extLst>
                <a:ext uri="{FF2B5EF4-FFF2-40B4-BE49-F238E27FC236}">
                  <a16:creationId xmlns:a16="http://schemas.microsoft.com/office/drawing/2014/main" id="{3AFEB3C1-2F16-A845-308E-C7E44916223B}"/>
                </a:ext>
              </a:extLst>
            </p:cNvPr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>
              <a:extLst>
                <a:ext uri="{FF2B5EF4-FFF2-40B4-BE49-F238E27FC236}">
                  <a16:creationId xmlns:a16="http://schemas.microsoft.com/office/drawing/2014/main" id="{1304529F-7B5B-22ED-FD8A-4CF1523A7B6E}"/>
                </a:ext>
              </a:extLst>
            </p:cNvPr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>
              <a:extLst>
                <a:ext uri="{FF2B5EF4-FFF2-40B4-BE49-F238E27FC236}">
                  <a16:creationId xmlns:a16="http://schemas.microsoft.com/office/drawing/2014/main" id="{BDEB3B1A-1249-8C45-BBE7-7D2F5A36B459}"/>
                </a:ext>
              </a:extLst>
            </p:cNvPr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>
              <a:extLst>
                <a:ext uri="{FF2B5EF4-FFF2-40B4-BE49-F238E27FC236}">
                  <a16:creationId xmlns:a16="http://schemas.microsoft.com/office/drawing/2014/main" id="{F3880EFD-0FA9-EDC0-2657-30FF3DD56071}"/>
                </a:ext>
              </a:extLst>
            </p:cNvPr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>
              <a:extLst>
                <a:ext uri="{FF2B5EF4-FFF2-40B4-BE49-F238E27FC236}">
                  <a16:creationId xmlns:a16="http://schemas.microsoft.com/office/drawing/2014/main" id="{9A7B1316-B598-E801-D511-169C28F275FF}"/>
                </a:ext>
              </a:extLst>
            </p:cNvPr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>
              <a:extLst>
                <a:ext uri="{FF2B5EF4-FFF2-40B4-BE49-F238E27FC236}">
                  <a16:creationId xmlns:a16="http://schemas.microsoft.com/office/drawing/2014/main" id="{1B48190F-91DD-E76C-0EEE-AC967076335D}"/>
                </a:ext>
              </a:extLst>
            </p:cNvPr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>
              <a:extLst>
                <a:ext uri="{FF2B5EF4-FFF2-40B4-BE49-F238E27FC236}">
                  <a16:creationId xmlns:a16="http://schemas.microsoft.com/office/drawing/2014/main" id="{E877FEF4-1F24-1201-89CF-1C6AD98D3551}"/>
                </a:ext>
              </a:extLst>
            </p:cNvPr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>
              <a:extLst>
                <a:ext uri="{FF2B5EF4-FFF2-40B4-BE49-F238E27FC236}">
                  <a16:creationId xmlns:a16="http://schemas.microsoft.com/office/drawing/2014/main" id="{B2517BF0-40E1-C9AF-B1CC-6B72CA233529}"/>
                </a:ext>
              </a:extLst>
            </p:cNvPr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>
              <a:extLst>
                <a:ext uri="{FF2B5EF4-FFF2-40B4-BE49-F238E27FC236}">
                  <a16:creationId xmlns:a16="http://schemas.microsoft.com/office/drawing/2014/main" id="{A0291C74-9936-AE06-05B1-FE00297CAEF2}"/>
                </a:ext>
              </a:extLst>
            </p:cNvPr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>
              <a:extLst>
                <a:ext uri="{FF2B5EF4-FFF2-40B4-BE49-F238E27FC236}">
                  <a16:creationId xmlns:a16="http://schemas.microsoft.com/office/drawing/2014/main" id="{FE70CF9F-BFED-7AF8-CFE9-191D2F5D7114}"/>
                </a:ext>
              </a:extLst>
            </p:cNvPr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>
              <a:extLst>
                <a:ext uri="{FF2B5EF4-FFF2-40B4-BE49-F238E27FC236}">
                  <a16:creationId xmlns:a16="http://schemas.microsoft.com/office/drawing/2014/main" id="{7DD7E05C-00AC-530D-1423-01A2983F98A6}"/>
                </a:ext>
              </a:extLst>
            </p:cNvPr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>
              <a:extLst>
                <a:ext uri="{FF2B5EF4-FFF2-40B4-BE49-F238E27FC236}">
                  <a16:creationId xmlns:a16="http://schemas.microsoft.com/office/drawing/2014/main" id="{4A7B9085-7986-1EC9-9D90-8C1BB744AA36}"/>
                </a:ext>
              </a:extLst>
            </p:cNvPr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>
              <a:extLst>
                <a:ext uri="{FF2B5EF4-FFF2-40B4-BE49-F238E27FC236}">
                  <a16:creationId xmlns:a16="http://schemas.microsoft.com/office/drawing/2014/main" id="{F0CA5BEB-4DD3-38AF-1ABE-181147E91FCE}"/>
                </a:ext>
              </a:extLst>
            </p:cNvPr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>
              <a:extLst>
                <a:ext uri="{FF2B5EF4-FFF2-40B4-BE49-F238E27FC236}">
                  <a16:creationId xmlns:a16="http://schemas.microsoft.com/office/drawing/2014/main" id="{621AF166-112C-12BB-2509-A84C1A837D88}"/>
                </a:ext>
              </a:extLst>
            </p:cNvPr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>
              <a:extLst>
                <a:ext uri="{FF2B5EF4-FFF2-40B4-BE49-F238E27FC236}">
                  <a16:creationId xmlns:a16="http://schemas.microsoft.com/office/drawing/2014/main" id="{A6534DC1-18C0-97FA-6427-5E8C8D469CA7}"/>
                </a:ext>
              </a:extLst>
            </p:cNvPr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>
              <a:extLst>
                <a:ext uri="{FF2B5EF4-FFF2-40B4-BE49-F238E27FC236}">
                  <a16:creationId xmlns:a16="http://schemas.microsoft.com/office/drawing/2014/main" id="{24096C55-FB96-FC0C-586B-65AF33D513E6}"/>
                </a:ext>
              </a:extLst>
            </p:cNvPr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>
              <a:extLst>
                <a:ext uri="{FF2B5EF4-FFF2-40B4-BE49-F238E27FC236}">
                  <a16:creationId xmlns:a16="http://schemas.microsoft.com/office/drawing/2014/main" id="{0C2C585F-33AB-0234-FB4A-80BF7427F6F0}"/>
                </a:ext>
              </a:extLst>
            </p:cNvPr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>
              <a:extLst>
                <a:ext uri="{FF2B5EF4-FFF2-40B4-BE49-F238E27FC236}">
                  <a16:creationId xmlns:a16="http://schemas.microsoft.com/office/drawing/2014/main" id="{14BDFD6D-8B27-5684-7880-8748751D1D7F}"/>
                </a:ext>
              </a:extLst>
            </p:cNvPr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>
              <a:extLst>
                <a:ext uri="{FF2B5EF4-FFF2-40B4-BE49-F238E27FC236}">
                  <a16:creationId xmlns:a16="http://schemas.microsoft.com/office/drawing/2014/main" id="{F732EA82-E858-7732-832F-B9324FEA5B98}"/>
                </a:ext>
              </a:extLst>
            </p:cNvPr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>
              <a:extLst>
                <a:ext uri="{FF2B5EF4-FFF2-40B4-BE49-F238E27FC236}">
                  <a16:creationId xmlns:a16="http://schemas.microsoft.com/office/drawing/2014/main" id="{87ED6D60-DDCD-A96D-5298-A6898A72AC95}"/>
                </a:ext>
              </a:extLst>
            </p:cNvPr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>
              <a:extLst>
                <a:ext uri="{FF2B5EF4-FFF2-40B4-BE49-F238E27FC236}">
                  <a16:creationId xmlns:a16="http://schemas.microsoft.com/office/drawing/2014/main" id="{3F83AE09-60C4-B4F4-474B-B37C60EBD5BA}"/>
                </a:ext>
              </a:extLst>
            </p:cNvPr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>
              <a:extLst>
                <a:ext uri="{FF2B5EF4-FFF2-40B4-BE49-F238E27FC236}">
                  <a16:creationId xmlns:a16="http://schemas.microsoft.com/office/drawing/2014/main" id="{EEC8BCD6-E440-B851-88AE-B64BD0F57FF3}"/>
                </a:ext>
              </a:extLst>
            </p:cNvPr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732625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43"/>
          <p:cNvSpPr txBox="1">
            <a:spLocks noGrp="1"/>
          </p:cNvSpPr>
          <p:nvPr>
            <p:ph type="title"/>
          </p:nvPr>
        </p:nvSpPr>
        <p:spPr>
          <a:xfrm>
            <a:off x="713188" y="428275"/>
            <a:ext cx="6124672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dirty="0"/>
              <a:t>Funciones utilizadas​</a:t>
            </a:r>
            <a:endParaRPr sz="4000" dirty="0"/>
          </a:p>
        </p:txBody>
      </p:sp>
      <p:grpSp>
        <p:nvGrpSpPr>
          <p:cNvPr id="2124" name="Google Shape;2124;p43"/>
          <p:cNvGrpSpPr/>
          <p:nvPr/>
        </p:nvGrpSpPr>
        <p:grpSpPr>
          <a:xfrm>
            <a:off x="713188" y="1198193"/>
            <a:ext cx="2994401" cy="2992970"/>
            <a:chOff x="699850" y="2299150"/>
            <a:chExt cx="1046225" cy="1045725"/>
          </a:xfrm>
        </p:grpSpPr>
        <p:sp>
          <p:nvSpPr>
            <p:cNvPr id="2125" name="Google Shape;2125;p43"/>
            <p:cNvSpPr/>
            <p:nvPr/>
          </p:nvSpPr>
          <p:spPr>
            <a:xfrm>
              <a:off x="1178075" y="2506950"/>
              <a:ext cx="225225" cy="137075"/>
            </a:xfrm>
            <a:custGeom>
              <a:avLst/>
              <a:gdLst/>
              <a:ahLst/>
              <a:cxnLst/>
              <a:rect l="l" t="t" r="r" b="b"/>
              <a:pathLst>
                <a:path w="9009" h="5483" extrusionOk="0">
                  <a:moveTo>
                    <a:pt x="8489" y="0"/>
                  </a:moveTo>
                  <a:cubicBezTo>
                    <a:pt x="8452" y="0"/>
                    <a:pt x="8433" y="28"/>
                    <a:pt x="8433" y="56"/>
                  </a:cubicBezTo>
                  <a:cubicBezTo>
                    <a:pt x="8433" y="93"/>
                    <a:pt x="8452" y="121"/>
                    <a:pt x="8489" y="121"/>
                  </a:cubicBezTo>
                  <a:lnTo>
                    <a:pt x="8952" y="121"/>
                  </a:lnTo>
                  <a:cubicBezTo>
                    <a:pt x="8980" y="121"/>
                    <a:pt x="9008" y="93"/>
                    <a:pt x="9008" y="56"/>
                  </a:cubicBezTo>
                  <a:cubicBezTo>
                    <a:pt x="9008" y="28"/>
                    <a:pt x="8980" y="0"/>
                    <a:pt x="8952" y="0"/>
                  </a:cubicBezTo>
                  <a:close/>
                  <a:moveTo>
                    <a:pt x="8058" y="117"/>
                  </a:moveTo>
                  <a:cubicBezTo>
                    <a:pt x="8042" y="117"/>
                    <a:pt x="8026" y="124"/>
                    <a:pt x="8016" y="140"/>
                  </a:cubicBezTo>
                  <a:cubicBezTo>
                    <a:pt x="7969" y="204"/>
                    <a:pt x="7951" y="269"/>
                    <a:pt x="7951" y="344"/>
                  </a:cubicBezTo>
                  <a:lnTo>
                    <a:pt x="7951" y="631"/>
                  </a:lnTo>
                  <a:cubicBezTo>
                    <a:pt x="7951" y="659"/>
                    <a:pt x="7978" y="687"/>
                    <a:pt x="8006" y="687"/>
                  </a:cubicBezTo>
                  <a:cubicBezTo>
                    <a:pt x="8043" y="687"/>
                    <a:pt x="8071" y="659"/>
                    <a:pt x="8071" y="631"/>
                  </a:cubicBezTo>
                  <a:lnTo>
                    <a:pt x="8071" y="344"/>
                  </a:lnTo>
                  <a:cubicBezTo>
                    <a:pt x="8071" y="297"/>
                    <a:pt x="8080" y="251"/>
                    <a:pt x="8108" y="214"/>
                  </a:cubicBezTo>
                  <a:cubicBezTo>
                    <a:pt x="8127" y="186"/>
                    <a:pt x="8118" y="149"/>
                    <a:pt x="8099" y="130"/>
                  </a:cubicBezTo>
                  <a:cubicBezTo>
                    <a:pt x="8086" y="122"/>
                    <a:pt x="8072" y="117"/>
                    <a:pt x="8058" y="117"/>
                  </a:cubicBezTo>
                  <a:close/>
                  <a:moveTo>
                    <a:pt x="8006" y="1039"/>
                  </a:moveTo>
                  <a:cubicBezTo>
                    <a:pt x="7978" y="1039"/>
                    <a:pt x="7951" y="1058"/>
                    <a:pt x="7951" y="1095"/>
                  </a:cubicBezTo>
                  <a:lnTo>
                    <a:pt x="7951" y="1559"/>
                  </a:lnTo>
                  <a:cubicBezTo>
                    <a:pt x="7951" y="1587"/>
                    <a:pt x="7978" y="1614"/>
                    <a:pt x="8006" y="1614"/>
                  </a:cubicBezTo>
                  <a:cubicBezTo>
                    <a:pt x="8043" y="1614"/>
                    <a:pt x="8071" y="1587"/>
                    <a:pt x="8071" y="1559"/>
                  </a:cubicBezTo>
                  <a:lnTo>
                    <a:pt x="8071" y="1095"/>
                  </a:lnTo>
                  <a:cubicBezTo>
                    <a:pt x="8071" y="1058"/>
                    <a:pt x="8043" y="1039"/>
                    <a:pt x="8006" y="1039"/>
                  </a:cubicBezTo>
                  <a:close/>
                  <a:moveTo>
                    <a:pt x="8006" y="1967"/>
                  </a:moveTo>
                  <a:cubicBezTo>
                    <a:pt x="7978" y="1967"/>
                    <a:pt x="7951" y="1986"/>
                    <a:pt x="7951" y="2023"/>
                  </a:cubicBezTo>
                  <a:lnTo>
                    <a:pt x="7951" y="2486"/>
                  </a:lnTo>
                  <a:cubicBezTo>
                    <a:pt x="7951" y="2514"/>
                    <a:pt x="7978" y="2542"/>
                    <a:pt x="8006" y="2542"/>
                  </a:cubicBezTo>
                  <a:cubicBezTo>
                    <a:pt x="8043" y="2542"/>
                    <a:pt x="8071" y="2514"/>
                    <a:pt x="8071" y="2486"/>
                  </a:cubicBezTo>
                  <a:lnTo>
                    <a:pt x="8071" y="2023"/>
                  </a:lnTo>
                  <a:cubicBezTo>
                    <a:pt x="8071" y="1986"/>
                    <a:pt x="8043" y="1967"/>
                    <a:pt x="8006" y="1967"/>
                  </a:cubicBezTo>
                  <a:close/>
                  <a:moveTo>
                    <a:pt x="8006" y="2895"/>
                  </a:moveTo>
                  <a:cubicBezTo>
                    <a:pt x="7978" y="2895"/>
                    <a:pt x="7951" y="2913"/>
                    <a:pt x="7951" y="2950"/>
                  </a:cubicBezTo>
                  <a:lnTo>
                    <a:pt x="7951" y="3414"/>
                  </a:lnTo>
                  <a:cubicBezTo>
                    <a:pt x="7951" y="3442"/>
                    <a:pt x="7978" y="3470"/>
                    <a:pt x="8006" y="3470"/>
                  </a:cubicBezTo>
                  <a:cubicBezTo>
                    <a:pt x="8043" y="3470"/>
                    <a:pt x="8071" y="3442"/>
                    <a:pt x="8071" y="3414"/>
                  </a:cubicBezTo>
                  <a:lnTo>
                    <a:pt x="8071" y="2950"/>
                  </a:lnTo>
                  <a:cubicBezTo>
                    <a:pt x="8071" y="2913"/>
                    <a:pt x="8043" y="2895"/>
                    <a:pt x="8006" y="2895"/>
                  </a:cubicBezTo>
                  <a:close/>
                  <a:moveTo>
                    <a:pt x="8006" y="3822"/>
                  </a:moveTo>
                  <a:cubicBezTo>
                    <a:pt x="7978" y="3822"/>
                    <a:pt x="7951" y="3841"/>
                    <a:pt x="7951" y="3878"/>
                  </a:cubicBezTo>
                  <a:lnTo>
                    <a:pt x="7951" y="4342"/>
                  </a:lnTo>
                  <a:cubicBezTo>
                    <a:pt x="7951" y="4370"/>
                    <a:pt x="7978" y="4397"/>
                    <a:pt x="8006" y="4397"/>
                  </a:cubicBezTo>
                  <a:cubicBezTo>
                    <a:pt x="8043" y="4397"/>
                    <a:pt x="8071" y="4370"/>
                    <a:pt x="8071" y="4342"/>
                  </a:cubicBezTo>
                  <a:lnTo>
                    <a:pt x="8071" y="3878"/>
                  </a:lnTo>
                  <a:cubicBezTo>
                    <a:pt x="8071" y="3841"/>
                    <a:pt x="8043" y="3822"/>
                    <a:pt x="8006" y="3822"/>
                  </a:cubicBezTo>
                  <a:close/>
                  <a:moveTo>
                    <a:pt x="56" y="3952"/>
                  </a:moveTo>
                  <a:cubicBezTo>
                    <a:pt x="28" y="3952"/>
                    <a:pt x="0" y="3980"/>
                    <a:pt x="0" y="4017"/>
                  </a:cubicBezTo>
                  <a:lnTo>
                    <a:pt x="0" y="4481"/>
                  </a:lnTo>
                  <a:cubicBezTo>
                    <a:pt x="0" y="4509"/>
                    <a:pt x="28" y="4537"/>
                    <a:pt x="56" y="4537"/>
                  </a:cubicBezTo>
                  <a:cubicBezTo>
                    <a:pt x="93" y="4537"/>
                    <a:pt x="121" y="4509"/>
                    <a:pt x="121" y="4481"/>
                  </a:cubicBezTo>
                  <a:lnTo>
                    <a:pt x="121" y="4017"/>
                  </a:lnTo>
                  <a:cubicBezTo>
                    <a:pt x="121" y="3980"/>
                    <a:pt x="93" y="3952"/>
                    <a:pt x="56" y="3952"/>
                  </a:cubicBezTo>
                  <a:close/>
                  <a:moveTo>
                    <a:pt x="8006" y="4750"/>
                  </a:moveTo>
                  <a:cubicBezTo>
                    <a:pt x="7978" y="4750"/>
                    <a:pt x="7951" y="4769"/>
                    <a:pt x="7951" y="4806"/>
                  </a:cubicBezTo>
                  <a:lnTo>
                    <a:pt x="7951" y="5140"/>
                  </a:lnTo>
                  <a:cubicBezTo>
                    <a:pt x="7951" y="5177"/>
                    <a:pt x="7941" y="5205"/>
                    <a:pt x="7932" y="5242"/>
                  </a:cubicBezTo>
                  <a:cubicBezTo>
                    <a:pt x="7913" y="5269"/>
                    <a:pt x="7932" y="5307"/>
                    <a:pt x="7960" y="5316"/>
                  </a:cubicBezTo>
                  <a:cubicBezTo>
                    <a:pt x="7969" y="5316"/>
                    <a:pt x="7978" y="5325"/>
                    <a:pt x="7978" y="5325"/>
                  </a:cubicBezTo>
                  <a:cubicBezTo>
                    <a:pt x="8006" y="5325"/>
                    <a:pt x="8025" y="5307"/>
                    <a:pt x="8034" y="5288"/>
                  </a:cubicBezTo>
                  <a:cubicBezTo>
                    <a:pt x="8053" y="5242"/>
                    <a:pt x="8071" y="5195"/>
                    <a:pt x="8071" y="5140"/>
                  </a:cubicBezTo>
                  <a:lnTo>
                    <a:pt x="8071" y="4806"/>
                  </a:lnTo>
                  <a:cubicBezTo>
                    <a:pt x="8071" y="4769"/>
                    <a:pt x="8043" y="4750"/>
                    <a:pt x="8006" y="4750"/>
                  </a:cubicBezTo>
                  <a:close/>
                  <a:moveTo>
                    <a:pt x="65" y="4880"/>
                  </a:moveTo>
                  <a:cubicBezTo>
                    <a:pt x="28" y="4880"/>
                    <a:pt x="0" y="4908"/>
                    <a:pt x="0" y="4945"/>
                  </a:cubicBezTo>
                  <a:lnTo>
                    <a:pt x="0" y="5140"/>
                  </a:lnTo>
                  <a:cubicBezTo>
                    <a:pt x="0" y="5251"/>
                    <a:pt x="56" y="5353"/>
                    <a:pt x="140" y="5418"/>
                  </a:cubicBezTo>
                  <a:cubicBezTo>
                    <a:pt x="149" y="5427"/>
                    <a:pt x="158" y="5427"/>
                    <a:pt x="177" y="5427"/>
                  </a:cubicBezTo>
                  <a:cubicBezTo>
                    <a:pt x="195" y="5427"/>
                    <a:pt x="205" y="5418"/>
                    <a:pt x="223" y="5399"/>
                  </a:cubicBezTo>
                  <a:cubicBezTo>
                    <a:pt x="242" y="5381"/>
                    <a:pt x="232" y="5344"/>
                    <a:pt x="205" y="5325"/>
                  </a:cubicBezTo>
                  <a:cubicBezTo>
                    <a:pt x="149" y="5279"/>
                    <a:pt x="121" y="5214"/>
                    <a:pt x="121" y="5140"/>
                  </a:cubicBezTo>
                  <a:lnTo>
                    <a:pt x="121" y="4945"/>
                  </a:lnTo>
                  <a:cubicBezTo>
                    <a:pt x="121" y="4908"/>
                    <a:pt x="93" y="4880"/>
                    <a:pt x="65" y="4880"/>
                  </a:cubicBezTo>
                  <a:close/>
                  <a:moveTo>
                    <a:pt x="622" y="5372"/>
                  </a:moveTo>
                  <a:cubicBezTo>
                    <a:pt x="594" y="5372"/>
                    <a:pt x="566" y="5390"/>
                    <a:pt x="566" y="5427"/>
                  </a:cubicBezTo>
                  <a:cubicBezTo>
                    <a:pt x="566" y="5455"/>
                    <a:pt x="594" y="5483"/>
                    <a:pt x="622" y="5483"/>
                  </a:cubicBezTo>
                  <a:lnTo>
                    <a:pt x="1086" y="5483"/>
                  </a:lnTo>
                  <a:cubicBezTo>
                    <a:pt x="1123" y="5483"/>
                    <a:pt x="1151" y="5455"/>
                    <a:pt x="1151" y="5427"/>
                  </a:cubicBezTo>
                  <a:cubicBezTo>
                    <a:pt x="1151" y="5390"/>
                    <a:pt x="1123" y="5372"/>
                    <a:pt x="1086" y="5372"/>
                  </a:cubicBezTo>
                  <a:close/>
                  <a:moveTo>
                    <a:pt x="1550" y="5372"/>
                  </a:moveTo>
                  <a:cubicBezTo>
                    <a:pt x="1522" y="5372"/>
                    <a:pt x="1494" y="5390"/>
                    <a:pt x="1494" y="5427"/>
                  </a:cubicBezTo>
                  <a:cubicBezTo>
                    <a:pt x="1494" y="5455"/>
                    <a:pt x="1522" y="5483"/>
                    <a:pt x="1550" y="5483"/>
                  </a:cubicBezTo>
                  <a:lnTo>
                    <a:pt x="2013" y="5483"/>
                  </a:lnTo>
                  <a:cubicBezTo>
                    <a:pt x="2051" y="5483"/>
                    <a:pt x="2078" y="5455"/>
                    <a:pt x="2078" y="5427"/>
                  </a:cubicBezTo>
                  <a:cubicBezTo>
                    <a:pt x="2078" y="5390"/>
                    <a:pt x="2051" y="5372"/>
                    <a:pt x="2013" y="5372"/>
                  </a:cubicBezTo>
                  <a:close/>
                  <a:moveTo>
                    <a:pt x="2477" y="5372"/>
                  </a:moveTo>
                  <a:cubicBezTo>
                    <a:pt x="2449" y="5372"/>
                    <a:pt x="2422" y="5390"/>
                    <a:pt x="2422" y="5427"/>
                  </a:cubicBezTo>
                  <a:cubicBezTo>
                    <a:pt x="2422" y="5455"/>
                    <a:pt x="2449" y="5483"/>
                    <a:pt x="2477" y="5483"/>
                  </a:cubicBezTo>
                  <a:lnTo>
                    <a:pt x="2941" y="5483"/>
                  </a:lnTo>
                  <a:cubicBezTo>
                    <a:pt x="2978" y="5483"/>
                    <a:pt x="3006" y="5455"/>
                    <a:pt x="3006" y="5427"/>
                  </a:cubicBezTo>
                  <a:cubicBezTo>
                    <a:pt x="3006" y="5390"/>
                    <a:pt x="2978" y="5372"/>
                    <a:pt x="2941" y="5372"/>
                  </a:cubicBezTo>
                  <a:close/>
                  <a:moveTo>
                    <a:pt x="3405" y="5372"/>
                  </a:moveTo>
                  <a:cubicBezTo>
                    <a:pt x="3377" y="5372"/>
                    <a:pt x="3349" y="5390"/>
                    <a:pt x="3349" y="5427"/>
                  </a:cubicBezTo>
                  <a:cubicBezTo>
                    <a:pt x="3349" y="5455"/>
                    <a:pt x="3377" y="5483"/>
                    <a:pt x="3405" y="5483"/>
                  </a:cubicBezTo>
                  <a:lnTo>
                    <a:pt x="3869" y="5483"/>
                  </a:lnTo>
                  <a:cubicBezTo>
                    <a:pt x="3906" y="5483"/>
                    <a:pt x="3934" y="5455"/>
                    <a:pt x="3934" y="5427"/>
                  </a:cubicBezTo>
                  <a:cubicBezTo>
                    <a:pt x="3934" y="5390"/>
                    <a:pt x="3906" y="5372"/>
                    <a:pt x="3869" y="5372"/>
                  </a:cubicBezTo>
                  <a:close/>
                  <a:moveTo>
                    <a:pt x="4333" y="5372"/>
                  </a:moveTo>
                  <a:cubicBezTo>
                    <a:pt x="4305" y="5372"/>
                    <a:pt x="4277" y="5390"/>
                    <a:pt x="4277" y="5427"/>
                  </a:cubicBezTo>
                  <a:cubicBezTo>
                    <a:pt x="4277" y="5455"/>
                    <a:pt x="4305" y="5483"/>
                    <a:pt x="4333" y="5483"/>
                  </a:cubicBezTo>
                  <a:lnTo>
                    <a:pt x="4796" y="5483"/>
                  </a:lnTo>
                  <a:cubicBezTo>
                    <a:pt x="4834" y="5483"/>
                    <a:pt x="4861" y="5455"/>
                    <a:pt x="4861" y="5427"/>
                  </a:cubicBezTo>
                  <a:cubicBezTo>
                    <a:pt x="4861" y="5390"/>
                    <a:pt x="4834" y="5372"/>
                    <a:pt x="4796" y="5372"/>
                  </a:cubicBezTo>
                  <a:close/>
                  <a:moveTo>
                    <a:pt x="5260" y="5372"/>
                  </a:moveTo>
                  <a:cubicBezTo>
                    <a:pt x="5232" y="5372"/>
                    <a:pt x="5205" y="5390"/>
                    <a:pt x="5205" y="5427"/>
                  </a:cubicBezTo>
                  <a:cubicBezTo>
                    <a:pt x="5205" y="5455"/>
                    <a:pt x="5232" y="5483"/>
                    <a:pt x="5260" y="5483"/>
                  </a:cubicBezTo>
                  <a:lnTo>
                    <a:pt x="5724" y="5483"/>
                  </a:lnTo>
                  <a:cubicBezTo>
                    <a:pt x="5761" y="5483"/>
                    <a:pt x="5789" y="5455"/>
                    <a:pt x="5789" y="5427"/>
                  </a:cubicBezTo>
                  <a:cubicBezTo>
                    <a:pt x="5789" y="5390"/>
                    <a:pt x="5761" y="5372"/>
                    <a:pt x="5724" y="5372"/>
                  </a:cubicBezTo>
                  <a:close/>
                  <a:moveTo>
                    <a:pt x="6188" y="5372"/>
                  </a:moveTo>
                  <a:cubicBezTo>
                    <a:pt x="6160" y="5372"/>
                    <a:pt x="6132" y="5390"/>
                    <a:pt x="6132" y="5427"/>
                  </a:cubicBezTo>
                  <a:cubicBezTo>
                    <a:pt x="6132" y="5455"/>
                    <a:pt x="6160" y="5483"/>
                    <a:pt x="6188" y="5483"/>
                  </a:cubicBezTo>
                  <a:lnTo>
                    <a:pt x="6652" y="5483"/>
                  </a:lnTo>
                  <a:cubicBezTo>
                    <a:pt x="6689" y="5483"/>
                    <a:pt x="6717" y="5455"/>
                    <a:pt x="6717" y="5427"/>
                  </a:cubicBezTo>
                  <a:cubicBezTo>
                    <a:pt x="6717" y="5390"/>
                    <a:pt x="6689" y="5372"/>
                    <a:pt x="6652" y="5372"/>
                  </a:cubicBezTo>
                  <a:close/>
                  <a:moveTo>
                    <a:pt x="7116" y="5372"/>
                  </a:moveTo>
                  <a:cubicBezTo>
                    <a:pt x="7088" y="5372"/>
                    <a:pt x="7060" y="5390"/>
                    <a:pt x="7060" y="5427"/>
                  </a:cubicBezTo>
                  <a:cubicBezTo>
                    <a:pt x="7060" y="5455"/>
                    <a:pt x="7088" y="5483"/>
                    <a:pt x="7116" y="5483"/>
                  </a:cubicBezTo>
                  <a:lnTo>
                    <a:pt x="7580" y="5483"/>
                  </a:lnTo>
                  <a:cubicBezTo>
                    <a:pt x="7617" y="5483"/>
                    <a:pt x="7644" y="5455"/>
                    <a:pt x="7644" y="5427"/>
                  </a:cubicBezTo>
                  <a:cubicBezTo>
                    <a:pt x="7644" y="5390"/>
                    <a:pt x="7617" y="5372"/>
                    <a:pt x="7580" y="53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3"/>
            <p:cNvSpPr/>
            <p:nvPr/>
          </p:nvSpPr>
          <p:spPr>
            <a:xfrm>
              <a:off x="1106400" y="2607825"/>
              <a:ext cx="3050" cy="52450"/>
            </a:xfrm>
            <a:custGeom>
              <a:avLst/>
              <a:gdLst/>
              <a:ahLst/>
              <a:cxnLst/>
              <a:rect l="l" t="t" r="r" b="b"/>
              <a:pathLst>
                <a:path w="122" h="2098" extrusionOk="0">
                  <a:moveTo>
                    <a:pt x="6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520"/>
                  </a:lnTo>
                  <a:cubicBezTo>
                    <a:pt x="1" y="557"/>
                    <a:pt x="29" y="585"/>
                    <a:pt x="66" y="585"/>
                  </a:cubicBezTo>
                  <a:cubicBezTo>
                    <a:pt x="94" y="585"/>
                    <a:pt x="122" y="557"/>
                    <a:pt x="122" y="520"/>
                  </a:cubicBezTo>
                  <a:lnTo>
                    <a:pt x="122" y="56"/>
                  </a:lnTo>
                  <a:cubicBezTo>
                    <a:pt x="122" y="2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56"/>
                    <a:pt x="1" y="984"/>
                  </a:cubicBezTo>
                  <a:lnTo>
                    <a:pt x="1" y="1448"/>
                  </a:lnTo>
                  <a:cubicBezTo>
                    <a:pt x="1" y="1485"/>
                    <a:pt x="29" y="1513"/>
                    <a:pt x="66" y="1513"/>
                  </a:cubicBezTo>
                  <a:cubicBezTo>
                    <a:pt x="94" y="1513"/>
                    <a:pt x="122" y="1485"/>
                    <a:pt x="122" y="1448"/>
                  </a:cubicBezTo>
                  <a:lnTo>
                    <a:pt x="122" y="984"/>
                  </a:lnTo>
                  <a:cubicBezTo>
                    <a:pt x="122" y="956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84"/>
                    <a:pt x="1" y="1912"/>
                  </a:cubicBezTo>
                  <a:lnTo>
                    <a:pt x="1" y="2032"/>
                  </a:lnTo>
                  <a:cubicBezTo>
                    <a:pt x="1" y="2069"/>
                    <a:pt x="29" y="2097"/>
                    <a:pt x="66" y="2097"/>
                  </a:cubicBezTo>
                  <a:cubicBezTo>
                    <a:pt x="94" y="2097"/>
                    <a:pt x="122" y="2069"/>
                    <a:pt x="122" y="2032"/>
                  </a:cubicBezTo>
                  <a:lnTo>
                    <a:pt x="122" y="1912"/>
                  </a:lnTo>
                  <a:cubicBezTo>
                    <a:pt x="122" y="1884"/>
                    <a:pt x="94" y="1856"/>
                    <a:pt x="66" y="18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3"/>
            <p:cNvSpPr/>
            <p:nvPr/>
          </p:nvSpPr>
          <p:spPr>
            <a:xfrm>
              <a:off x="874500" y="2607825"/>
              <a:ext cx="159350" cy="393350"/>
            </a:xfrm>
            <a:custGeom>
              <a:avLst/>
              <a:gdLst/>
              <a:ahLst/>
              <a:cxnLst/>
              <a:rect l="l" t="t" r="r" b="b"/>
              <a:pathLst>
                <a:path w="6374" h="15734" extrusionOk="0">
                  <a:moveTo>
                    <a:pt x="6308" y="1"/>
                  </a:moveTo>
                  <a:cubicBezTo>
                    <a:pt x="6281" y="1"/>
                    <a:pt x="6253" y="29"/>
                    <a:pt x="6253" y="56"/>
                  </a:cubicBezTo>
                  <a:lnTo>
                    <a:pt x="6253" y="520"/>
                  </a:lnTo>
                  <a:cubicBezTo>
                    <a:pt x="6253" y="557"/>
                    <a:pt x="6281" y="585"/>
                    <a:pt x="6308" y="585"/>
                  </a:cubicBezTo>
                  <a:cubicBezTo>
                    <a:pt x="6346" y="585"/>
                    <a:pt x="6373" y="557"/>
                    <a:pt x="6373" y="520"/>
                  </a:cubicBezTo>
                  <a:lnTo>
                    <a:pt x="6373" y="56"/>
                  </a:lnTo>
                  <a:cubicBezTo>
                    <a:pt x="6373" y="29"/>
                    <a:pt x="6346" y="1"/>
                    <a:pt x="6308" y="1"/>
                  </a:cubicBezTo>
                  <a:close/>
                  <a:moveTo>
                    <a:pt x="1373" y="1086"/>
                  </a:moveTo>
                  <a:cubicBezTo>
                    <a:pt x="1336" y="1086"/>
                    <a:pt x="1318" y="1114"/>
                    <a:pt x="1318" y="1151"/>
                  </a:cubicBezTo>
                  <a:cubicBezTo>
                    <a:pt x="1318" y="1179"/>
                    <a:pt x="1336" y="1207"/>
                    <a:pt x="1373" y="1207"/>
                  </a:cubicBezTo>
                  <a:lnTo>
                    <a:pt x="1837" y="1207"/>
                  </a:lnTo>
                  <a:cubicBezTo>
                    <a:pt x="1865" y="1207"/>
                    <a:pt x="1893" y="1179"/>
                    <a:pt x="1893" y="1151"/>
                  </a:cubicBezTo>
                  <a:cubicBezTo>
                    <a:pt x="1893" y="1114"/>
                    <a:pt x="1865" y="1086"/>
                    <a:pt x="1837" y="1086"/>
                  </a:cubicBezTo>
                  <a:close/>
                  <a:moveTo>
                    <a:pt x="2301" y="1086"/>
                  </a:moveTo>
                  <a:cubicBezTo>
                    <a:pt x="2264" y="1086"/>
                    <a:pt x="2245" y="1114"/>
                    <a:pt x="2245" y="1151"/>
                  </a:cubicBezTo>
                  <a:cubicBezTo>
                    <a:pt x="2245" y="1179"/>
                    <a:pt x="2264" y="1207"/>
                    <a:pt x="2301" y="1207"/>
                  </a:cubicBezTo>
                  <a:lnTo>
                    <a:pt x="2765" y="1207"/>
                  </a:lnTo>
                  <a:cubicBezTo>
                    <a:pt x="2793" y="1207"/>
                    <a:pt x="2820" y="1179"/>
                    <a:pt x="2820" y="1151"/>
                  </a:cubicBezTo>
                  <a:cubicBezTo>
                    <a:pt x="2820" y="1114"/>
                    <a:pt x="2793" y="1086"/>
                    <a:pt x="2765" y="1086"/>
                  </a:cubicBezTo>
                  <a:close/>
                  <a:moveTo>
                    <a:pt x="3229" y="1086"/>
                  </a:moveTo>
                  <a:cubicBezTo>
                    <a:pt x="3191" y="1086"/>
                    <a:pt x="3173" y="1114"/>
                    <a:pt x="3173" y="1151"/>
                  </a:cubicBezTo>
                  <a:cubicBezTo>
                    <a:pt x="3173" y="1179"/>
                    <a:pt x="3191" y="1207"/>
                    <a:pt x="3229" y="1207"/>
                  </a:cubicBezTo>
                  <a:lnTo>
                    <a:pt x="3692" y="1207"/>
                  </a:lnTo>
                  <a:cubicBezTo>
                    <a:pt x="3720" y="1207"/>
                    <a:pt x="3748" y="1179"/>
                    <a:pt x="3748" y="1151"/>
                  </a:cubicBezTo>
                  <a:cubicBezTo>
                    <a:pt x="3748" y="1114"/>
                    <a:pt x="3720" y="1086"/>
                    <a:pt x="3692" y="1086"/>
                  </a:cubicBezTo>
                  <a:close/>
                  <a:moveTo>
                    <a:pt x="4156" y="1086"/>
                  </a:moveTo>
                  <a:cubicBezTo>
                    <a:pt x="4119" y="1086"/>
                    <a:pt x="4091" y="1114"/>
                    <a:pt x="4091" y="1151"/>
                  </a:cubicBezTo>
                  <a:cubicBezTo>
                    <a:pt x="4091" y="1179"/>
                    <a:pt x="4119" y="1207"/>
                    <a:pt x="4156" y="1207"/>
                  </a:cubicBezTo>
                  <a:lnTo>
                    <a:pt x="4620" y="1207"/>
                  </a:lnTo>
                  <a:cubicBezTo>
                    <a:pt x="4648" y="1207"/>
                    <a:pt x="4676" y="1179"/>
                    <a:pt x="4676" y="1151"/>
                  </a:cubicBezTo>
                  <a:cubicBezTo>
                    <a:pt x="4676" y="1114"/>
                    <a:pt x="4648" y="1086"/>
                    <a:pt x="4620" y="1086"/>
                  </a:cubicBezTo>
                  <a:close/>
                  <a:moveTo>
                    <a:pt x="5084" y="1086"/>
                  </a:moveTo>
                  <a:cubicBezTo>
                    <a:pt x="5047" y="1086"/>
                    <a:pt x="5019" y="1114"/>
                    <a:pt x="5019" y="1151"/>
                  </a:cubicBezTo>
                  <a:cubicBezTo>
                    <a:pt x="5019" y="1179"/>
                    <a:pt x="5047" y="1207"/>
                    <a:pt x="5084" y="1207"/>
                  </a:cubicBezTo>
                  <a:lnTo>
                    <a:pt x="5548" y="1207"/>
                  </a:lnTo>
                  <a:cubicBezTo>
                    <a:pt x="5576" y="1207"/>
                    <a:pt x="5603" y="1179"/>
                    <a:pt x="5603" y="1151"/>
                  </a:cubicBezTo>
                  <a:cubicBezTo>
                    <a:pt x="5603" y="1114"/>
                    <a:pt x="5576" y="1086"/>
                    <a:pt x="5548" y="1086"/>
                  </a:cubicBezTo>
                  <a:close/>
                  <a:moveTo>
                    <a:pt x="6308" y="928"/>
                  </a:moveTo>
                  <a:cubicBezTo>
                    <a:pt x="6281" y="928"/>
                    <a:pt x="6253" y="956"/>
                    <a:pt x="6253" y="984"/>
                  </a:cubicBezTo>
                  <a:lnTo>
                    <a:pt x="6253" y="1086"/>
                  </a:lnTo>
                  <a:lnTo>
                    <a:pt x="6012" y="1086"/>
                  </a:lnTo>
                  <a:cubicBezTo>
                    <a:pt x="5974" y="1086"/>
                    <a:pt x="5947" y="1114"/>
                    <a:pt x="5947" y="1151"/>
                  </a:cubicBezTo>
                  <a:cubicBezTo>
                    <a:pt x="5947" y="1179"/>
                    <a:pt x="5974" y="1207"/>
                    <a:pt x="6012" y="1207"/>
                  </a:cubicBezTo>
                  <a:lnTo>
                    <a:pt x="6308" y="1207"/>
                  </a:lnTo>
                  <a:cubicBezTo>
                    <a:pt x="6346" y="1207"/>
                    <a:pt x="6373" y="1179"/>
                    <a:pt x="6373" y="1151"/>
                  </a:cubicBezTo>
                  <a:lnTo>
                    <a:pt x="6373" y="984"/>
                  </a:lnTo>
                  <a:cubicBezTo>
                    <a:pt x="6373" y="956"/>
                    <a:pt x="6346" y="928"/>
                    <a:pt x="6308" y="928"/>
                  </a:cubicBezTo>
                  <a:close/>
                  <a:moveTo>
                    <a:pt x="557" y="1095"/>
                  </a:moveTo>
                  <a:cubicBezTo>
                    <a:pt x="520" y="1095"/>
                    <a:pt x="473" y="1095"/>
                    <a:pt x="427" y="1105"/>
                  </a:cubicBezTo>
                  <a:cubicBezTo>
                    <a:pt x="399" y="1114"/>
                    <a:pt x="381" y="1142"/>
                    <a:pt x="390" y="1179"/>
                  </a:cubicBezTo>
                  <a:cubicBezTo>
                    <a:pt x="399" y="1207"/>
                    <a:pt x="418" y="1216"/>
                    <a:pt x="446" y="1216"/>
                  </a:cubicBezTo>
                  <a:lnTo>
                    <a:pt x="455" y="1216"/>
                  </a:lnTo>
                  <a:cubicBezTo>
                    <a:pt x="492" y="1216"/>
                    <a:pt x="529" y="1207"/>
                    <a:pt x="557" y="1207"/>
                  </a:cubicBezTo>
                  <a:lnTo>
                    <a:pt x="909" y="1207"/>
                  </a:lnTo>
                  <a:cubicBezTo>
                    <a:pt x="937" y="1207"/>
                    <a:pt x="965" y="1179"/>
                    <a:pt x="965" y="1151"/>
                  </a:cubicBezTo>
                  <a:cubicBezTo>
                    <a:pt x="965" y="1114"/>
                    <a:pt x="937" y="1095"/>
                    <a:pt x="909" y="1095"/>
                  </a:cubicBezTo>
                  <a:close/>
                  <a:moveTo>
                    <a:pt x="100" y="1389"/>
                  </a:moveTo>
                  <a:cubicBezTo>
                    <a:pt x="80" y="1389"/>
                    <a:pt x="61" y="1399"/>
                    <a:pt x="47" y="1420"/>
                  </a:cubicBezTo>
                  <a:cubicBezTo>
                    <a:pt x="19" y="1494"/>
                    <a:pt x="0" y="1578"/>
                    <a:pt x="0" y="1652"/>
                  </a:cubicBezTo>
                  <a:lnTo>
                    <a:pt x="0" y="1902"/>
                  </a:lnTo>
                  <a:cubicBezTo>
                    <a:pt x="0" y="1940"/>
                    <a:pt x="28" y="1967"/>
                    <a:pt x="56" y="1967"/>
                  </a:cubicBezTo>
                  <a:cubicBezTo>
                    <a:pt x="93" y="1967"/>
                    <a:pt x="112" y="1940"/>
                    <a:pt x="112" y="1902"/>
                  </a:cubicBezTo>
                  <a:lnTo>
                    <a:pt x="112" y="1652"/>
                  </a:lnTo>
                  <a:cubicBezTo>
                    <a:pt x="112" y="1587"/>
                    <a:pt x="130" y="1531"/>
                    <a:pt x="149" y="1476"/>
                  </a:cubicBezTo>
                  <a:cubicBezTo>
                    <a:pt x="167" y="1448"/>
                    <a:pt x="149" y="1411"/>
                    <a:pt x="121" y="1392"/>
                  </a:cubicBezTo>
                  <a:cubicBezTo>
                    <a:pt x="114" y="1390"/>
                    <a:pt x="107" y="1389"/>
                    <a:pt x="100" y="1389"/>
                  </a:cubicBezTo>
                  <a:close/>
                  <a:moveTo>
                    <a:pt x="56" y="2311"/>
                  </a:moveTo>
                  <a:cubicBezTo>
                    <a:pt x="28" y="2311"/>
                    <a:pt x="0" y="2338"/>
                    <a:pt x="0" y="2366"/>
                  </a:cubicBezTo>
                  <a:lnTo>
                    <a:pt x="0" y="2830"/>
                  </a:lnTo>
                  <a:cubicBezTo>
                    <a:pt x="0" y="2867"/>
                    <a:pt x="28" y="2895"/>
                    <a:pt x="56" y="2895"/>
                  </a:cubicBezTo>
                  <a:cubicBezTo>
                    <a:pt x="93" y="2895"/>
                    <a:pt x="112" y="2867"/>
                    <a:pt x="112" y="2830"/>
                  </a:cubicBezTo>
                  <a:lnTo>
                    <a:pt x="112" y="2366"/>
                  </a:lnTo>
                  <a:cubicBezTo>
                    <a:pt x="112" y="2338"/>
                    <a:pt x="93" y="2311"/>
                    <a:pt x="56" y="2311"/>
                  </a:cubicBezTo>
                  <a:close/>
                  <a:moveTo>
                    <a:pt x="56" y="3238"/>
                  </a:moveTo>
                  <a:cubicBezTo>
                    <a:pt x="28" y="3238"/>
                    <a:pt x="0" y="3266"/>
                    <a:pt x="0" y="3294"/>
                  </a:cubicBezTo>
                  <a:lnTo>
                    <a:pt x="0" y="3758"/>
                  </a:lnTo>
                  <a:cubicBezTo>
                    <a:pt x="0" y="3795"/>
                    <a:pt x="28" y="3823"/>
                    <a:pt x="56" y="3823"/>
                  </a:cubicBezTo>
                  <a:cubicBezTo>
                    <a:pt x="93" y="3823"/>
                    <a:pt x="112" y="3795"/>
                    <a:pt x="112" y="3758"/>
                  </a:cubicBezTo>
                  <a:lnTo>
                    <a:pt x="112" y="3294"/>
                  </a:lnTo>
                  <a:cubicBezTo>
                    <a:pt x="112" y="3266"/>
                    <a:pt x="93" y="3238"/>
                    <a:pt x="56" y="3238"/>
                  </a:cubicBezTo>
                  <a:close/>
                  <a:moveTo>
                    <a:pt x="56" y="4166"/>
                  </a:moveTo>
                  <a:cubicBezTo>
                    <a:pt x="28" y="4166"/>
                    <a:pt x="0" y="4194"/>
                    <a:pt x="0" y="4222"/>
                  </a:cubicBezTo>
                  <a:lnTo>
                    <a:pt x="0" y="4685"/>
                  </a:lnTo>
                  <a:cubicBezTo>
                    <a:pt x="0" y="4723"/>
                    <a:pt x="28" y="4750"/>
                    <a:pt x="56" y="4750"/>
                  </a:cubicBezTo>
                  <a:cubicBezTo>
                    <a:pt x="93" y="4750"/>
                    <a:pt x="112" y="4723"/>
                    <a:pt x="112" y="4685"/>
                  </a:cubicBezTo>
                  <a:lnTo>
                    <a:pt x="112" y="4222"/>
                  </a:lnTo>
                  <a:cubicBezTo>
                    <a:pt x="112" y="4194"/>
                    <a:pt x="93" y="4166"/>
                    <a:pt x="56" y="4166"/>
                  </a:cubicBezTo>
                  <a:close/>
                  <a:moveTo>
                    <a:pt x="56" y="5094"/>
                  </a:moveTo>
                  <a:cubicBezTo>
                    <a:pt x="28" y="5094"/>
                    <a:pt x="0" y="5121"/>
                    <a:pt x="0" y="5149"/>
                  </a:cubicBezTo>
                  <a:lnTo>
                    <a:pt x="0" y="5613"/>
                  </a:lnTo>
                  <a:cubicBezTo>
                    <a:pt x="0" y="5650"/>
                    <a:pt x="28" y="5678"/>
                    <a:pt x="56" y="5678"/>
                  </a:cubicBezTo>
                  <a:cubicBezTo>
                    <a:pt x="93" y="5678"/>
                    <a:pt x="112" y="5650"/>
                    <a:pt x="112" y="5613"/>
                  </a:cubicBezTo>
                  <a:lnTo>
                    <a:pt x="112" y="5149"/>
                  </a:lnTo>
                  <a:cubicBezTo>
                    <a:pt x="112" y="5121"/>
                    <a:pt x="93" y="5094"/>
                    <a:pt x="56" y="5094"/>
                  </a:cubicBezTo>
                  <a:close/>
                  <a:moveTo>
                    <a:pt x="56" y="6021"/>
                  </a:moveTo>
                  <a:cubicBezTo>
                    <a:pt x="28" y="6021"/>
                    <a:pt x="0" y="6049"/>
                    <a:pt x="0" y="6077"/>
                  </a:cubicBezTo>
                  <a:lnTo>
                    <a:pt x="0" y="6541"/>
                  </a:lnTo>
                  <a:cubicBezTo>
                    <a:pt x="0" y="6578"/>
                    <a:pt x="28" y="6606"/>
                    <a:pt x="56" y="6606"/>
                  </a:cubicBezTo>
                  <a:cubicBezTo>
                    <a:pt x="93" y="6606"/>
                    <a:pt x="112" y="6578"/>
                    <a:pt x="112" y="6541"/>
                  </a:cubicBezTo>
                  <a:lnTo>
                    <a:pt x="112" y="6077"/>
                  </a:lnTo>
                  <a:cubicBezTo>
                    <a:pt x="112" y="6049"/>
                    <a:pt x="93" y="6021"/>
                    <a:pt x="56" y="6021"/>
                  </a:cubicBezTo>
                  <a:close/>
                  <a:moveTo>
                    <a:pt x="56" y="6949"/>
                  </a:moveTo>
                  <a:cubicBezTo>
                    <a:pt x="28" y="6949"/>
                    <a:pt x="0" y="6977"/>
                    <a:pt x="0" y="7005"/>
                  </a:cubicBezTo>
                  <a:lnTo>
                    <a:pt x="0" y="7468"/>
                  </a:lnTo>
                  <a:cubicBezTo>
                    <a:pt x="0" y="7506"/>
                    <a:pt x="28" y="7533"/>
                    <a:pt x="56" y="7533"/>
                  </a:cubicBezTo>
                  <a:cubicBezTo>
                    <a:pt x="93" y="7533"/>
                    <a:pt x="112" y="7506"/>
                    <a:pt x="112" y="7468"/>
                  </a:cubicBezTo>
                  <a:lnTo>
                    <a:pt x="112" y="7005"/>
                  </a:lnTo>
                  <a:cubicBezTo>
                    <a:pt x="112" y="6977"/>
                    <a:pt x="93" y="6949"/>
                    <a:pt x="56" y="6949"/>
                  </a:cubicBezTo>
                  <a:close/>
                  <a:moveTo>
                    <a:pt x="56" y="7877"/>
                  </a:moveTo>
                  <a:cubicBezTo>
                    <a:pt x="28" y="7877"/>
                    <a:pt x="0" y="7904"/>
                    <a:pt x="0" y="7932"/>
                  </a:cubicBezTo>
                  <a:lnTo>
                    <a:pt x="0" y="8396"/>
                  </a:lnTo>
                  <a:cubicBezTo>
                    <a:pt x="0" y="8433"/>
                    <a:pt x="28" y="8461"/>
                    <a:pt x="56" y="8461"/>
                  </a:cubicBezTo>
                  <a:cubicBezTo>
                    <a:pt x="93" y="8461"/>
                    <a:pt x="112" y="8433"/>
                    <a:pt x="112" y="8396"/>
                  </a:cubicBezTo>
                  <a:lnTo>
                    <a:pt x="112" y="7932"/>
                  </a:lnTo>
                  <a:cubicBezTo>
                    <a:pt x="112" y="7904"/>
                    <a:pt x="93" y="7877"/>
                    <a:pt x="56" y="7877"/>
                  </a:cubicBezTo>
                  <a:close/>
                  <a:moveTo>
                    <a:pt x="56" y="8804"/>
                  </a:moveTo>
                  <a:cubicBezTo>
                    <a:pt x="28" y="8804"/>
                    <a:pt x="0" y="8832"/>
                    <a:pt x="0" y="8860"/>
                  </a:cubicBezTo>
                  <a:lnTo>
                    <a:pt x="0" y="9324"/>
                  </a:lnTo>
                  <a:cubicBezTo>
                    <a:pt x="0" y="9361"/>
                    <a:pt x="28" y="9389"/>
                    <a:pt x="56" y="9389"/>
                  </a:cubicBezTo>
                  <a:cubicBezTo>
                    <a:pt x="93" y="9389"/>
                    <a:pt x="112" y="9361"/>
                    <a:pt x="112" y="9324"/>
                  </a:cubicBezTo>
                  <a:lnTo>
                    <a:pt x="112" y="8860"/>
                  </a:lnTo>
                  <a:cubicBezTo>
                    <a:pt x="112" y="8832"/>
                    <a:pt x="93" y="8804"/>
                    <a:pt x="56" y="8804"/>
                  </a:cubicBezTo>
                  <a:close/>
                  <a:moveTo>
                    <a:pt x="56" y="9732"/>
                  </a:moveTo>
                  <a:cubicBezTo>
                    <a:pt x="28" y="9732"/>
                    <a:pt x="0" y="9760"/>
                    <a:pt x="0" y="9788"/>
                  </a:cubicBezTo>
                  <a:lnTo>
                    <a:pt x="0" y="10251"/>
                  </a:lnTo>
                  <a:cubicBezTo>
                    <a:pt x="0" y="10288"/>
                    <a:pt x="28" y="10316"/>
                    <a:pt x="56" y="10316"/>
                  </a:cubicBezTo>
                  <a:cubicBezTo>
                    <a:pt x="93" y="10316"/>
                    <a:pt x="112" y="10288"/>
                    <a:pt x="112" y="10251"/>
                  </a:cubicBezTo>
                  <a:lnTo>
                    <a:pt x="112" y="9788"/>
                  </a:lnTo>
                  <a:cubicBezTo>
                    <a:pt x="112" y="9760"/>
                    <a:pt x="93" y="9732"/>
                    <a:pt x="56" y="9732"/>
                  </a:cubicBezTo>
                  <a:close/>
                  <a:moveTo>
                    <a:pt x="56" y="10660"/>
                  </a:moveTo>
                  <a:cubicBezTo>
                    <a:pt x="28" y="10660"/>
                    <a:pt x="0" y="10687"/>
                    <a:pt x="0" y="10715"/>
                  </a:cubicBezTo>
                  <a:lnTo>
                    <a:pt x="0" y="11179"/>
                  </a:lnTo>
                  <a:cubicBezTo>
                    <a:pt x="0" y="11216"/>
                    <a:pt x="28" y="11244"/>
                    <a:pt x="56" y="11244"/>
                  </a:cubicBezTo>
                  <a:cubicBezTo>
                    <a:pt x="93" y="11244"/>
                    <a:pt x="112" y="11216"/>
                    <a:pt x="112" y="11179"/>
                  </a:cubicBezTo>
                  <a:lnTo>
                    <a:pt x="112" y="10715"/>
                  </a:lnTo>
                  <a:cubicBezTo>
                    <a:pt x="112" y="10687"/>
                    <a:pt x="93" y="10660"/>
                    <a:pt x="56" y="10660"/>
                  </a:cubicBezTo>
                  <a:close/>
                  <a:moveTo>
                    <a:pt x="56" y="11587"/>
                  </a:moveTo>
                  <a:cubicBezTo>
                    <a:pt x="28" y="11587"/>
                    <a:pt x="0" y="11615"/>
                    <a:pt x="0" y="11643"/>
                  </a:cubicBezTo>
                  <a:lnTo>
                    <a:pt x="0" y="12107"/>
                  </a:lnTo>
                  <a:cubicBezTo>
                    <a:pt x="0" y="12144"/>
                    <a:pt x="28" y="12172"/>
                    <a:pt x="56" y="12172"/>
                  </a:cubicBezTo>
                  <a:cubicBezTo>
                    <a:pt x="93" y="12172"/>
                    <a:pt x="112" y="12144"/>
                    <a:pt x="112" y="12107"/>
                  </a:cubicBezTo>
                  <a:lnTo>
                    <a:pt x="112" y="11643"/>
                  </a:lnTo>
                  <a:cubicBezTo>
                    <a:pt x="112" y="11615"/>
                    <a:pt x="93" y="11587"/>
                    <a:pt x="56" y="11587"/>
                  </a:cubicBezTo>
                  <a:close/>
                  <a:moveTo>
                    <a:pt x="56" y="12515"/>
                  </a:moveTo>
                  <a:cubicBezTo>
                    <a:pt x="28" y="12515"/>
                    <a:pt x="0" y="12543"/>
                    <a:pt x="0" y="12571"/>
                  </a:cubicBezTo>
                  <a:lnTo>
                    <a:pt x="0" y="13034"/>
                  </a:lnTo>
                  <a:cubicBezTo>
                    <a:pt x="0" y="13071"/>
                    <a:pt x="28" y="13099"/>
                    <a:pt x="56" y="13099"/>
                  </a:cubicBezTo>
                  <a:cubicBezTo>
                    <a:pt x="93" y="13099"/>
                    <a:pt x="112" y="13071"/>
                    <a:pt x="112" y="13034"/>
                  </a:cubicBezTo>
                  <a:lnTo>
                    <a:pt x="112" y="12571"/>
                  </a:lnTo>
                  <a:cubicBezTo>
                    <a:pt x="112" y="12543"/>
                    <a:pt x="93" y="12515"/>
                    <a:pt x="56" y="12515"/>
                  </a:cubicBezTo>
                  <a:close/>
                  <a:moveTo>
                    <a:pt x="56" y="13443"/>
                  </a:moveTo>
                  <a:cubicBezTo>
                    <a:pt x="28" y="13443"/>
                    <a:pt x="0" y="13470"/>
                    <a:pt x="0" y="13498"/>
                  </a:cubicBezTo>
                  <a:lnTo>
                    <a:pt x="0" y="13962"/>
                  </a:lnTo>
                  <a:cubicBezTo>
                    <a:pt x="0" y="13999"/>
                    <a:pt x="28" y="14027"/>
                    <a:pt x="56" y="14027"/>
                  </a:cubicBezTo>
                  <a:cubicBezTo>
                    <a:pt x="93" y="14027"/>
                    <a:pt x="112" y="13999"/>
                    <a:pt x="112" y="13962"/>
                  </a:cubicBezTo>
                  <a:lnTo>
                    <a:pt x="112" y="13498"/>
                  </a:lnTo>
                  <a:cubicBezTo>
                    <a:pt x="112" y="13470"/>
                    <a:pt x="93" y="13443"/>
                    <a:pt x="56" y="13443"/>
                  </a:cubicBezTo>
                  <a:close/>
                  <a:moveTo>
                    <a:pt x="56" y="14370"/>
                  </a:moveTo>
                  <a:cubicBezTo>
                    <a:pt x="28" y="14370"/>
                    <a:pt x="0" y="14398"/>
                    <a:pt x="0" y="14426"/>
                  </a:cubicBezTo>
                  <a:lnTo>
                    <a:pt x="0" y="14890"/>
                  </a:lnTo>
                  <a:cubicBezTo>
                    <a:pt x="0" y="14927"/>
                    <a:pt x="28" y="14955"/>
                    <a:pt x="56" y="14955"/>
                  </a:cubicBezTo>
                  <a:cubicBezTo>
                    <a:pt x="93" y="14955"/>
                    <a:pt x="112" y="14927"/>
                    <a:pt x="112" y="14890"/>
                  </a:cubicBezTo>
                  <a:lnTo>
                    <a:pt x="112" y="14426"/>
                  </a:lnTo>
                  <a:cubicBezTo>
                    <a:pt x="112" y="14398"/>
                    <a:pt x="93" y="14370"/>
                    <a:pt x="56" y="14370"/>
                  </a:cubicBezTo>
                  <a:close/>
                  <a:moveTo>
                    <a:pt x="56" y="15298"/>
                  </a:moveTo>
                  <a:cubicBezTo>
                    <a:pt x="28" y="15298"/>
                    <a:pt x="0" y="15326"/>
                    <a:pt x="0" y="15354"/>
                  </a:cubicBezTo>
                  <a:lnTo>
                    <a:pt x="0" y="15678"/>
                  </a:lnTo>
                  <a:cubicBezTo>
                    <a:pt x="0" y="15706"/>
                    <a:pt x="28" y="15734"/>
                    <a:pt x="56" y="15734"/>
                  </a:cubicBezTo>
                  <a:cubicBezTo>
                    <a:pt x="93" y="15734"/>
                    <a:pt x="112" y="15706"/>
                    <a:pt x="112" y="15678"/>
                  </a:cubicBezTo>
                  <a:lnTo>
                    <a:pt x="112" y="15354"/>
                  </a:lnTo>
                  <a:cubicBezTo>
                    <a:pt x="112" y="15326"/>
                    <a:pt x="93" y="15298"/>
                    <a:pt x="56" y="152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3"/>
            <p:cNvSpPr/>
            <p:nvPr/>
          </p:nvSpPr>
          <p:spPr>
            <a:xfrm>
              <a:off x="699850" y="2962250"/>
              <a:ext cx="191375" cy="190375"/>
            </a:xfrm>
            <a:custGeom>
              <a:avLst/>
              <a:gdLst/>
              <a:ahLst/>
              <a:cxnLst/>
              <a:rect l="l" t="t" r="r" b="b"/>
              <a:pathLst>
                <a:path w="7655" h="7615" extrusionOk="0">
                  <a:moveTo>
                    <a:pt x="3823" y="2123"/>
                  </a:moveTo>
                  <a:cubicBezTo>
                    <a:pt x="4148" y="2123"/>
                    <a:pt x="4472" y="2216"/>
                    <a:pt x="4751" y="2401"/>
                  </a:cubicBezTo>
                  <a:cubicBezTo>
                    <a:pt x="5159" y="2670"/>
                    <a:pt x="5428" y="3106"/>
                    <a:pt x="5493" y="3598"/>
                  </a:cubicBezTo>
                  <a:cubicBezTo>
                    <a:pt x="5585" y="4414"/>
                    <a:pt x="5075" y="5184"/>
                    <a:pt x="4287" y="5407"/>
                  </a:cubicBezTo>
                  <a:cubicBezTo>
                    <a:pt x="4131" y="5452"/>
                    <a:pt x="3973" y="5475"/>
                    <a:pt x="3816" y="5475"/>
                  </a:cubicBezTo>
                  <a:cubicBezTo>
                    <a:pt x="3494" y="5475"/>
                    <a:pt x="3176" y="5380"/>
                    <a:pt x="2895" y="5193"/>
                  </a:cubicBezTo>
                  <a:cubicBezTo>
                    <a:pt x="2487" y="4924"/>
                    <a:pt x="2218" y="4488"/>
                    <a:pt x="2162" y="3997"/>
                  </a:cubicBezTo>
                  <a:cubicBezTo>
                    <a:pt x="2060" y="3190"/>
                    <a:pt x="2580" y="2410"/>
                    <a:pt x="3359" y="2188"/>
                  </a:cubicBezTo>
                  <a:cubicBezTo>
                    <a:pt x="3517" y="2151"/>
                    <a:pt x="3665" y="2123"/>
                    <a:pt x="3823" y="2123"/>
                  </a:cubicBezTo>
                  <a:close/>
                  <a:moveTo>
                    <a:pt x="3825" y="2005"/>
                  </a:moveTo>
                  <a:cubicBezTo>
                    <a:pt x="3657" y="2005"/>
                    <a:pt x="3487" y="2028"/>
                    <a:pt x="3322" y="2076"/>
                  </a:cubicBezTo>
                  <a:cubicBezTo>
                    <a:pt x="2487" y="2318"/>
                    <a:pt x="1940" y="3152"/>
                    <a:pt x="2042" y="4015"/>
                  </a:cubicBezTo>
                  <a:cubicBezTo>
                    <a:pt x="2107" y="4535"/>
                    <a:pt x="2394" y="4999"/>
                    <a:pt x="2830" y="5295"/>
                  </a:cubicBezTo>
                  <a:cubicBezTo>
                    <a:pt x="3127" y="5490"/>
                    <a:pt x="3470" y="5592"/>
                    <a:pt x="3823" y="5592"/>
                  </a:cubicBezTo>
                  <a:cubicBezTo>
                    <a:pt x="3990" y="5592"/>
                    <a:pt x="4157" y="5564"/>
                    <a:pt x="4324" y="5518"/>
                  </a:cubicBezTo>
                  <a:cubicBezTo>
                    <a:pt x="5159" y="5277"/>
                    <a:pt x="5706" y="4451"/>
                    <a:pt x="5604" y="3588"/>
                  </a:cubicBezTo>
                  <a:cubicBezTo>
                    <a:pt x="5539" y="3060"/>
                    <a:pt x="5252" y="2596"/>
                    <a:pt x="4816" y="2308"/>
                  </a:cubicBezTo>
                  <a:cubicBezTo>
                    <a:pt x="4521" y="2108"/>
                    <a:pt x="4175" y="2005"/>
                    <a:pt x="3825" y="2005"/>
                  </a:cubicBezTo>
                  <a:close/>
                  <a:moveTo>
                    <a:pt x="3206" y="117"/>
                  </a:moveTo>
                  <a:cubicBezTo>
                    <a:pt x="3246" y="117"/>
                    <a:pt x="3288" y="137"/>
                    <a:pt x="3303" y="184"/>
                  </a:cubicBezTo>
                  <a:lnTo>
                    <a:pt x="3498" y="805"/>
                  </a:lnTo>
                  <a:cubicBezTo>
                    <a:pt x="3526" y="898"/>
                    <a:pt x="3610" y="954"/>
                    <a:pt x="3702" y="954"/>
                  </a:cubicBezTo>
                  <a:cubicBezTo>
                    <a:pt x="3742" y="952"/>
                    <a:pt x="3783" y="952"/>
                    <a:pt x="3823" y="952"/>
                  </a:cubicBezTo>
                  <a:cubicBezTo>
                    <a:pt x="4024" y="952"/>
                    <a:pt x="4225" y="971"/>
                    <a:pt x="4426" y="1010"/>
                  </a:cubicBezTo>
                  <a:cubicBezTo>
                    <a:pt x="4444" y="1015"/>
                    <a:pt x="4462" y="1018"/>
                    <a:pt x="4480" y="1018"/>
                  </a:cubicBezTo>
                  <a:cubicBezTo>
                    <a:pt x="4553" y="1018"/>
                    <a:pt x="4619" y="975"/>
                    <a:pt x="4649" y="908"/>
                  </a:cubicBezTo>
                  <a:lnTo>
                    <a:pt x="4955" y="323"/>
                  </a:lnTo>
                  <a:cubicBezTo>
                    <a:pt x="4964" y="305"/>
                    <a:pt x="4982" y="286"/>
                    <a:pt x="5010" y="277"/>
                  </a:cubicBezTo>
                  <a:cubicBezTo>
                    <a:pt x="5016" y="274"/>
                    <a:pt x="5022" y="273"/>
                    <a:pt x="5029" y="273"/>
                  </a:cubicBezTo>
                  <a:cubicBezTo>
                    <a:pt x="5044" y="273"/>
                    <a:pt x="5062" y="279"/>
                    <a:pt x="5075" y="286"/>
                  </a:cubicBezTo>
                  <a:lnTo>
                    <a:pt x="5984" y="750"/>
                  </a:lnTo>
                  <a:cubicBezTo>
                    <a:pt x="6003" y="768"/>
                    <a:pt x="6021" y="787"/>
                    <a:pt x="6021" y="805"/>
                  </a:cubicBezTo>
                  <a:cubicBezTo>
                    <a:pt x="6031" y="833"/>
                    <a:pt x="6031" y="852"/>
                    <a:pt x="6021" y="880"/>
                  </a:cubicBezTo>
                  <a:lnTo>
                    <a:pt x="5715" y="1464"/>
                  </a:lnTo>
                  <a:cubicBezTo>
                    <a:pt x="5669" y="1548"/>
                    <a:pt x="5688" y="1650"/>
                    <a:pt x="5762" y="1705"/>
                  </a:cubicBezTo>
                  <a:cubicBezTo>
                    <a:pt x="5938" y="1872"/>
                    <a:pt x="6096" y="2058"/>
                    <a:pt x="6226" y="2262"/>
                  </a:cubicBezTo>
                  <a:cubicBezTo>
                    <a:pt x="6262" y="2319"/>
                    <a:pt x="6331" y="2355"/>
                    <a:pt x="6399" y="2355"/>
                  </a:cubicBezTo>
                  <a:cubicBezTo>
                    <a:pt x="6419" y="2355"/>
                    <a:pt x="6439" y="2352"/>
                    <a:pt x="6457" y="2345"/>
                  </a:cubicBezTo>
                  <a:lnTo>
                    <a:pt x="7088" y="2151"/>
                  </a:lnTo>
                  <a:cubicBezTo>
                    <a:pt x="7098" y="2147"/>
                    <a:pt x="7108" y="2145"/>
                    <a:pt x="7118" y="2145"/>
                  </a:cubicBezTo>
                  <a:cubicBezTo>
                    <a:pt x="7153" y="2145"/>
                    <a:pt x="7185" y="2170"/>
                    <a:pt x="7200" y="2206"/>
                  </a:cubicBezTo>
                  <a:lnTo>
                    <a:pt x="7506" y="3180"/>
                  </a:lnTo>
                  <a:cubicBezTo>
                    <a:pt x="7524" y="3227"/>
                    <a:pt x="7496" y="3282"/>
                    <a:pt x="7450" y="3292"/>
                  </a:cubicBezTo>
                  <a:lnTo>
                    <a:pt x="6819" y="3486"/>
                  </a:lnTo>
                  <a:cubicBezTo>
                    <a:pt x="6736" y="3514"/>
                    <a:pt x="6671" y="3598"/>
                    <a:pt x="6680" y="3691"/>
                  </a:cubicBezTo>
                  <a:cubicBezTo>
                    <a:pt x="6689" y="3941"/>
                    <a:pt x="6662" y="4182"/>
                    <a:pt x="6615" y="4414"/>
                  </a:cubicBezTo>
                  <a:cubicBezTo>
                    <a:pt x="6597" y="4507"/>
                    <a:pt x="6643" y="4600"/>
                    <a:pt x="6717" y="4646"/>
                  </a:cubicBezTo>
                  <a:lnTo>
                    <a:pt x="7302" y="4943"/>
                  </a:lnTo>
                  <a:cubicBezTo>
                    <a:pt x="7348" y="4971"/>
                    <a:pt x="7367" y="5026"/>
                    <a:pt x="7348" y="5073"/>
                  </a:cubicBezTo>
                  <a:lnTo>
                    <a:pt x="6875" y="5973"/>
                  </a:lnTo>
                  <a:cubicBezTo>
                    <a:pt x="6866" y="5991"/>
                    <a:pt x="6847" y="6010"/>
                    <a:pt x="6819" y="6019"/>
                  </a:cubicBezTo>
                  <a:cubicBezTo>
                    <a:pt x="6814" y="6022"/>
                    <a:pt x="6808" y="6023"/>
                    <a:pt x="6801" y="6023"/>
                  </a:cubicBezTo>
                  <a:cubicBezTo>
                    <a:pt x="6785" y="6023"/>
                    <a:pt x="6767" y="6016"/>
                    <a:pt x="6754" y="6010"/>
                  </a:cubicBezTo>
                  <a:lnTo>
                    <a:pt x="6170" y="5713"/>
                  </a:lnTo>
                  <a:cubicBezTo>
                    <a:pt x="6138" y="5695"/>
                    <a:pt x="6104" y="5687"/>
                    <a:pt x="6070" y="5687"/>
                  </a:cubicBezTo>
                  <a:cubicBezTo>
                    <a:pt x="6015" y="5687"/>
                    <a:pt x="5960" y="5710"/>
                    <a:pt x="5919" y="5750"/>
                  </a:cubicBezTo>
                  <a:cubicBezTo>
                    <a:pt x="5752" y="5926"/>
                    <a:pt x="5567" y="6084"/>
                    <a:pt x="5363" y="6214"/>
                  </a:cubicBezTo>
                  <a:cubicBezTo>
                    <a:pt x="5289" y="6269"/>
                    <a:pt x="5252" y="6362"/>
                    <a:pt x="5279" y="6455"/>
                  </a:cubicBezTo>
                  <a:lnTo>
                    <a:pt x="5483" y="7076"/>
                  </a:lnTo>
                  <a:cubicBezTo>
                    <a:pt x="5493" y="7123"/>
                    <a:pt x="5465" y="7179"/>
                    <a:pt x="5418" y="7197"/>
                  </a:cubicBezTo>
                  <a:lnTo>
                    <a:pt x="4454" y="7494"/>
                  </a:lnTo>
                  <a:cubicBezTo>
                    <a:pt x="4442" y="7498"/>
                    <a:pt x="4430" y="7500"/>
                    <a:pt x="4419" y="7500"/>
                  </a:cubicBezTo>
                  <a:cubicBezTo>
                    <a:pt x="4379" y="7500"/>
                    <a:pt x="4348" y="7475"/>
                    <a:pt x="4333" y="7438"/>
                  </a:cubicBezTo>
                  <a:lnTo>
                    <a:pt x="4138" y="6817"/>
                  </a:lnTo>
                  <a:cubicBezTo>
                    <a:pt x="4110" y="6724"/>
                    <a:pt x="4027" y="6668"/>
                    <a:pt x="3943" y="6668"/>
                  </a:cubicBezTo>
                  <a:lnTo>
                    <a:pt x="3934" y="6668"/>
                  </a:lnTo>
                  <a:cubicBezTo>
                    <a:pt x="3895" y="6670"/>
                    <a:pt x="3856" y="6671"/>
                    <a:pt x="3817" y="6671"/>
                  </a:cubicBezTo>
                  <a:cubicBezTo>
                    <a:pt x="3615" y="6671"/>
                    <a:pt x="3413" y="6650"/>
                    <a:pt x="3211" y="6603"/>
                  </a:cubicBezTo>
                  <a:cubicBezTo>
                    <a:pt x="3197" y="6601"/>
                    <a:pt x="3183" y="6599"/>
                    <a:pt x="3170" y="6599"/>
                  </a:cubicBezTo>
                  <a:cubicBezTo>
                    <a:pt x="3092" y="6599"/>
                    <a:pt x="3020" y="6644"/>
                    <a:pt x="2988" y="6715"/>
                  </a:cubicBezTo>
                  <a:lnTo>
                    <a:pt x="2682" y="7299"/>
                  </a:lnTo>
                  <a:cubicBezTo>
                    <a:pt x="2673" y="7318"/>
                    <a:pt x="2645" y="7336"/>
                    <a:pt x="2626" y="7336"/>
                  </a:cubicBezTo>
                  <a:cubicBezTo>
                    <a:pt x="2612" y="7341"/>
                    <a:pt x="2601" y="7343"/>
                    <a:pt x="2589" y="7343"/>
                  </a:cubicBezTo>
                  <a:cubicBezTo>
                    <a:pt x="2578" y="7343"/>
                    <a:pt x="2566" y="7341"/>
                    <a:pt x="2552" y="7336"/>
                  </a:cubicBezTo>
                  <a:lnTo>
                    <a:pt x="1652" y="6863"/>
                  </a:lnTo>
                  <a:cubicBezTo>
                    <a:pt x="1606" y="6845"/>
                    <a:pt x="1587" y="6789"/>
                    <a:pt x="1615" y="6743"/>
                  </a:cubicBezTo>
                  <a:lnTo>
                    <a:pt x="1921" y="6158"/>
                  </a:lnTo>
                  <a:cubicBezTo>
                    <a:pt x="1958" y="6075"/>
                    <a:pt x="1940" y="5973"/>
                    <a:pt x="1875" y="5908"/>
                  </a:cubicBezTo>
                  <a:cubicBezTo>
                    <a:pt x="1699" y="5750"/>
                    <a:pt x="1541" y="5555"/>
                    <a:pt x="1411" y="5360"/>
                  </a:cubicBezTo>
                  <a:cubicBezTo>
                    <a:pt x="1376" y="5298"/>
                    <a:pt x="1310" y="5266"/>
                    <a:pt x="1240" y="5266"/>
                  </a:cubicBezTo>
                  <a:cubicBezTo>
                    <a:pt x="1217" y="5266"/>
                    <a:pt x="1193" y="5270"/>
                    <a:pt x="1170" y="5277"/>
                  </a:cubicBezTo>
                  <a:lnTo>
                    <a:pt x="548" y="5472"/>
                  </a:lnTo>
                  <a:cubicBezTo>
                    <a:pt x="541" y="5473"/>
                    <a:pt x="533" y="5474"/>
                    <a:pt x="525" y="5474"/>
                  </a:cubicBezTo>
                  <a:cubicBezTo>
                    <a:pt x="485" y="5474"/>
                    <a:pt x="445" y="5453"/>
                    <a:pt x="437" y="5407"/>
                  </a:cubicBezTo>
                  <a:lnTo>
                    <a:pt x="131" y="4442"/>
                  </a:lnTo>
                  <a:cubicBezTo>
                    <a:pt x="121" y="4414"/>
                    <a:pt x="121" y="4396"/>
                    <a:pt x="131" y="4368"/>
                  </a:cubicBezTo>
                  <a:cubicBezTo>
                    <a:pt x="149" y="4349"/>
                    <a:pt x="168" y="4331"/>
                    <a:pt x="186" y="4321"/>
                  </a:cubicBezTo>
                  <a:lnTo>
                    <a:pt x="817" y="4127"/>
                  </a:lnTo>
                  <a:cubicBezTo>
                    <a:pt x="901" y="4099"/>
                    <a:pt x="966" y="4015"/>
                    <a:pt x="956" y="3922"/>
                  </a:cubicBezTo>
                  <a:cubicBezTo>
                    <a:pt x="947" y="3681"/>
                    <a:pt x="966" y="3440"/>
                    <a:pt x="1021" y="3199"/>
                  </a:cubicBezTo>
                  <a:cubicBezTo>
                    <a:pt x="1040" y="3115"/>
                    <a:pt x="994" y="3023"/>
                    <a:pt x="910" y="2976"/>
                  </a:cubicBezTo>
                  <a:lnTo>
                    <a:pt x="326" y="2670"/>
                  </a:lnTo>
                  <a:cubicBezTo>
                    <a:pt x="288" y="2652"/>
                    <a:pt x="270" y="2596"/>
                    <a:pt x="288" y="2549"/>
                  </a:cubicBezTo>
                  <a:lnTo>
                    <a:pt x="762" y="1650"/>
                  </a:lnTo>
                  <a:cubicBezTo>
                    <a:pt x="775" y="1615"/>
                    <a:pt x="810" y="1596"/>
                    <a:pt x="845" y="1596"/>
                  </a:cubicBezTo>
                  <a:cubicBezTo>
                    <a:pt x="858" y="1596"/>
                    <a:pt x="870" y="1598"/>
                    <a:pt x="882" y="1603"/>
                  </a:cubicBezTo>
                  <a:lnTo>
                    <a:pt x="1467" y="1909"/>
                  </a:lnTo>
                  <a:cubicBezTo>
                    <a:pt x="1498" y="1927"/>
                    <a:pt x="1532" y="1935"/>
                    <a:pt x="1566" y="1935"/>
                  </a:cubicBezTo>
                  <a:cubicBezTo>
                    <a:pt x="1622" y="1935"/>
                    <a:pt x="1677" y="1913"/>
                    <a:pt x="1717" y="1872"/>
                  </a:cubicBezTo>
                  <a:cubicBezTo>
                    <a:pt x="1875" y="1696"/>
                    <a:pt x="2070" y="1538"/>
                    <a:pt x="2264" y="1399"/>
                  </a:cubicBezTo>
                  <a:cubicBezTo>
                    <a:pt x="2348" y="1353"/>
                    <a:pt x="2385" y="1260"/>
                    <a:pt x="2348" y="1167"/>
                  </a:cubicBezTo>
                  <a:lnTo>
                    <a:pt x="2153" y="546"/>
                  </a:lnTo>
                  <a:cubicBezTo>
                    <a:pt x="2144" y="518"/>
                    <a:pt x="2153" y="490"/>
                    <a:pt x="2162" y="472"/>
                  </a:cubicBezTo>
                  <a:cubicBezTo>
                    <a:pt x="2172" y="453"/>
                    <a:pt x="2190" y="434"/>
                    <a:pt x="2218" y="425"/>
                  </a:cubicBezTo>
                  <a:lnTo>
                    <a:pt x="3183" y="119"/>
                  </a:lnTo>
                  <a:cubicBezTo>
                    <a:pt x="3190" y="117"/>
                    <a:pt x="3198" y="117"/>
                    <a:pt x="3206" y="117"/>
                  </a:cubicBezTo>
                  <a:close/>
                  <a:moveTo>
                    <a:pt x="3203" y="1"/>
                  </a:moveTo>
                  <a:cubicBezTo>
                    <a:pt x="3184" y="1"/>
                    <a:pt x="3165" y="3"/>
                    <a:pt x="3146" y="8"/>
                  </a:cubicBezTo>
                  <a:lnTo>
                    <a:pt x="2181" y="314"/>
                  </a:lnTo>
                  <a:cubicBezTo>
                    <a:pt x="2070" y="351"/>
                    <a:pt x="2005" y="472"/>
                    <a:pt x="2042" y="574"/>
                  </a:cubicBezTo>
                  <a:lnTo>
                    <a:pt x="2237" y="1204"/>
                  </a:lnTo>
                  <a:cubicBezTo>
                    <a:pt x="2255" y="1241"/>
                    <a:pt x="2237" y="1288"/>
                    <a:pt x="2209" y="1306"/>
                  </a:cubicBezTo>
                  <a:cubicBezTo>
                    <a:pt x="1995" y="1446"/>
                    <a:pt x="1801" y="1603"/>
                    <a:pt x="1624" y="1789"/>
                  </a:cubicBezTo>
                  <a:cubicBezTo>
                    <a:pt x="1612" y="1807"/>
                    <a:pt x="1589" y="1817"/>
                    <a:pt x="1564" y="1817"/>
                  </a:cubicBezTo>
                  <a:cubicBezTo>
                    <a:pt x="1550" y="1817"/>
                    <a:pt x="1535" y="1814"/>
                    <a:pt x="1522" y="1807"/>
                  </a:cubicBezTo>
                  <a:lnTo>
                    <a:pt x="938" y="1511"/>
                  </a:lnTo>
                  <a:cubicBezTo>
                    <a:pt x="906" y="1493"/>
                    <a:pt x="871" y="1485"/>
                    <a:pt x="837" y="1485"/>
                  </a:cubicBezTo>
                  <a:cubicBezTo>
                    <a:pt x="762" y="1485"/>
                    <a:pt x="691" y="1524"/>
                    <a:pt x="660" y="1594"/>
                  </a:cubicBezTo>
                  <a:lnTo>
                    <a:pt x="186" y="2494"/>
                  </a:lnTo>
                  <a:cubicBezTo>
                    <a:pt x="140" y="2596"/>
                    <a:pt x="177" y="2726"/>
                    <a:pt x="279" y="2781"/>
                  </a:cubicBezTo>
                  <a:lnTo>
                    <a:pt x="864" y="3078"/>
                  </a:lnTo>
                  <a:cubicBezTo>
                    <a:pt x="891" y="3097"/>
                    <a:pt x="919" y="3143"/>
                    <a:pt x="910" y="3180"/>
                  </a:cubicBezTo>
                  <a:cubicBezTo>
                    <a:pt x="854" y="3421"/>
                    <a:pt x="836" y="3681"/>
                    <a:pt x="845" y="3932"/>
                  </a:cubicBezTo>
                  <a:cubicBezTo>
                    <a:pt x="845" y="3969"/>
                    <a:pt x="817" y="4006"/>
                    <a:pt x="780" y="4015"/>
                  </a:cubicBezTo>
                  <a:lnTo>
                    <a:pt x="149" y="4219"/>
                  </a:lnTo>
                  <a:cubicBezTo>
                    <a:pt x="103" y="4229"/>
                    <a:pt x="57" y="4266"/>
                    <a:pt x="29" y="4321"/>
                  </a:cubicBezTo>
                  <a:cubicBezTo>
                    <a:pt x="1" y="4368"/>
                    <a:pt x="1" y="4423"/>
                    <a:pt x="19" y="4479"/>
                  </a:cubicBezTo>
                  <a:lnTo>
                    <a:pt x="326" y="5444"/>
                  </a:lnTo>
                  <a:cubicBezTo>
                    <a:pt x="348" y="5534"/>
                    <a:pt x="431" y="5593"/>
                    <a:pt x="521" y="5593"/>
                  </a:cubicBezTo>
                  <a:cubicBezTo>
                    <a:pt x="542" y="5593"/>
                    <a:pt x="564" y="5590"/>
                    <a:pt x="585" y="5583"/>
                  </a:cubicBezTo>
                  <a:lnTo>
                    <a:pt x="1207" y="5388"/>
                  </a:lnTo>
                  <a:cubicBezTo>
                    <a:pt x="1220" y="5383"/>
                    <a:pt x="1232" y="5381"/>
                    <a:pt x="1244" y="5381"/>
                  </a:cubicBezTo>
                  <a:cubicBezTo>
                    <a:pt x="1273" y="5381"/>
                    <a:pt x="1298" y="5396"/>
                    <a:pt x="1318" y="5416"/>
                  </a:cubicBezTo>
                  <a:cubicBezTo>
                    <a:pt x="1448" y="5629"/>
                    <a:pt x="1615" y="5824"/>
                    <a:pt x="1801" y="6000"/>
                  </a:cubicBezTo>
                  <a:cubicBezTo>
                    <a:pt x="1828" y="6028"/>
                    <a:pt x="1838" y="6065"/>
                    <a:pt x="1819" y="6102"/>
                  </a:cubicBezTo>
                  <a:lnTo>
                    <a:pt x="1513" y="6687"/>
                  </a:lnTo>
                  <a:cubicBezTo>
                    <a:pt x="1457" y="6789"/>
                    <a:pt x="1504" y="6919"/>
                    <a:pt x="1606" y="6965"/>
                  </a:cubicBezTo>
                  <a:lnTo>
                    <a:pt x="2506" y="7438"/>
                  </a:lnTo>
                  <a:cubicBezTo>
                    <a:pt x="2531" y="7454"/>
                    <a:pt x="2559" y="7460"/>
                    <a:pt x="2589" y="7460"/>
                  </a:cubicBezTo>
                  <a:cubicBezTo>
                    <a:pt x="2613" y="7460"/>
                    <a:pt x="2638" y="7456"/>
                    <a:pt x="2663" y="7448"/>
                  </a:cubicBezTo>
                  <a:cubicBezTo>
                    <a:pt x="2719" y="7438"/>
                    <a:pt x="2756" y="7401"/>
                    <a:pt x="2784" y="7346"/>
                  </a:cubicBezTo>
                  <a:lnTo>
                    <a:pt x="3090" y="6770"/>
                  </a:lnTo>
                  <a:cubicBezTo>
                    <a:pt x="3106" y="6738"/>
                    <a:pt x="3136" y="6713"/>
                    <a:pt x="3174" y="6713"/>
                  </a:cubicBezTo>
                  <a:cubicBezTo>
                    <a:pt x="3180" y="6713"/>
                    <a:pt x="3186" y="6713"/>
                    <a:pt x="3192" y="6715"/>
                  </a:cubicBezTo>
                  <a:cubicBezTo>
                    <a:pt x="3394" y="6761"/>
                    <a:pt x="3603" y="6782"/>
                    <a:pt x="3812" y="6782"/>
                  </a:cubicBezTo>
                  <a:cubicBezTo>
                    <a:pt x="3853" y="6782"/>
                    <a:pt x="3894" y="6781"/>
                    <a:pt x="3934" y="6780"/>
                  </a:cubicBezTo>
                  <a:cubicBezTo>
                    <a:pt x="3981" y="6780"/>
                    <a:pt x="4018" y="6807"/>
                    <a:pt x="4027" y="6845"/>
                  </a:cubicBezTo>
                  <a:lnTo>
                    <a:pt x="4222" y="7475"/>
                  </a:lnTo>
                  <a:cubicBezTo>
                    <a:pt x="4250" y="7559"/>
                    <a:pt x="4333" y="7615"/>
                    <a:pt x="4426" y="7615"/>
                  </a:cubicBezTo>
                  <a:lnTo>
                    <a:pt x="4482" y="7615"/>
                  </a:lnTo>
                  <a:lnTo>
                    <a:pt x="5456" y="7308"/>
                  </a:lnTo>
                  <a:cubicBezTo>
                    <a:pt x="5567" y="7271"/>
                    <a:pt x="5623" y="7151"/>
                    <a:pt x="5585" y="7039"/>
                  </a:cubicBezTo>
                  <a:lnTo>
                    <a:pt x="5391" y="6418"/>
                  </a:lnTo>
                  <a:cubicBezTo>
                    <a:pt x="5381" y="6381"/>
                    <a:pt x="5391" y="6334"/>
                    <a:pt x="5428" y="6316"/>
                  </a:cubicBezTo>
                  <a:cubicBezTo>
                    <a:pt x="5641" y="6177"/>
                    <a:pt x="5836" y="6010"/>
                    <a:pt x="6003" y="5824"/>
                  </a:cubicBezTo>
                  <a:cubicBezTo>
                    <a:pt x="6019" y="5808"/>
                    <a:pt x="6042" y="5798"/>
                    <a:pt x="6065" y="5798"/>
                  </a:cubicBezTo>
                  <a:cubicBezTo>
                    <a:pt x="6082" y="5798"/>
                    <a:pt x="6099" y="5803"/>
                    <a:pt x="6114" y="5815"/>
                  </a:cubicBezTo>
                  <a:lnTo>
                    <a:pt x="6699" y="6112"/>
                  </a:lnTo>
                  <a:cubicBezTo>
                    <a:pt x="6728" y="6129"/>
                    <a:pt x="6761" y="6136"/>
                    <a:pt x="6796" y="6136"/>
                  </a:cubicBezTo>
                  <a:cubicBezTo>
                    <a:pt x="6816" y="6136"/>
                    <a:pt x="6836" y="6134"/>
                    <a:pt x="6856" y="6130"/>
                  </a:cubicBezTo>
                  <a:cubicBezTo>
                    <a:pt x="6903" y="6112"/>
                    <a:pt x="6949" y="6075"/>
                    <a:pt x="6977" y="6028"/>
                  </a:cubicBezTo>
                  <a:lnTo>
                    <a:pt x="7441" y="5128"/>
                  </a:lnTo>
                  <a:cubicBezTo>
                    <a:pt x="7496" y="5026"/>
                    <a:pt x="7459" y="4896"/>
                    <a:pt x="7357" y="4841"/>
                  </a:cubicBezTo>
                  <a:lnTo>
                    <a:pt x="6773" y="4544"/>
                  </a:lnTo>
                  <a:cubicBezTo>
                    <a:pt x="6736" y="4525"/>
                    <a:pt x="6717" y="4479"/>
                    <a:pt x="6727" y="4442"/>
                  </a:cubicBezTo>
                  <a:cubicBezTo>
                    <a:pt x="6782" y="4191"/>
                    <a:pt x="6801" y="3941"/>
                    <a:pt x="6791" y="3691"/>
                  </a:cubicBezTo>
                  <a:cubicBezTo>
                    <a:pt x="6791" y="3653"/>
                    <a:pt x="6819" y="3616"/>
                    <a:pt x="6856" y="3598"/>
                  </a:cubicBezTo>
                  <a:lnTo>
                    <a:pt x="7478" y="3403"/>
                  </a:lnTo>
                  <a:cubicBezTo>
                    <a:pt x="7589" y="3366"/>
                    <a:pt x="7654" y="3255"/>
                    <a:pt x="7617" y="3143"/>
                  </a:cubicBezTo>
                  <a:lnTo>
                    <a:pt x="7311" y="2178"/>
                  </a:lnTo>
                  <a:cubicBezTo>
                    <a:pt x="7281" y="2088"/>
                    <a:pt x="7202" y="2029"/>
                    <a:pt x="7115" y="2029"/>
                  </a:cubicBezTo>
                  <a:cubicBezTo>
                    <a:pt x="7094" y="2029"/>
                    <a:pt x="7073" y="2032"/>
                    <a:pt x="7051" y="2039"/>
                  </a:cubicBezTo>
                  <a:lnTo>
                    <a:pt x="6420" y="2234"/>
                  </a:lnTo>
                  <a:cubicBezTo>
                    <a:pt x="6410" y="2239"/>
                    <a:pt x="6400" y="2241"/>
                    <a:pt x="6389" y="2241"/>
                  </a:cubicBezTo>
                  <a:cubicBezTo>
                    <a:pt x="6360" y="2241"/>
                    <a:pt x="6332" y="2224"/>
                    <a:pt x="6318" y="2197"/>
                  </a:cubicBezTo>
                  <a:cubicBezTo>
                    <a:pt x="6179" y="1984"/>
                    <a:pt x="6021" y="1798"/>
                    <a:pt x="5836" y="1622"/>
                  </a:cubicBezTo>
                  <a:cubicBezTo>
                    <a:pt x="5808" y="1594"/>
                    <a:pt x="5799" y="1548"/>
                    <a:pt x="5817" y="1511"/>
                  </a:cubicBezTo>
                  <a:lnTo>
                    <a:pt x="6124" y="935"/>
                  </a:lnTo>
                  <a:cubicBezTo>
                    <a:pt x="6142" y="880"/>
                    <a:pt x="6151" y="824"/>
                    <a:pt x="6133" y="778"/>
                  </a:cubicBezTo>
                  <a:cubicBezTo>
                    <a:pt x="6114" y="722"/>
                    <a:pt x="6077" y="676"/>
                    <a:pt x="6031" y="648"/>
                  </a:cubicBezTo>
                  <a:lnTo>
                    <a:pt x="5131" y="184"/>
                  </a:lnTo>
                  <a:cubicBezTo>
                    <a:pt x="5096" y="166"/>
                    <a:pt x="5060" y="160"/>
                    <a:pt x="5027" y="160"/>
                  </a:cubicBezTo>
                  <a:cubicBezTo>
                    <a:pt x="5008" y="160"/>
                    <a:pt x="4990" y="162"/>
                    <a:pt x="4973" y="165"/>
                  </a:cubicBezTo>
                  <a:cubicBezTo>
                    <a:pt x="4918" y="184"/>
                    <a:pt x="4871" y="221"/>
                    <a:pt x="4853" y="267"/>
                  </a:cubicBezTo>
                  <a:lnTo>
                    <a:pt x="4546" y="852"/>
                  </a:lnTo>
                  <a:cubicBezTo>
                    <a:pt x="4531" y="883"/>
                    <a:pt x="4497" y="901"/>
                    <a:pt x="4464" y="901"/>
                  </a:cubicBezTo>
                  <a:cubicBezTo>
                    <a:pt x="4457" y="901"/>
                    <a:pt x="4451" y="900"/>
                    <a:pt x="4444" y="898"/>
                  </a:cubicBezTo>
                  <a:cubicBezTo>
                    <a:pt x="4234" y="858"/>
                    <a:pt x="4010" y="832"/>
                    <a:pt x="3790" y="832"/>
                  </a:cubicBezTo>
                  <a:cubicBezTo>
                    <a:pt x="3758" y="832"/>
                    <a:pt x="3725" y="832"/>
                    <a:pt x="3693" y="833"/>
                  </a:cubicBezTo>
                  <a:cubicBezTo>
                    <a:pt x="3689" y="834"/>
                    <a:pt x="3685" y="835"/>
                    <a:pt x="3681" y="835"/>
                  </a:cubicBezTo>
                  <a:cubicBezTo>
                    <a:pt x="3648" y="835"/>
                    <a:pt x="3618" y="802"/>
                    <a:pt x="3610" y="768"/>
                  </a:cubicBezTo>
                  <a:lnTo>
                    <a:pt x="3405" y="147"/>
                  </a:lnTo>
                  <a:cubicBezTo>
                    <a:pt x="3382" y="55"/>
                    <a:pt x="3296" y="1"/>
                    <a:pt x="32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3"/>
            <p:cNvSpPr/>
            <p:nvPr/>
          </p:nvSpPr>
          <p:spPr>
            <a:xfrm>
              <a:off x="831825" y="2596225"/>
              <a:ext cx="95800" cy="95400"/>
            </a:xfrm>
            <a:custGeom>
              <a:avLst/>
              <a:gdLst/>
              <a:ahLst/>
              <a:cxnLst/>
              <a:rect l="l" t="t" r="r" b="b"/>
              <a:pathLst>
                <a:path w="3832" h="3816" extrusionOk="0">
                  <a:moveTo>
                    <a:pt x="1927" y="1036"/>
                  </a:moveTo>
                  <a:cubicBezTo>
                    <a:pt x="1977" y="1036"/>
                    <a:pt x="2028" y="1040"/>
                    <a:pt x="2078" y="1049"/>
                  </a:cubicBezTo>
                  <a:cubicBezTo>
                    <a:pt x="2607" y="1151"/>
                    <a:pt x="2922" y="1698"/>
                    <a:pt x="2737" y="2199"/>
                  </a:cubicBezTo>
                  <a:cubicBezTo>
                    <a:pt x="2615" y="2550"/>
                    <a:pt x="2278" y="2779"/>
                    <a:pt x="1914" y="2779"/>
                  </a:cubicBezTo>
                  <a:cubicBezTo>
                    <a:pt x="1864" y="2779"/>
                    <a:pt x="1814" y="2774"/>
                    <a:pt x="1763" y="2765"/>
                  </a:cubicBezTo>
                  <a:cubicBezTo>
                    <a:pt x="1234" y="2663"/>
                    <a:pt x="919" y="2116"/>
                    <a:pt x="1104" y="1615"/>
                  </a:cubicBezTo>
                  <a:cubicBezTo>
                    <a:pt x="1227" y="1265"/>
                    <a:pt x="1564" y="1036"/>
                    <a:pt x="1927" y="1036"/>
                  </a:cubicBezTo>
                  <a:close/>
                  <a:moveTo>
                    <a:pt x="1967" y="1"/>
                  </a:moveTo>
                  <a:cubicBezTo>
                    <a:pt x="1921" y="1"/>
                    <a:pt x="1884" y="29"/>
                    <a:pt x="1874" y="66"/>
                  </a:cubicBezTo>
                  <a:lnTo>
                    <a:pt x="1828" y="390"/>
                  </a:lnTo>
                  <a:cubicBezTo>
                    <a:pt x="1819" y="428"/>
                    <a:pt x="1791" y="446"/>
                    <a:pt x="1763" y="455"/>
                  </a:cubicBezTo>
                  <a:cubicBezTo>
                    <a:pt x="1633" y="465"/>
                    <a:pt x="1512" y="493"/>
                    <a:pt x="1401" y="539"/>
                  </a:cubicBezTo>
                  <a:cubicBezTo>
                    <a:pt x="1392" y="541"/>
                    <a:pt x="1383" y="542"/>
                    <a:pt x="1374" y="542"/>
                  </a:cubicBezTo>
                  <a:cubicBezTo>
                    <a:pt x="1347" y="542"/>
                    <a:pt x="1322" y="532"/>
                    <a:pt x="1308" y="511"/>
                  </a:cubicBezTo>
                  <a:lnTo>
                    <a:pt x="1123" y="242"/>
                  </a:lnTo>
                  <a:cubicBezTo>
                    <a:pt x="1107" y="226"/>
                    <a:pt x="1084" y="216"/>
                    <a:pt x="1061" y="216"/>
                  </a:cubicBezTo>
                  <a:cubicBezTo>
                    <a:pt x="1044" y="216"/>
                    <a:pt x="1027" y="221"/>
                    <a:pt x="1011" y="233"/>
                  </a:cubicBezTo>
                  <a:lnTo>
                    <a:pt x="603" y="530"/>
                  </a:lnTo>
                  <a:cubicBezTo>
                    <a:pt x="566" y="548"/>
                    <a:pt x="557" y="604"/>
                    <a:pt x="585" y="632"/>
                  </a:cubicBezTo>
                  <a:lnTo>
                    <a:pt x="780" y="901"/>
                  </a:lnTo>
                  <a:cubicBezTo>
                    <a:pt x="798" y="929"/>
                    <a:pt x="798" y="966"/>
                    <a:pt x="770" y="993"/>
                  </a:cubicBezTo>
                  <a:cubicBezTo>
                    <a:pt x="696" y="1086"/>
                    <a:pt x="631" y="1188"/>
                    <a:pt x="575" y="1309"/>
                  </a:cubicBezTo>
                  <a:cubicBezTo>
                    <a:pt x="568" y="1332"/>
                    <a:pt x="541" y="1348"/>
                    <a:pt x="517" y="1348"/>
                  </a:cubicBezTo>
                  <a:cubicBezTo>
                    <a:pt x="511" y="1348"/>
                    <a:pt x="506" y="1348"/>
                    <a:pt x="501" y="1346"/>
                  </a:cubicBezTo>
                  <a:lnTo>
                    <a:pt x="177" y="1300"/>
                  </a:lnTo>
                  <a:cubicBezTo>
                    <a:pt x="170" y="1298"/>
                    <a:pt x="165" y="1298"/>
                    <a:pt x="159" y="1298"/>
                  </a:cubicBezTo>
                  <a:cubicBezTo>
                    <a:pt x="121" y="1298"/>
                    <a:pt x="92" y="1323"/>
                    <a:pt x="84" y="1355"/>
                  </a:cubicBezTo>
                  <a:lnTo>
                    <a:pt x="10" y="1865"/>
                  </a:lnTo>
                  <a:cubicBezTo>
                    <a:pt x="0" y="1903"/>
                    <a:pt x="28" y="1940"/>
                    <a:pt x="75" y="1949"/>
                  </a:cubicBezTo>
                  <a:lnTo>
                    <a:pt x="399" y="2005"/>
                  </a:lnTo>
                  <a:cubicBezTo>
                    <a:pt x="427" y="2005"/>
                    <a:pt x="455" y="2032"/>
                    <a:pt x="455" y="2070"/>
                  </a:cubicBezTo>
                  <a:cubicBezTo>
                    <a:pt x="473" y="2190"/>
                    <a:pt x="501" y="2311"/>
                    <a:pt x="548" y="2431"/>
                  </a:cubicBezTo>
                  <a:cubicBezTo>
                    <a:pt x="557" y="2459"/>
                    <a:pt x="548" y="2496"/>
                    <a:pt x="520" y="2515"/>
                  </a:cubicBezTo>
                  <a:lnTo>
                    <a:pt x="251" y="2710"/>
                  </a:lnTo>
                  <a:cubicBezTo>
                    <a:pt x="214" y="2728"/>
                    <a:pt x="204" y="2775"/>
                    <a:pt x="232" y="2812"/>
                  </a:cubicBezTo>
                  <a:lnTo>
                    <a:pt x="529" y="3229"/>
                  </a:lnTo>
                  <a:cubicBezTo>
                    <a:pt x="545" y="3245"/>
                    <a:pt x="568" y="3255"/>
                    <a:pt x="591" y="3255"/>
                  </a:cubicBezTo>
                  <a:cubicBezTo>
                    <a:pt x="608" y="3255"/>
                    <a:pt x="625" y="3250"/>
                    <a:pt x="640" y="3238"/>
                  </a:cubicBezTo>
                  <a:lnTo>
                    <a:pt x="900" y="3053"/>
                  </a:lnTo>
                  <a:cubicBezTo>
                    <a:pt x="914" y="3044"/>
                    <a:pt x="930" y="3039"/>
                    <a:pt x="947" y="3039"/>
                  </a:cubicBezTo>
                  <a:cubicBezTo>
                    <a:pt x="963" y="3039"/>
                    <a:pt x="979" y="3044"/>
                    <a:pt x="993" y="3053"/>
                  </a:cubicBezTo>
                  <a:cubicBezTo>
                    <a:pt x="1086" y="3127"/>
                    <a:pt x="1197" y="3192"/>
                    <a:pt x="1308" y="3248"/>
                  </a:cubicBezTo>
                  <a:cubicBezTo>
                    <a:pt x="1336" y="3257"/>
                    <a:pt x="1355" y="3294"/>
                    <a:pt x="1355" y="3322"/>
                  </a:cubicBezTo>
                  <a:lnTo>
                    <a:pt x="1299" y="3647"/>
                  </a:lnTo>
                  <a:cubicBezTo>
                    <a:pt x="1290" y="3693"/>
                    <a:pt x="1327" y="3730"/>
                    <a:pt x="1364" y="3739"/>
                  </a:cubicBezTo>
                  <a:lnTo>
                    <a:pt x="1865" y="3814"/>
                  </a:lnTo>
                  <a:cubicBezTo>
                    <a:pt x="1871" y="3815"/>
                    <a:pt x="1877" y="3815"/>
                    <a:pt x="1883" y="3815"/>
                  </a:cubicBezTo>
                  <a:cubicBezTo>
                    <a:pt x="1921" y="3815"/>
                    <a:pt x="1950" y="3790"/>
                    <a:pt x="1958" y="3758"/>
                  </a:cubicBezTo>
                  <a:lnTo>
                    <a:pt x="2004" y="3433"/>
                  </a:lnTo>
                  <a:cubicBezTo>
                    <a:pt x="2013" y="3396"/>
                    <a:pt x="2041" y="3368"/>
                    <a:pt x="2069" y="3368"/>
                  </a:cubicBezTo>
                  <a:cubicBezTo>
                    <a:pt x="2199" y="3350"/>
                    <a:pt x="2320" y="3322"/>
                    <a:pt x="2431" y="3276"/>
                  </a:cubicBezTo>
                  <a:cubicBezTo>
                    <a:pt x="2440" y="3273"/>
                    <a:pt x="2449" y="3272"/>
                    <a:pt x="2457" y="3272"/>
                  </a:cubicBezTo>
                  <a:cubicBezTo>
                    <a:pt x="2482" y="3272"/>
                    <a:pt x="2503" y="3282"/>
                    <a:pt x="2524" y="3303"/>
                  </a:cubicBezTo>
                  <a:lnTo>
                    <a:pt x="2709" y="3572"/>
                  </a:lnTo>
                  <a:cubicBezTo>
                    <a:pt x="2726" y="3595"/>
                    <a:pt x="2750" y="3607"/>
                    <a:pt x="2774" y="3607"/>
                  </a:cubicBezTo>
                  <a:cubicBezTo>
                    <a:pt x="2790" y="3607"/>
                    <a:pt x="2806" y="3602"/>
                    <a:pt x="2820" y="3591"/>
                  </a:cubicBezTo>
                  <a:lnTo>
                    <a:pt x="3229" y="3294"/>
                  </a:lnTo>
                  <a:cubicBezTo>
                    <a:pt x="3266" y="3266"/>
                    <a:pt x="3275" y="3220"/>
                    <a:pt x="3247" y="3183"/>
                  </a:cubicBezTo>
                  <a:lnTo>
                    <a:pt x="3052" y="2923"/>
                  </a:lnTo>
                  <a:cubicBezTo>
                    <a:pt x="3034" y="2895"/>
                    <a:pt x="3034" y="2858"/>
                    <a:pt x="3052" y="2830"/>
                  </a:cubicBezTo>
                  <a:cubicBezTo>
                    <a:pt x="3136" y="2737"/>
                    <a:pt x="3201" y="2626"/>
                    <a:pt x="3247" y="2515"/>
                  </a:cubicBezTo>
                  <a:cubicBezTo>
                    <a:pt x="3266" y="2487"/>
                    <a:pt x="3294" y="2468"/>
                    <a:pt x="3331" y="2468"/>
                  </a:cubicBezTo>
                  <a:lnTo>
                    <a:pt x="3655" y="2524"/>
                  </a:lnTo>
                  <a:cubicBezTo>
                    <a:pt x="3661" y="2525"/>
                    <a:pt x="3667" y="2526"/>
                    <a:pt x="3673" y="2526"/>
                  </a:cubicBezTo>
                  <a:cubicBezTo>
                    <a:pt x="3711" y="2526"/>
                    <a:pt x="3739" y="2500"/>
                    <a:pt x="3739" y="2459"/>
                  </a:cubicBezTo>
                  <a:lnTo>
                    <a:pt x="3822" y="1958"/>
                  </a:lnTo>
                  <a:cubicBezTo>
                    <a:pt x="3832" y="1921"/>
                    <a:pt x="3804" y="1875"/>
                    <a:pt x="3757" y="1875"/>
                  </a:cubicBezTo>
                  <a:lnTo>
                    <a:pt x="3433" y="1819"/>
                  </a:lnTo>
                  <a:cubicBezTo>
                    <a:pt x="3405" y="1810"/>
                    <a:pt x="3377" y="1791"/>
                    <a:pt x="3377" y="1754"/>
                  </a:cubicBezTo>
                  <a:cubicBezTo>
                    <a:pt x="3359" y="1634"/>
                    <a:pt x="3331" y="1513"/>
                    <a:pt x="3284" y="1392"/>
                  </a:cubicBezTo>
                  <a:cubicBezTo>
                    <a:pt x="3275" y="1365"/>
                    <a:pt x="3284" y="1327"/>
                    <a:pt x="3312" y="1309"/>
                  </a:cubicBezTo>
                  <a:lnTo>
                    <a:pt x="3581" y="1114"/>
                  </a:lnTo>
                  <a:cubicBezTo>
                    <a:pt x="3609" y="1086"/>
                    <a:pt x="3618" y="1040"/>
                    <a:pt x="3600" y="1012"/>
                  </a:cubicBezTo>
                  <a:lnTo>
                    <a:pt x="3294" y="595"/>
                  </a:lnTo>
                  <a:cubicBezTo>
                    <a:pt x="3282" y="577"/>
                    <a:pt x="3258" y="566"/>
                    <a:pt x="3233" y="566"/>
                  </a:cubicBezTo>
                  <a:cubicBezTo>
                    <a:pt x="3219" y="566"/>
                    <a:pt x="3205" y="569"/>
                    <a:pt x="3192" y="576"/>
                  </a:cubicBezTo>
                  <a:lnTo>
                    <a:pt x="2922" y="771"/>
                  </a:lnTo>
                  <a:cubicBezTo>
                    <a:pt x="2913" y="780"/>
                    <a:pt x="2897" y="785"/>
                    <a:pt x="2881" y="785"/>
                  </a:cubicBezTo>
                  <a:cubicBezTo>
                    <a:pt x="2865" y="785"/>
                    <a:pt x="2848" y="780"/>
                    <a:pt x="2839" y="771"/>
                  </a:cubicBezTo>
                  <a:cubicBezTo>
                    <a:pt x="2737" y="697"/>
                    <a:pt x="2635" y="632"/>
                    <a:pt x="2524" y="576"/>
                  </a:cubicBezTo>
                  <a:cubicBezTo>
                    <a:pt x="2486" y="557"/>
                    <a:pt x="2468" y="530"/>
                    <a:pt x="2477" y="493"/>
                  </a:cubicBezTo>
                  <a:lnTo>
                    <a:pt x="2533" y="168"/>
                  </a:lnTo>
                  <a:cubicBezTo>
                    <a:pt x="2533" y="131"/>
                    <a:pt x="2505" y="94"/>
                    <a:pt x="2468" y="84"/>
                  </a:cubicBezTo>
                  <a:lnTo>
                    <a:pt x="19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3"/>
            <p:cNvSpPr/>
            <p:nvPr/>
          </p:nvSpPr>
          <p:spPr>
            <a:xfrm>
              <a:off x="830200" y="2594850"/>
              <a:ext cx="98825" cy="98350"/>
            </a:xfrm>
            <a:custGeom>
              <a:avLst/>
              <a:gdLst/>
              <a:ahLst/>
              <a:cxnLst/>
              <a:rect l="l" t="t" r="r" b="b"/>
              <a:pathLst>
                <a:path w="3953" h="3934" extrusionOk="0">
                  <a:moveTo>
                    <a:pt x="1986" y="1151"/>
                  </a:moveTo>
                  <a:cubicBezTo>
                    <a:pt x="2032" y="1151"/>
                    <a:pt x="2088" y="1160"/>
                    <a:pt x="2134" y="1160"/>
                  </a:cubicBezTo>
                  <a:cubicBezTo>
                    <a:pt x="2366" y="1206"/>
                    <a:pt x="2570" y="1355"/>
                    <a:pt x="2691" y="1559"/>
                  </a:cubicBezTo>
                  <a:cubicBezTo>
                    <a:pt x="2811" y="1763"/>
                    <a:pt x="2830" y="2013"/>
                    <a:pt x="2746" y="2236"/>
                  </a:cubicBezTo>
                  <a:cubicBezTo>
                    <a:pt x="2632" y="2564"/>
                    <a:pt x="2314" y="2776"/>
                    <a:pt x="1973" y="2776"/>
                  </a:cubicBezTo>
                  <a:cubicBezTo>
                    <a:pt x="1928" y="2776"/>
                    <a:pt x="1882" y="2772"/>
                    <a:pt x="1837" y="2765"/>
                  </a:cubicBezTo>
                  <a:cubicBezTo>
                    <a:pt x="1605" y="2718"/>
                    <a:pt x="1401" y="2570"/>
                    <a:pt x="1281" y="2366"/>
                  </a:cubicBezTo>
                  <a:cubicBezTo>
                    <a:pt x="1160" y="2162"/>
                    <a:pt x="1141" y="1911"/>
                    <a:pt x="1225" y="1689"/>
                  </a:cubicBezTo>
                  <a:cubicBezTo>
                    <a:pt x="1336" y="1364"/>
                    <a:pt x="1652" y="1151"/>
                    <a:pt x="1986" y="1151"/>
                  </a:cubicBezTo>
                  <a:close/>
                  <a:moveTo>
                    <a:pt x="1985" y="1033"/>
                  </a:moveTo>
                  <a:cubicBezTo>
                    <a:pt x="1600" y="1033"/>
                    <a:pt x="1243" y="1278"/>
                    <a:pt x="1114" y="1651"/>
                  </a:cubicBezTo>
                  <a:cubicBezTo>
                    <a:pt x="1021" y="1902"/>
                    <a:pt x="1049" y="2189"/>
                    <a:pt x="1179" y="2421"/>
                  </a:cubicBezTo>
                  <a:cubicBezTo>
                    <a:pt x="1318" y="2663"/>
                    <a:pt x="1550" y="2830"/>
                    <a:pt x="1819" y="2876"/>
                  </a:cubicBezTo>
                  <a:cubicBezTo>
                    <a:pt x="1874" y="2885"/>
                    <a:pt x="1930" y="2895"/>
                    <a:pt x="1986" y="2895"/>
                  </a:cubicBezTo>
                  <a:cubicBezTo>
                    <a:pt x="2366" y="2895"/>
                    <a:pt x="2728" y="2653"/>
                    <a:pt x="2858" y="2282"/>
                  </a:cubicBezTo>
                  <a:cubicBezTo>
                    <a:pt x="2950" y="2023"/>
                    <a:pt x="2923" y="1735"/>
                    <a:pt x="2793" y="1503"/>
                  </a:cubicBezTo>
                  <a:cubicBezTo>
                    <a:pt x="2654" y="1262"/>
                    <a:pt x="2422" y="1104"/>
                    <a:pt x="2153" y="1048"/>
                  </a:cubicBezTo>
                  <a:cubicBezTo>
                    <a:pt x="2097" y="1038"/>
                    <a:pt x="2041" y="1033"/>
                    <a:pt x="1985" y="1033"/>
                  </a:cubicBezTo>
                  <a:close/>
                  <a:moveTo>
                    <a:pt x="2013" y="112"/>
                  </a:moveTo>
                  <a:lnTo>
                    <a:pt x="2524" y="195"/>
                  </a:lnTo>
                  <a:cubicBezTo>
                    <a:pt x="2524" y="195"/>
                    <a:pt x="2533" y="204"/>
                    <a:pt x="2533" y="204"/>
                  </a:cubicBezTo>
                  <a:cubicBezTo>
                    <a:pt x="2533" y="204"/>
                    <a:pt x="2533" y="214"/>
                    <a:pt x="2533" y="214"/>
                  </a:cubicBezTo>
                  <a:lnTo>
                    <a:pt x="2487" y="538"/>
                  </a:lnTo>
                  <a:cubicBezTo>
                    <a:pt x="2477" y="603"/>
                    <a:pt x="2505" y="659"/>
                    <a:pt x="2561" y="687"/>
                  </a:cubicBezTo>
                  <a:cubicBezTo>
                    <a:pt x="2672" y="733"/>
                    <a:pt x="2774" y="798"/>
                    <a:pt x="2867" y="872"/>
                  </a:cubicBezTo>
                  <a:cubicBezTo>
                    <a:pt x="2890" y="891"/>
                    <a:pt x="2918" y="900"/>
                    <a:pt x="2946" y="900"/>
                  </a:cubicBezTo>
                  <a:cubicBezTo>
                    <a:pt x="2974" y="900"/>
                    <a:pt x="3001" y="891"/>
                    <a:pt x="3025" y="872"/>
                  </a:cubicBezTo>
                  <a:lnTo>
                    <a:pt x="3294" y="677"/>
                  </a:lnTo>
                  <a:cubicBezTo>
                    <a:pt x="3294" y="677"/>
                    <a:pt x="3312" y="677"/>
                    <a:pt x="3312" y="687"/>
                  </a:cubicBezTo>
                  <a:lnTo>
                    <a:pt x="3618" y="1095"/>
                  </a:lnTo>
                  <a:cubicBezTo>
                    <a:pt x="3618" y="1104"/>
                    <a:pt x="3618" y="1104"/>
                    <a:pt x="3618" y="1113"/>
                  </a:cubicBezTo>
                  <a:cubicBezTo>
                    <a:pt x="3618" y="1113"/>
                    <a:pt x="3618" y="1113"/>
                    <a:pt x="3609" y="1123"/>
                  </a:cubicBezTo>
                  <a:lnTo>
                    <a:pt x="3340" y="1317"/>
                  </a:lnTo>
                  <a:cubicBezTo>
                    <a:pt x="3294" y="1345"/>
                    <a:pt x="3275" y="1410"/>
                    <a:pt x="3294" y="1466"/>
                  </a:cubicBezTo>
                  <a:cubicBezTo>
                    <a:pt x="3340" y="1577"/>
                    <a:pt x="3368" y="1698"/>
                    <a:pt x="3377" y="1818"/>
                  </a:cubicBezTo>
                  <a:cubicBezTo>
                    <a:pt x="3386" y="1874"/>
                    <a:pt x="3433" y="1920"/>
                    <a:pt x="3488" y="1930"/>
                  </a:cubicBezTo>
                  <a:lnTo>
                    <a:pt x="3813" y="1985"/>
                  </a:lnTo>
                  <a:cubicBezTo>
                    <a:pt x="3822" y="1985"/>
                    <a:pt x="3832" y="1995"/>
                    <a:pt x="3832" y="2004"/>
                  </a:cubicBezTo>
                  <a:lnTo>
                    <a:pt x="3748" y="2505"/>
                  </a:lnTo>
                  <a:cubicBezTo>
                    <a:pt x="3748" y="2514"/>
                    <a:pt x="3739" y="2523"/>
                    <a:pt x="3730" y="2523"/>
                  </a:cubicBezTo>
                  <a:lnTo>
                    <a:pt x="3405" y="2468"/>
                  </a:lnTo>
                  <a:cubicBezTo>
                    <a:pt x="3398" y="2467"/>
                    <a:pt x="3391" y="2466"/>
                    <a:pt x="3383" y="2466"/>
                  </a:cubicBezTo>
                  <a:cubicBezTo>
                    <a:pt x="3334" y="2466"/>
                    <a:pt x="3282" y="2493"/>
                    <a:pt x="3266" y="2542"/>
                  </a:cubicBezTo>
                  <a:cubicBezTo>
                    <a:pt x="3210" y="2653"/>
                    <a:pt x="3154" y="2755"/>
                    <a:pt x="3080" y="2848"/>
                  </a:cubicBezTo>
                  <a:cubicBezTo>
                    <a:pt x="3043" y="2895"/>
                    <a:pt x="3034" y="2959"/>
                    <a:pt x="3071" y="3006"/>
                  </a:cubicBezTo>
                  <a:lnTo>
                    <a:pt x="3266" y="3275"/>
                  </a:lnTo>
                  <a:cubicBezTo>
                    <a:pt x="3275" y="3284"/>
                    <a:pt x="3266" y="3293"/>
                    <a:pt x="3266" y="3303"/>
                  </a:cubicBezTo>
                  <a:lnTo>
                    <a:pt x="2848" y="3600"/>
                  </a:lnTo>
                  <a:cubicBezTo>
                    <a:pt x="2845" y="3603"/>
                    <a:pt x="2842" y="3604"/>
                    <a:pt x="2839" y="3604"/>
                  </a:cubicBezTo>
                  <a:cubicBezTo>
                    <a:pt x="2833" y="3604"/>
                    <a:pt x="2827" y="3600"/>
                    <a:pt x="2821" y="3600"/>
                  </a:cubicBezTo>
                  <a:lnTo>
                    <a:pt x="2635" y="3331"/>
                  </a:lnTo>
                  <a:cubicBezTo>
                    <a:pt x="2607" y="3296"/>
                    <a:pt x="2565" y="3277"/>
                    <a:pt x="2522" y="3277"/>
                  </a:cubicBezTo>
                  <a:cubicBezTo>
                    <a:pt x="2507" y="3277"/>
                    <a:pt x="2492" y="3279"/>
                    <a:pt x="2477" y="3284"/>
                  </a:cubicBezTo>
                  <a:cubicBezTo>
                    <a:pt x="2366" y="3321"/>
                    <a:pt x="2245" y="3349"/>
                    <a:pt x="2134" y="3368"/>
                  </a:cubicBezTo>
                  <a:cubicBezTo>
                    <a:pt x="2069" y="3368"/>
                    <a:pt x="2023" y="3414"/>
                    <a:pt x="2013" y="3479"/>
                  </a:cubicBezTo>
                  <a:lnTo>
                    <a:pt x="1967" y="3804"/>
                  </a:lnTo>
                  <a:cubicBezTo>
                    <a:pt x="1958" y="3813"/>
                    <a:pt x="1949" y="3813"/>
                    <a:pt x="1939" y="3813"/>
                  </a:cubicBezTo>
                  <a:lnTo>
                    <a:pt x="1438" y="3739"/>
                  </a:lnTo>
                  <a:cubicBezTo>
                    <a:pt x="1429" y="3739"/>
                    <a:pt x="1420" y="3729"/>
                    <a:pt x="1429" y="3720"/>
                  </a:cubicBezTo>
                  <a:lnTo>
                    <a:pt x="1475" y="3395"/>
                  </a:lnTo>
                  <a:cubicBezTo>
                    <a:pt x="1485" y="3331"/>
                    <a:pt x="1457" y="3275"/>
                    <a:pt x="1401" y="3247"/>
                  </a:cubicBezTo>
                  <a:cubicBezTo>
                    <a:pt x="1290" y="3201"/>
                    <a:pt x="1188" y="3136"/>
                    <a:pt x="1095" y="3061"/>
                  </a:cubicBezTo>
                  <a:cubicBezTo>
                    <a:pt x="1076" y="3043"/>
                    <a:pt x="1049" y="3034"/>
                    <a:pt x="1012" y="3034"/>
                  </a:cubicBezTo>
                  <a:cubicBezTo>
                    <a:pt x="984" y="3034"/>
                    <a:pt x="956" y="3043"/>
                    <a:pt x="937" y="3061"/>
                  </a:cubicBezTo>
                  <a:lnTo>
                    <a:pt x="668" y="3247"/>
                  </a:lnTo>
                  <a:cubicBezTo>
                    <a:pt x="668" y="3256"/>
                    <a:pt x="659" y="3256"/>
                    <a:pt x="659" y="3256"/>
                  </a:cubicBezTo>
                  <a:cubicBezTo>
                    <a:pt x="659" y="3256"/>
                    <a:pt x="650" y="3256"/>
                    <a:pt x="650" y="3247"/>
                  </a:cubicBezTo>
                  <a:lnTo>
                    <a:pt x="344" y="2839"/>
                  </a:lnTo>
                  <a:cubicBezTo>
                    <a:pt x="344" y="2830"/>
                    <a:pt x="344" y="2830"/>
                    <a:pt x="344" y="2820"/>
                  </a:cubicBezTo>
                  <a:cubicBezTo>
                    <a:pt x="344" y="2820"/>
                    <a:pt x="344" y="2811"/>
                    <a:pt x="353" y="2811"/>
                  </a:cubicBezTo>
                  <a:lnTo>
                    <a:pt x="613" y="2616"/>
                  </a:lnTo>
                  <a:cubicBezTo>
                    <a:pt x="668" y="2579"/>
                    <a:pt x="687" y="2523"/>
                    <a:pt x="668" y="2468"/>
                  </a:cubicBezTo>
                  <a:cubicBezTo>
                    <a:pt x="622" y="2356"/>
                    <a:pt x="594" y="2236"/>
                    <a:pt x="585" y="2115"/>
                  </a:cubicBezTo>
                  <a:cubicBezTo>
                    <a:pt x="576" y="2060"/>
                    <a:pt x="529" y="2013"/>
                    <a:pt x="474" y="2004"/>
                  </a:cubicBezTo>
                  <a:lnTo>
                    <a:pt x="149" y="1948"/>
                  </a:lnTo>
                  <a:cubicBezTo>
                    <a:pt x="130" y="1948"/>
                    <a:pt x="130" y="1939"/>
                    <a:pt x="130" y="1930"/>
                  </a:cubicBezTo>
                  <a:lnTo>
                    <a:pt x="214" y="1429"/>
                  </a:lnTo>
                  <a:cubicBezTo>
                    <a:pt x="214" y="1420"/>
                    <a:pt x="223" y="1410"/>
                    <a:pt x="232" y="1410"/>
                  </a:cubicBezTo>
                  <a:lnTo>
                    <a:pt x="557" y="1466"/>
                  </a:lnTo>
                  <a:cubicBezTo>
                    <a:pt x="563" y="1467"/>
                    <a:pt x="569" y="1467"/>
                    <a:pt x="574" y="1467"/>
                  </a:cubicBezTo>
                  <a:cubicBezTo>
                    <a:pt x="624" y="1467"/>
                    <a:pt x="671" y="1433"/>
                    <a:pt x="696" y="1392"/>
                  </a:cubicBezTo>
                  <a:cubicBezTo>
                    <a:pt x="743" y="1280"/>
                    <a:pt x="807" y="1178"/>
                    <a:pt x="882" y="1086"/>
                  </a:cubicBezTo>
                  <a:cubicBezTo>
                    <a:pt x="919" y="1039"/>
                    <a:pt x="919" y="974"/>
                    <a:pt x="891" y="919"/>
                  </a:cubicBezTo>
                  <a:lnTo>
                    <a:pt x="696" y="659"/>
                  </a:lnTo>
                  <a:cubicBezTo>
                    <a:pt x="687" y="650"/>
                    <a:pt x="696" y="640"/>
                    <a:pt x="696" y="631"/>
                  </a:cubicBezTo>
                  <a:lnTo>
                    <a:pt x="1114" y="334"/>
                  </a:lnTo>
                  <a:cubicBezTo>
                    <a:pt x="1118" y="330"/>
                    <a:pt x="1123" y="327"/>
                    <a:pt x="1126" y="327"/>
                  </a:cubicBezTo>
                  <a:cubicBezTo>
                    <a:pt x="1130" y="327"/>
                    <a:pt x="1132" y="330"/>
                    <a:pt x="1132" y="334"/>
                  </a:cubicBezTo>
                  <a:lnTo>
                    <a:pt x="1327" y="603"/>
                  </a:lnTo>
                  <a:cubicBezTo>
                    <a:pt x="1354" y="638"/>
                    <a:pt x="1397" y="657"/>
                    <a:pt x="1440" y="657"/>
                  </a:cubicBezTo>
                  <a:cubicBezTo>
                    <a:pt x="1455" y="657"/>
                    <a:pt x="1470" y="654"/>
                    <a:pt x="1485" y="650"/>
                  </a:cubicBezTo>
                  <a:cubicBezTo>
                    <a:pt x="1596" y="603"/>
                    <a:pt x="1707" y="575"/>
                    <a:pt x="1828" y="566"/>
                  </a:cubicBezTo>
                  <a:cubicBezTo>
                    <a:pt x="1893" y="557"/>
                    <a:pt x="1939" y="510"/>
                    <a:pt x="1949" y="455"/>
                  </a:cubicBezTo>
                  <a:lnTo>
                    <a:pt x="1995" y="130"/>
                  </a:lnTo>
                  <a:cubicBezTo>
                    <a:pt x="1995" y="121"/>
                    <a:pt x="2013" y="112"/>
                    <a:pt x="2013" y="112"/>
                  </a:cubicBezTo>
                  <a:close/>
                  <a:moveTo>
                    <a:pt x="2032" y="0"/>
                  </a:moveTo>
                  <a:cubicBezTo>
                    <a:pt x="2004" y="0"/>
                    <a:pt x="1967" y="0"/>
                    <a:pt x="1939" y="28"/>
                  </a:cubicBezTo>
                  <a:cubicBezTo>
                    <a:pt x="1911" y="47"/>
                    <a:pt x="1893" y="74"/>
                    <a:pt x="1884" y="112"/>
                  </a:cubicBezTo>
                  <a:lnTo>
                    <a:pt x="1828" y="436"/>
                  </a:lnTo>
                  <a:cubicBezTo>
                    <a:pt x="1828" y="445"/>
                    <a:pt x="1828" y="455"/>
                    <a:pt x="1819" y="455"/>
                  </a:cubicBezTo>
                  <a:cubicBezTo>
                    <a:pt x="1689" y="464"/>
                    <a:pt x="1559" y="492"/>
                    <a:pt x="1438" y="538"/>
                  </a:cubicBezTo>
                  <a:cubicBezTo>
                    <a:pt x="1438" y="541"/>
                    <a:pt x="1437" y="542"/>
                    <a:pt x="1436" y="542"/>
                  </a:cubicBezTo>
                  <a:cubicBezTo>
                    <a:pt x="1432" y="542"/>
                    <a:pt x="1426" y="538"/>
                    <a:pt x="1420" y="538"/>
                  </a:cubicBezTo>
                  <a:lnTo>
                    <a:pt x="1234" y="269"/>
                  </a:lnTo>
                  <a:cubicBezTo>
                    <a:pt x="1207" y="231"/>
                    <a:pt x="1167" y="212"/>
                    <a:pt x="1126" y="212"/>
                  </a:cubicBezTo>
                  <a:cubicBezTo>
                    <a:pt x="1097" y="212"/>
                    <a:pt x="1066" y="222"/>
                    <a:pt x="1039" y="241"/>
                  </a:cubicBezTo>
                  <a:lnTo>
                    <a:pt x="631" y="538"/>
                  </a:lnTo>
                  <a:cubicBezTo>
                    <a:pt x="566" y="575"/>
                    <a:pt x="557" y="659"/>
                    <a:pt x="603" y="724"/>
                  </a:cubicBezTo>
                  <a:lnTo>
                    <a:pt x="789" y="993"/>
                  </a:lnTo>
                  <a:cubicBezTo>
                    <a:pt x="798" y="993"/>
                    <a:pt x="798" y="1002"/>
                    <a:pt x="789" y="1011"/>
                  </a:cubicBezTo>
                  <a:cubicBezTo>
                    <a:pt x="715" y="1113"/>
                    <a:pt x="640" y="1225"/>
                    <a:pt x="594" y="1336"/>
                  </a:cubicBezTo>
                  <a:cubicBezTo>
                    <a:pt x="585" y="1345"/>
                    <a:pt x="576" y="1345"/>
                    <a:pt x="576" y="1345"/>
                  </a:cubicBezTo>
                  <a:lnTo>
                    <a:pt x="251" y="1299"/>
                  </a:lnTo>
                  <a:cubicBezTo>
                    <a:pt x="241" y="1296"/>
                    <a:pt x="231" y="1295"/>
                    <a:pt x="221" y="1295"/>
                  </a:cubicBezTo>
                  <a:cubicBezTo>
                    <a:pt x="195" y="1295"/>
                    <a:pt x="169" y="1304"/>
                    <a:pt x="149" y="1317"/>
                  </a:cubicBezTo>
                  <a:cubicBezTo>
                    <a:pt x="121" y="1336"/>
                    <a:pt x="102" y="1373"/>
                    <a:pt x="93" y="1410"/>
                  </a:cubicBezTo>
                  <a:lnTo>
                    <a:pt x="19" y="1911"/>
                  </a:lnTo>
                  <a:cubicBezTo>
                    <a:pt x="0" y="1985"/>
                    <a:pt x="56" y="2050"/>
                    <a:pt x="130" y="2060"/>
                  </a:cubicBezTo>
                  <a:lnTo>
                    <a:pt x="455" y="2115"/>
                  </a:lnTo>
                  <a:cubicBezTo>
                    <a:pt x="455" y="2115"/>
                    <a:pt x="464" y="2125"/>
                    <a:pt x="464" y="2125"/>
                  </a:cubicBezTo>
                  <a:cubicBezTo>
                    <a:pt x="483" y="2254"/>
                    <a:pt x="511" y="2384"/>
                    <a:pt x="557" y="2505"/>
                  </a:cubicBezTo>
                  <a:cubicBezTo>
                    <a:pt x="557" y="2514"/>
                    <a:pt x="557" y="2514"/>
                    <a:pt x="548" y="2523"/>
                  </a:cubicBezTo>
                  <a:lnTo>
                    <a:pt x="279" y="2718"/>
                  </a:lnTo>
                  <a:cubicBezTo>
                    <a:pt x="251" y="2737"/>
                    <a:pt x="232" y="2765"/>
                    <a:pt x="223" y="2802"/>
                  </a:cubicBezTo>
                  <a:cubicBezTo>
                    <a:pt x="223" y="2839"/>
                    <a:pt x="232" y="2876"/>
                    <a:pt x="251" y="2904"/>
                  </a:cubicBezTo>
                  <a:lnTo>
                    <a:pt x="548" y="3312"/>
                  </a:lnTo>
                  <a:cubicBezTo>
                    <a:pt x="566" y="3349"/>
                    <a:pt x="603" y="3368"/>
                    <a:pt x="640" y="3368"/>
                  </a:cubicBezTo>
                  <a:cubicBezTo>
                    <a:pt x="648" y="3370"/>
                    <a:pt x="656" y="3371"/>
                    <a:pt x="665" y="3371"/>
                  </a:cubicBezTo>
                  <a:cubicBezTo>
                    <a:pt x="688" y="3371"/>
                    <a:pt x="713" y="3363"/>
                    <a:pt x="733" y="3349"/>
                  </a:cubicBezTo>
                  <a:lnTo>
                    <a:pt x="1002" y="3154"/>
                  </a:lnTo>
                  <a:cubicBezTo>
                    <a:pt x="1007" y="3150"/>
                    <a:pt x="1012" y="3147"/>
                    <a:pt x="1015" y="3147"/>
                  </a:cubicBezTo>
                  <a:cubicBezTo>
                    <a:pt x="1019" y="3147"/>
                    <a:pt x="1021" y="3150"/>
                    <a:pt x="1021" y="3154"/>
                  </a:cubicBezTo>
                  <a:cubicBezTo>
                    <a:pt x="1123" y="3238"/>
                    <a:pt x="1234" y="3303"/>
                    <a:pt x="1355" y="3358"/>
                  </a:cubicBezTo>
                  <a:cubicBezTo>
                    <a:pt x="1355" y="3358"/>
                    <a:pt x="1364" y="3368"/>
                    <a:pt x="1364" y="3377"/>
                  </a:cubicBezTo>
                  <a:lnTo>
                    <a:pt x="1308" y="3702"/>
                  </a:lnTo>
                  <a:cubicBezTo>
                    <a:pt x="1299" y="3776"/>
                    <a:pt x="1346" y="3841"/>
                    <a:pt x="1420" y="3850"/>
                  </a:cubicBezTo>
                  <a:lnTo>
                    <a:pt x="1921" y="3934"/>
                  </a:lnTo>
                  <a:lnTo>
                    <a:pt x="1949" y="3934"/>
                  </a:lnTo>
                  <a:cubicBezTo>
                    <a:pt x="1976" y="3934"/>
                    <a:pt x="2004" y="3924"/>
                    <a:pt x="2023" y="3906"/>
                  </a:cubicBezTo>
                  <a:cubicBezTo>
                    <a:pt x="2051" y="3887"/>
                    <a:pt x="2069" y="3859"/>
                    <a:pt x="2078" y="3822"/>
                  </a:cubicBezTo>
                  <a:lnTo>
                    <a:pt x="2125" y="3498"/>
                  </a:lnTo>
                  <a:cubicBezTo>
                    <a:pt x="2134" y="3488"/>
                    <a:pt x="2134" y="3479"/>
                    <a:pt x="2143" y="3479"/>
                  </a:cubicBezTo>
                  <a:cubicBezTo>
                    <a:pt x="2273" y="3470"/>
                    <a:pt x="2394" y="3442"/>
                    <a:pt x="2514" y="3395"/>
                  </a:cubicBezTo>
                  <a:cubicBezTo>
                    <a:pt x="2517" y="3392"/>
                    <a:pt x="2521" y="3391"/>
                    <a:pt x="2523" y="3391"/>
                  </a:cubicBezTo>
                  <a:cubicBezTo>
                    <a:pt x="2529" y="3391"/>
                    <a:pt x="2533" y="3395"/>
                    <a:pt x="2533" y="3395"/>
                  </a:cubicBezTo>
                  <a:lnTo>
                    <a:pt x="2728" y="3664"/>
                  </a:lnTo>
                  <a:cubicBezTo>
                    <a:pt x="2755" y="3702"/>
                    <a:pt x="2794" y="3721"/>
                    <a:pt x="2834" y="3721"/>
                  </a:cubicBezTo>
                  <a:cubicBezTo>
                    <a:pt x="2862" y="3721"/>
                    <a:pt x="2890" y="3712"/>
                    <a:pt x="2913" y="3692"/>
                  </a:cubicBezTo>
                  <a:lnTo>
                    <a:pt x="3331" y="3395"/>
                  </a:lnTo>
                  <a:cubicBezTo>
                    <a:pt x="3386" y="3358"/>
                    <a:pt x="3405" y="3266"/>
                    <a:pt x="3359" y="3210"/>
                  </a:cubicBezTo>
                  <a:lnTo>
                    <a:pt x="3164" y="2941"/>
                  </a:lnTo>
                  <a:cubicBezTo>
                    <a:pt x="3164" y="2941"/>
                    <a:pt x="3164" y="2932"/>
                    <a:pt x="3164" y="2922"/>
                  </a:cubicBezTo>
                  <a:cubicBezTo>
                    <a:pt x="3247" y="2820"/>
                    <a:pt x="3312" y="2709"/>
                    <a:pt x="3368" y="2598"/>
                  </a:cubicBezTo>
                  <a:cubicBezTo>
                    <a:pt x="3368" y="2588"/>
                    <a:pt x="3377" y="2588"/>
                    <a:pt x="3386" y="2588"/>
                  </a:cubicBezTo>
                  <a:lnTo>
                    <a:pt x="3711" y="2635"/>
                  </a:lnTo>
                  <a:cubicBezTo>
                    <a:pt x="3721" y="2637"/>
                    <a:pt x="3730" y="2638"/>
                    <a:pt x="3740" y="2638"/>
                  </a:cubicBezTo>
                  <a:cubicBezTo>
                    <a:pt x="3802" y="2638"/>
                    <a:pt x="3853" y="2588"/>
                    <a:pt x="3869" y="2523"/>
                  </a:cubicBezTo>
                  <a:lnTo>
                    <a:pt x="3943" y="2023"/>
                  </a:lnTo>
                  <a:cubicBezTo>
                    <a:pt x="3952" y="1948"/>
                    <a:pt x="3906" y="1883"/>
                    <a:pt x="3832" y="1874"/>
                  </a:cubicBezTo>
                  <a:lnTo>
                    <a:pt x="3507" y="1818"/>
                  </a:lnTo>
                  <a:cubicBezTo>
                    <a:pt x="3498" y="1818"/>
                    <a:pt x="3498" y="1809"/>
                    <a:pt x="3498" y="1800"/>
                  </a:cubicBezTo>
                  <a:cubicBezTo>
                    <a:pt x="3479" y="1679"/>
                    <a:pt x="3451" y="1549"/>
                    <a:pt x="3405" y="1429"/>
                  </a:cubicBezTo>
                  <a:cubicBezTo>
                    <a:pt x="3405" y="1420"/>
                    <a:pt x="3405" y="1410"/>
                    <a:pt x="3414" y="1410"/>
                  </a:cubicBezTo>
                  <a:lnTo>
                    <a:pt x="3674" y="1215"/>
                  </a:lnTo>
                  <a:cubicBezTo>
                    <a:pt x="3711" y="1197"/>
                    <a:pt x="3730" y="1169"/>
                    <a:pt x="3730" y="1132"/>
                  </a:cubicBezTo>
                  <a:cubicBezTo>
                    <a:pt x="3739" y="1095"/>
                    <a:pt x="3730" y="1058"/>
                    <a:pt x="3711" y="1030"/>
                  </a:cubicBezTo>
                  <a:lnTo>
                    <a:pt x="3405" y="622"/>
                  </a:lnTo>
                  <a:cubicBezTo>
                    <a:pt x="3382" y="582"/>
                    <a:pt x="3342" y="563"/>
                    <a:pt x="3299" y="563"/>
                  </a:cubicBezTo>
                  <a:cubicBezTo>
                    <a:pt x="3272" y="563"/>
                    <a:pt x="3244" y="570"/>
                    <a:pt x="3219" y="585"/>
                  </a:cubicBezTo>
                  <a:lnTo>
                    <a:pt x="2950" y="779"/>
                  </a:lnTo>
                  <a:cubicBezTo>
                    <a:pt x="2950" y="784"/>
                    <a:pt x="2948" y="786"/>
                    <a:pt x="2945" y="786"/>
                  </a:cubicBezTo>
                  <a:cubicBezTo>
                    <a:pt x="2941" y="786"/>
                    <a:pt x="2936" y="784"/>
                    <a:pt x="2932" y="779"/>
                  </a:cubicBezTo>
                  <a:cubicBezTo>
                    <a:pt x="2839" y="696"/>
                    <a:pt x="2728" y="631"/>
                    <a:pt x="2607" y="575"/>
                  </a:cubicBezTo>
                  <a:cubicBezTo>
                    <a:pt x="2598" y="575"/>
                    <a:pt x="2598" y="566"/>
                    <a:pt x="2598" y="557"/>
                  </a:cubicBezTo>
                  <a:lnTo>
                    <a:pt x="2654" y="232"/>
                  </a:lnTo>
                  <a:cubicBezTo>
                    <a:pt x="2654" y="195"/>
                    <a:pt x="2644" y="167"/>
                    <a:pt x="2626" y="139"/>
                  </a:cubicBezTo>
                  <a:cubicBezTo>
                    <a:pt x="2607" y="102"/>
                    <a:pt x="2570" y="84"/>
                    <a:pt x="2542" y="84"/>
                  </a:cubicBezTo>
                  <a:lnTo>
                    <a:pt x="20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3"/>
            <p:cNvSpPr/>
            <p:nvPr/>
          </p:nvSpPr>
          <p:spPr>
            <a:xfrm>
              <a:off x="849225" y="2701300"/>
              <a:ext cx="3025" cy="246550"/>
            </a:xfrm>
            <a:custGeom>
              <a:avLst/>
              <a:gdLst/>
              <a:ahLst/>
              <a:cxnLst/>
              <a:rect l="l" t="t" r="r" b="b"/>
              <a:pathLst>
                <a:path w="121" h="98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520"/>
                  </a:lnTo>
                  <a:cubicBezTo>
                    <a:pt x="0" y="557"/>
                    <a:pt x="28" y="585"/>
                    <a:pt x="56" y="585"/>
                  </a:cubicBezTo>
                  <a:cubicBezTo>
                    <a:pt x="93" y="585"/>
                    <a:pt x="121" y="557"/>
                    <a:pt x="121" y="520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  <a:moveTo>
                    <a:pt x="56" y="928"/>
                  </a:moveTo>
                  <a:cubicBezTo>
                    <a:pt x="28" y="928"/>
                    <a:pt x="0" y="956"/>
                    <a:pt x="0" y="984"/>
                  </a:cubicBezTo>
                  <a:lnTo>
                    <a:pt x="0" y="1447"/>
                  </a:lnTo>
                  <a:cubicBezTo>
                    <a:pt x="0" y="1484"/>
                    <a:pt x="28" y="1512"/>
                    <a:pt x="56" y="1512"/>
                  </a:cubicBezTo>
                  <a:cubicBezTo>
                    <a:pt x="93" y="1512"/>
                    <a:pt x="121" y="1484"/>
                    <a:pt x="121" y="1447"/>
                  </a:cubicBezTo>
                  <a:lnTo>
                    <a:pt x="121" y="984"/>
                  </a:lnTo>
                  <a:cubicBezTo>
                    <a:pt x="121" y="956"/>
                    <a:pt x="93" y="928"/>
                    <a:pt x="56" y="928"/>
                  </a:cubicBezTo>
                  <a:close/>
                  <a:moveTo>
                    <a:pt x="56" y="1856"/>
                  </a:moveTo>
                  <a:cubicBezTo>
                    <a:pt x="28" y="1856"/>
                    <a:pt x="0" y="1883"/>
                    <a:pt x="0" y="1911"/>
                  </a:cubicBezTo>
                  <a:lnTo>
                    <a:pt x="0" y="2375"/>
                  </a:lnTo>
                  <a:cubicBezTo>
                    <a:pt x="0" y="2412"/>
                    <a:pt x="28" y="2440"/>
                    <a:pt x="56" y="2440"/>
                  </a:cubicBezTo>
                  <a:cubicBezTo>
                    <a:pt x="93" y="2440"/>
                    <a:pt x="121" y="2412"/>
                    <a:pt x="121" y="2375"/>
                  </a:cubicBezTo>
                  <a:lnTo>
                    <a:pt x="121" y="1911"/>
                  </a:lnTo>
                  <a:cubicBezTo>
                    <a:pt x="121" y="1883"/>
                    <a:pt x="93" y="1856"/>
                    <a:pt x="56" y="1856"/>
                  </a:cubicBezTo>
                  <a:close/>
                  <a:moveTo>
                    <a:pt x="56" y="2783"/>
                  </a:moveTo>
                  <a:cubicBezTo>
                    <a:pt x="28" y="2783"/>
                    <a:pt x="0" y="2811"/>
                    <a:pt x="0" y="2839"/>
                  </a:cubicBezTo>
                  <a:lnTo>
                    <a:pt x="0" y="3303"/>
                  </a:lnTo>
                  <a:cubicBezTo>
                    <a:pt x="0" y="3340"/>
                    <a:pt x="28" y="3368"/>
                    <a:pt x="56" y="3368"/>
                  </a:cubicBezTo>
                  <a:cubicBezTo>
                    <a:pt x="93" y="3368"/>
                    <a:pt x="121" y="3340"/>
                    <a:pt x="121" y="3303"/>
                  </a:cubicBezTo>
                  <a:lnTo>
                    <a:pt x="121" y="2839"/>
                  </a:lnTo>
                  <a:cubicBezTo>
                    <a:pt x="121" y="2811"/>
                    <a:pt x="93" y="2783"/>
                    <a:pt x="56" y="2783"/>
                  </a:cubicBezTo>
                  <a:close/>
                  <a:moveTo>
                    <a:pt x="56" y="3711"/>
                  </a:moveTo>
                  <a:cubicBezTo>
                    <a:pt x="28" y="3711"/>
                    <a:pt x="0" y="3739"/>
                    <a:pt x="0" y="3767"/>
                  </a:cubicBezTo>
                  <a:lnTo>
                    <a:pt x="0" y="4230"/>
                  </a:lnTo>
                  <a:cubicBezTo>
                    <a:pt x="0" y="4267"/>
                    <a:pt x="28" y="4295"/>
                    <a:pt x="56" y="4295"/>
                  </a:cubicBezTo>
                  <a:cubicBezTo>
                    <a:pt x="93" y="4295"/>
                    <a:pt x="121" y="4267"/>
                    <a:pt x="121" y="4230"/>
                  </a:cubicBezTo>
                  <a:lnTo>
                    <a:pt x="121" y="3767"/>
                  </a:lnTo>
                  <a:cubicBezTo>
                    <a:pt x="121" y="3739"/>
                    <a:pt x="93" y="3711"/>
                    <a:pt x="56" y="3711"/>
                  </a:cubicBezTo>
                  <a:close/>
                  <a:moveTo>
                    <a:pt x="56" y="4639"/>
                  </a:moveTo>
                  <a:cubicBezTo>
                    <a:pt x="28" y="4639"/>
                    <a:pt x="0" y="4666"/>
                    <a:pt x="0" y="4694"/>
                  </a:cubicBezTo>
                  <a:lnTo>
                    <a:pt x="0" y="5158"/>
                  </a:lnTo>
                  <a:cubicBezTo>
                    <a:pt x="0" y="5195"/>
                    <a:pt x="28" y="5223"/>
                    <a:pt x="56" y="5223"/>
                  </a:cubicBezTo>
                  <a:cubicBezTo>
                    <a:pt x="93" y="5223"/>
                    <a:pt x="121" y="5195"/>
                    <a:pt x="121" y="5158"/>
                  </a:cubicBezTo>
                  <a:lnTo>
                    <a:pt x="121" y="4694"/>
                  </a:lnTo>
                  <a:cubicBezTo>
                    <a:pt x="121" y="4666"/>
                    <a:pt x="93" y="4639"/>
                    <a:pt x="56" y="4639"/>
                  </a:cubicBezTo>
                  <a:close/>
                  <a:moveTo>
                    <a:pt x="56" y="5566"/>
                  </a:moveTo>
                  <a:cubicBezTo>
                    <a:pt x="28" y="5566"/>
                    <a:pt x="0" y="5594"/>
                    <a:pt x="0" y="5622"/>
                  </a:cubicBezTo>
                  <a:lnTo>
                    <a:pt x="0" y="6086"/>
                  </a:lnTo>
                  <a:cubicBezTo>
                    <a:pt x="0" y="6123"/>
                    <a:pt x="28" y="6151"/>
                    <a:pt x="56" y="6151"/>
                  </a:cubicBezTo>
                  <a:cubicBezTo>
                    <a:pt x="93" y="6151"/>
                    <a:pt x="121" y="6123"/>
                    <a:pt x="121" y="6086"/>
                  </a:cubicBezTo>
                  <a:lnTo>
                    <a:pt x="121" y="5622"/>
                  </a:lnTo>
                  <a:cubicBezTo>
                    <a:pt x="121" y="5594"/>
                    <a:pt x="93" y="5566"/>
                    <a:pt x="56" y="5566"/>
                  </a:cubicBezTo>
                  <a:close/>
                  <a:moveTo>
                    <a:pt x="56" y="6494"/>
                  </a:moveTo>
                  <a:cubicBezTo>
                    <a:pt x="28" y="6494"/>
                    <a:pt x="0" y="6522"/>
                    <a:pt x="0" y="6549"/>
                  </a:cubicBezTo>
                  <a:lnTo>
                    <a:pt x="0" y="7013"/>
                  </a:lnTo>
                  <a:cubicBezTo>
                    <a:pt x="0" y="7050"/>
                    <a:pt x="28" y="7078"/>
                    <a:pt x="56" y="7078"/>
                  </a:cubicBezTo>
                  <a:cubicBezTo>
                    <a:pt x="93" y="7078"/>
                    <a:pt x="121" y="7050"/>
                    <a:pt x="121" y="7013"/>
                  </a:cubicBezTo>
                  <a:lnTo>
                    <a:pt x="121" y="6549"/>
                  </a:lnTo>
                  <a:cubicBezTo>
                    <a:pt x="121" y="6522"/>
                    <a:pt x="93" y="6494"/>
                    <a:pt x="56" y="6494"/>
                  </a:cubicBezTo>
                  <a:close/>
                  <a:moveTo>
                    <a:pt x="56" y="7421"/>
                  </a:moveTo>
                  <a:cubicBezTo>
                    <a:pt x="28" y="7421"/>
                    <a:pt x="0" y="7449"/>
                    <a:pt x="0" y="7477"/>
                  </a:cubicBezTo>
                  <a:lnTo>
                    <a:pt x="0" y="7941"/>
                  </a:lnTo>
                  <a:cubicBezTo>
                    <a:pt x="0" y="7978"/>
                    <a:pt x="28" y="8006"/>
                    <a:pt x="56" y="8006"/>
                  </a:cubicBezTo>
                  <a:cubicBezTo>
                    <a:pt x="93" y="8006"/>
                    <a:pt x="121" y="7978"/>
                    <a:pt x="121" y="7941"/>
                  </a:cubicBezTo>
                  <a:lnTo>
                    <a:pt x="121" y="7477"/>
                  </a:lnTo>
                  <a:cubicBezTo>
                    <a:pt x="121" y="7449"/>
                    <a:pt x="93" y="7421"/>
                    <a:pt x="56" y="7421"/>
                  </a:cubicBezTo>
                  <a:close/>
                  <a:moveTo>
                    <a:pt x="56" y="8349"/>
                  </a:moveTo>
                  <a:cubicBezTo>
                    <a:pt x="28" y="8349"/>
                    <a:pt x="0" y="8377"/>
                    <a:pt x="0" y="8405"/>
                  </a:cubicBezTo>
                  <a:lnTo>
                    <a:pt x="0" y="8869"/>
                  </a:lnTo>
                  <a:cubicBezTo>
                    <a:pt x="0" y="8906"/>
                    <a:pt x="28" y="8934"/>
                    <a:pt x="56" y="8934"/>
                  </a:cubicBezTo>
                  <a:cubicBezTo>
                    <a:pt x="93" y="8934"/>
                    <a:pt x="121" y="8906"/>
                    <a:pt x="121" y="8869"/>
                  </a:cubicBezTo>
                  <a:lnTo>
                    <a:pt x="121" y="8405"/>
                  </a:lnTo>
                  <a:cubicBezTo>
                    <a:pt x="121" y="8377"/>
                    <a:pt x="93" y="8349"/>
                    <a:pt x="56" y="8349"/>
                  </a:cubicBezTo>
                  <a:close/>
                  <a:moveTo>
                    <a:pt x="56" y="9277"/>
                  </a:moveTo>
                  <a:cubicBezTo>
                    <a:pt x="28" y="9277"/>
                    <a:pt x="0" y="9305"/>
                    <a:pt x="0" y="9332"/>
                  </a:cubicBezTo>
                  <a:lnTo>
                    <a:pt x="0" y="9796"/>
                  </a:lnTo>
                  <a:cubicBezTo>
                    <a:pt x="0" y="9833"/>
                    <a:pt x="28" y="9861"/>
                    <a:pt x="56" y="9861"/>
                  </a:cubicBezTo>
                  <a:cubicBezTo>
                    <a:pt x="93" y="9861"/>
                    <a:pt x="121" y="9833"/>
                    <a:pt x="121" y="9796"/>
                  </a:cubicBezTo>
                  <a:lnTo>
                    <a:pt x="121" y="9332"/>
                  </a:lnTo>
                  <a:cubicBezTo>
                    <a:pt x="121" y="9305"/>
                    <a:pt x="93" y="9277"/>
                    <a:pt x="56" y="92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3"/>
            <p:cNvSpPr/>
            <p:nvPr/>
          </p:nvSpPr>
          <p:spPr>
            <a:xfrm>
              <a:off x="888650" y="2354575"/>
              <a:ext cx="43150" cy="43400"/>
            </a:xfrm>
            <a:custGeom>
              <a:avLst/>
              <a:gdLst/>
              <a:ahLst/>
              <a:cxnLst/>
              <a:rect l="l" t="t" r="r" b="b"/>
              <a:pathLst>
                <a:path w="1726" h="1736" extrusionOk="0">
                  <a:moveTo>
                    <a:pt x="863" y="177"/>
                  </a:moveTo>
                  <a:lnTo>
                    <a:pt x="1095" y="613"/>
                  </a:lnTo>
                  <a:cubicBezTo>
                    <a:pt x="1104" y="622"/>
                    <a:pt x="1113" y="631"/>
                    <a:pt x="1123" y="631"/>
                  </a:cubicBezTo>
                  <a:lnTo>
                    <a:pt x="1549" y="873"/>
                  </a:lnTo>
                  <a:lnTo>
                    <a:pt x="1113" y="1105"/>
                  </a:lnTo>
                  <a:cubicBezTo>
                    <a:pt x="1104" y="1105"/>
                    <a:pt x="1104" y="1114"/>
                    <a:pt x="1095" y="1123"/>
                  </a:cubicBezTo>
                  <a:lnTo>
                    <a:pt x="863" y="1550"/>
                  </a:lnTo>
                  <a:lnTo>
                    <a:pt x="631" y="1123"/>
                  </a:lnTo>
                  <a:cubicBezTo>
                    <a:pt x="622" y="1114"/>
                    <a:pt x="612" y="1105"/>
                    <a:pt x="603" y="1105"/>
                  </a:cubicBezTo>
                  <a:lnTo>
                    <a:pt x="176" y="863"/>
                  </a:lnTo>
                  <a:lnTo>
                    <a:pt x="603" y="631"/>
                  </a:lnTo>
                  <a:cubicBezTo>
                    <a:pt x="612" y="622"/>
                    <a:pt x="622" y="622"/>
                    <a:pt x="631" y="613"/>
                  </a:cubicBezTo>
                  <a:lnTo>
                    <a:pt x="863" y="177"/>
                  </a:lnTo>
                  <a:close/>
                  <a:moveTo>
                    <a:pt x="863" y="1"/>
                  </a:moveTo>
                  <a:cubicBezTo>
                    <a:pt x="844" y="1"/>
                    <a:pt x="826" y="10"/>
                    <a:pt x="816" y="28"/>
                  </a:cubicBezTo>
                  <a:lnTo>
                    <a:pt x="538" y="539"/>
                  </a:lnTo>
                  <a:lnTo>
                    <a:pt x="28" y="817"/>
                  </a:lnTo>
                  <a:cubicBezTo>
                    <a:pt x="9" y="826"/>
                    <a:pt x="0" y="845"/>
                    <a:pt x="0" y="863"/>
                  </a:cubicBezTo>
                  <a:cubicBezTo>
                    <a:pt x="0" y="882"/>
                    <a:pt x="9" y="910"/>
                    <a:pt x="28" y="919"/>
                  </a:cubicBezTo>
                  <a:lnTo>
                    <a:pt x="529" y="1197"/>
                  </a:lnTo>
                  <a:lnTo>
                    <a:pt x="807" y="1698"/>
                  </a:lnTo>
                  <a:cubicBezTo>
                    <a:pt x="816" y="1717"/>
                    <a:pt x="835" y="1735"/>
                    <a:pt x="863" y="1735"/>
                  </a:cubicBezTo>
                  <a:cubicBezTo>
                    <a:pt x="881" y="1735"/>
                    <a:pt x="900" y="1717"/>
                    <a:pt x="909" y="1698"/>
                  </a:cubicBezTo>
                  <a:lnTo>
                    <a:pt x="1188" y="1197"/>
                  </a:lnTo>
                  <a:lnTo>
                    <a:pt x="1698" y="919"/>
                  </a:lnTo>
                  <a:cubicBezTo>
                    <a:pt x="1716" y="910"/>
                    <a:pt x="1726" y="891"/>
                    <a:pt x="1726" y="873"/>
                  </a:cubicBezTo>
                  <a:cubicBezTo>
                    <a:pt x="1726" y="845"/>
                    <a:pt x="1716" y="826"/>
                    <a:pt x="1698" y="817"/>
                  </a:cubicBezTo>
                  <a:lnTo>
                    <a:pt x="1188" y="539"/>
                  </a:lnTo>
                  <a:lnTo>
                    <a:pt x="919" y="28"/>
                  </a:lnTo>
                  <a:cubicBezTo>
                    <a:pt x="909" y="10"/>
                    <a:pt x="881" y="1"/>
                    <a:pt x="8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3"/>
            <p:cNvSpPr/>
            <p:nvPr/>
          </p:nvSpPr>
          <p:spPr>
            <a:xfrm>
              <a:off x="1122175" y="3270875"/>
              <a:ext cx="44800" cy="44550"/>
            </a:xfrm>
            <a:custGeom>
              <a:avLst/>
              <a:gdLst/>
              <a:ahLst/>
              <a:cxnLst/>
              <a:rect l="l" t="t" r="r" b="b"/>
              <a:pathLst>
                <a:path w="1792" h="1782" extrusionOk="0">
                  <a:moveTo>
                    <a:pt x="901" y="177"/>
                  </a:moveTo>
                  <a:lnTo>
                    <a:pt x="1142" y="622"/>
                  </a:lnTo>
                  <a:cubicBezTo>
                    <a:pt x="1151" y="631"/>
                    <a:pt x="1160" y="641"/>
                    <a:pt x="1170" y="650"/>
                  </a:cubicBezTo>
                  <a:lnTo>
                    <a:pt x="1615" y="891"/>
                  </a:lnTo>
                  <a:lnTo>
                    <a:pt x="1170" y="1142"/>
                  </a:lnTo>
                  <a:cubicBezTo>
                    <a:pt x="1160" y="1142"/>
                    <a:pt x="1151" y="1151"/>
                    <a:pt x="1142" y="1160"/>
                  </a:cubicBezTo>
                  <a:lnTo>
                    <a:pt x="901" y="1605"/>
                  </a:lnTo>
                  <a:lnTo>
                    <a:pt x="650" y="1160"/>
                  </a:lnTo>
                  <a:cubicBezTo>
                    <a:pt x="650" y="1151"/>
                    <a:pt x="641" y="1142"/>
                    <a:pt x="632" y="1132"/>
                  </a:cubicBezTo>
                  <a:lnTo>
                    <a:pt x="186" y="891"/>
                  </a:lnTo>
                  <a:lnTo>
                    <a:pt x="632" y="650"/>
                  </a:lnTo>
                  <a:cubicBezTo>
                    <a:pt x="641" y="641"/>
                    <a:pt x="650" y="631"/>
                    <a:pt x="650" y="622"/>
                  </a:cubicBezTo>
                  <a:lnTo>
                    <a:pt x="901" y="177"/>
                  </a:lnTo>
                  <a:close/>
                  <a:moveTo>
                    <a:pt x="901" y="1"/>
                  </a:moveTo>
                  <a:cubicBezTo>
                    <a:pt x="882" y="1"/>
                    <a:pt x="854" y="10"/>
                    <a:pt x="845" y="28"/>
                  </a:cubicBezTo>
                  <a:lnTo>
                    <a:pt x="557" y="557"/>
                  </a:lnTo>
                  <a:lnTo>
                    <a:pt x="38" y="836"/>
                  </a:lnTo>
                  <a:cubicBezTo>
                    <a:pt x="19" y="845"/>
                    <a:pt x="1" y="873"/>
                    <a:pt x="1" y="891"/>
                  </a:cubicBezTo>
                  <a:cubicBezTo>
                    <a:pt x="1" y="910"/>
                    <a:pt x="19" y="928"/>
                    <a:pt x="38" y="938"/>
                  </a:cubicBezTo>
                  <a:lnTo>
                    <a:pt x="557" y="1225"/>
                  </a:lnTo>
                  <a:lnTo>
                    <a:pt x="845" y="1754"/>
                  </a:lnTo>
                  <a:cubicBezTo>
                    <a:pt x="854" y="1772"/>
                    <a:pt x="873" y="1782"/>
                    <a:pt x="891" y="1782"/>
                  </a:cubicBezTo>
                  <a:cubicBezTo>
                    <a:pt x="919" y="1782"/>
                    <a:pt x="938" y="1772"/>
                    <a:pt x="947" y="1754"/>
                  </a:cubicBezTo>
                  <a:lnTo>
                    <a:pt x="1235" y="1234"/>
                  </a:lnTo>
                  <a:lnTo>
                    <a:pt x="1763" y="947"/>
                  </a:lnTo>
                  <a:cubicBezTo>
                    <a:pt x="1773" y="938"/>
                    <a:pt x="1791" y="919"/>
                    <a:pt x="1791" y="891"/>
                  </a:cubicBezTo>
                  <a:cubicBezTo>
                    <a:pt x="1791" y="873"/>
                    <a:pt x="1782" y="854"/>
                    <a:pt x="1763" y="845"/>
                  </a:cubicBezTo>
                  <a:lnTo>
                    <a:pt x="1235" y="557"/>
                  </a:lnTo>
                  <a:lnTo>
                    <a:pt x="947" y="28"/>
                  </a:lnTo>
                  <a:cubicBezTo>
                    <a:pt x="938" y="10"/>
                    <a:pt x="919" y="1"/>
                    <a:pt x="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43"/>
            <p:cNvSpPr/>
            <p:nvPr/>
          </p:nvSpPr>
          <p:spPr>
            <a:xfrm>
              <a:off x="1306550" y="2306100"/>
              <a:ext cx="2825" cy="16500"/>
            </a:xfrm>
            <a:custGeom>
              <a:avLst/>
              <a:gdLst/>
              <a:ahLst/>
              <a:cxnLst/>
              <a:rect l="l" t="t" r="r" b="b"/>
              <a:pathLst>
                <a:path w="113" h="660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lnTo>
                    <a:pt x="1" y="604"/>
                  </a:lnTo>
                  <a:cubicBezTo>
                    <a:pt x="1" y="632"/>
                    <a:pt x="29" y="659"/>
                    <a:pt x="56" y="659"/>
                  </a:cubicBezTo>
                  <a:cubicBezTo>
                    <a:pt x="93" y="659"/>
                    <a:pt x="112" y="632"/>
                    <a:pt x="112" y="604"/>
                  </a:cubicBezTo>
                  <a:lnTo>
                    <a:pt x="112" y="56"/>
                  </a:lnTo>
                  <a:cubicBezTo>
                    <a:pt x="112" y="29"/>
                    <a:pt x="9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3"/>
            <p:cNvSpPr/>
            <p:nvPr/>
          </p:nvSpPr>
          <p:spPr>
            <a:xfrm>
              <a:off x="1306550" y="2340900"/>
              <a:ext cx="2825" cy="16475"/>
            </a:xfrm>
            <a:custGeom>
              <a:avLst/>
              <a:gdLst/>
              <a:ahLst/>
              <a:cxnLst/>
              <a:rect l="l" t="t" r="r" b="b"/>
              <a:pathLst>
                <a:path w="113" h="659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03"/>
                  </a:lnTo>
                  <a:cubicBezTo>
                    <a:pt x="1" y="631"/>
                    <a:pt x="29" y="659"/>
                    <a:pt x="56" y="659"/>
                  </a:cubicBezTo>
                  <a:cubicBezTo>
                    <a:pt x="93" y="659"/>
                    <a:pt x="112" y="631"/>
                    <a:pt x="112" y="603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3"/>
            <p:cNvSpPr/>
            <p:nvPr/>
          </p:nvSpPr>
          <p:spPr>
            <a:xfrm>
              <a:off x="1317225" y="2330225"/>
              <a:ext cx="16500" cy="3050"/>
            </a:xfrm>
            <a:custGeom>
              <a:avLst/>
              <a:gdLst/>
              <a:ahLst/>
              <a:cxnLst/>
              <a:rect l="l" t="t" r="r" b="b"/>
              <a:pathLst>
                <a:path w="660" h="122" extrusionOk="0">
                  <a:moveTo>
                    <a:pt x="56" y="1"/>
                  </a:moveTo>
                  <a:cubicBezTo>
                    <a:pt x="19" y="1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594" y="121"/>
                  </a:lnTo>
                  <a:cubicBezTo>
                    <a:pt x="631" y="121"/>
                    <a:pt x="659" y="93"/>
                    <a:pt x="659" y="65"/>
                  </a:cubicBezTo>
                  <a:cubicBezTo>
                    <a:pt x="659" y="28"/>
                    <a:pt x="631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3"/>
            <p:cNvSpPr/>
            <p:nvPr/>
          </p:nvSpPr>
          <p:spPr>
            <a:xfrm>
              <a:off x="1282425" y="2330225"/>
              <a:ext cx="16500" cy="3050"/>
            </a:xfrm>
            <a:custGeom>
              <a:avLst/>
              <a:gdLst/>
              <a:ahLst/>
              <a:cxnLst/>
              <a:rect l="l" t="t" r="r" b="b"/>
              <a:pathLst>
                <a:path w="660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595" y="121"/>
                  </a:lnTo>
                  <a:cubicBezTo>
                    <a:pt x="632" y="121"/>
                    <a:pt x="660" y="93"/>
                    <a:pt x="660" y="65"/>
                  </a:cubicBezTo>
                  <a:cubicBezTo>
                    <a:pt x="660" y="28"/>
                    <a:pt x="632" y="1"/>
                    <a:pt x="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3"/>
            <p:cNvSpPr/>
            <p:nvPr/>
          </p:nvSpPr>
          <p:spPr>
            <a:xfrm>
              <a:off x="1290775" y="2339275"/>
              <a:ext cx="9775" cy="9525"/>
            </a:xfrm>
            <a:custGeom>
              <a:avLst/>
              <a:gdLst/>
              <a:ahLst/>
              <a:cxnLst/>
              <a:rect l="l" t="t" r="r" b="b"/>
              <a:pathLst>
                <a:path w="391" h="381" extrusionOk="0">
                  <a:moveTo>
                    <a:pt x="1" y="381"/>
                  </a:moveTo>
                  <a:lnTo>
                    <a:pt x="39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3"/>
            <p:cNvSpPr/>
            <p:nvPr/>
          </p:nvSpPr>
          <p:spPr>
            <a:xfrm>
              <a:off x="1289400" y="2337775"/>
              <a:ext cx="12775" cy="12425"/>
            </a:xfrm>
            <a:custGeom>
              <a:avLst/>
              <a:gdLst/>
              <a:ahLst/>
              <a:cxnLst/>
              <a:rect l="l" t="t" r="r" b="b"/>
              <a:pathLst>
                <a:path w="511" h="497" extrusionOk="0">
                  <a:moveTo>
                    <a:pt x="444" y="0"/>
                  </a:moveTo>
                  <a:cubicBezTo>
                    <a:pt x="429" y="0"/>
                    <a:pt x="413" y="5"/>
                    <a:pt x="399" y="14"/>
                  </a:cubicBezTo>
                  <a:lnTo>
                    <a:pt x="19" y="404"/>
                  </a:lnTo>
                  <a:cubicBezTo>
                    <a:pt x="0" y="422"/>
                    <a:pt x="0" y="459"/>
                    <a:pt x="19" y="487"/>
                  </a:cubicBezTo>
                  <a:cubicBezTo>
                    <a:pt x="28" y="496"/>
                    <a:pt x="47" y="496"/>
                    <a:pt x="56" y="496"/>
                  </a:cubicBezTo>
                  <a:cubicBezTo>
                    <a:pt x="74" y="496"/>
                    <a:pt x="93" y="496"/>
                    <a:pt x="102" y="487"/>
                  </a:cubicBezTo>
                  <a:lnTo>
                    <a:pt x="483" y="97"/>
                  </a:lnTo>
                  <a:cubicBezTo>
                    <a:pt x="510" y="79"/>
                    <a:pt x="510" y="42"/>
                    <a:pt x="483" y="14"/>
                  </a:cubicBezTo>
                  <a:cubicBezTo>
                    <a:pt x="473" y="5"/>
                    <a:pt x="459" y="0"/>
                    <a:pt x="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3"/>
            <p:cNvSpPr/>
            <p:nvPr/>
          </p:nvSpPr>
          <p:spPr>
            <a:xfrm>
              <a:off x="1315375" y="2314700"/>
              <a:ext cx="9750" cy="9525"/>
            </a:xfrm>
            <a:custGeom>
              <a:avLst/>
              <a:gdLst/>
              <a:ahLst/>
              <a:cxnLst/>
              <a:rect l="l" t="t" r="r" b="b"/>
              <a:pathLst>
                <a:path w="390" h="381" extrusionOk="0">
                  <a:moveTo>
                    <a:pt x="0" y="380"/>
                  </a:moveTo>
                  <a:lnTo>
                    <a:pt x="3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3"/>
            <p:cNvSpPr/>
            <p:nvPr/>
          </p:nvSpPr>
          <p:spPr>
            <a:xfrm>
              <a:off x="1313975" y="2313175"/>
              <a:ext cx="12775" cy="12450"/>
            </a:xfrm>
            <a:custGeom>
              <a:avLst/>
              <a:gdLst/>
              <a:ahLst/>
              <a:cxnLst/>
              <a:rect l="l" t="t" r="r" b="b"/>
              <a:pathLst>
                <a:path w="511" h="498" extrusionOk="0">
                  <a:moveTo>
                    <a:pt x="445" y="1"/>
                  </a:moveTo>
                  <a:cubicBezTo>
                    <a:pt x="430" y="1"/>
                    <a:pt x="413" y="5"/>
                    <a:pt x="399" y="15"/>
                  </a:cubicBezTo>
                  <a:lnTo>
                    <a:pt x="19" y="404"/>
                  </a:lnTo>
                  <a:cubicBezTo>
                    <a:pt x="1" y="423"/>
                    <a:pt x="1" y="460"/>
                    <a:pt x="19" y="478"/>
                  </a:cubicBezTo>
                  <a:cubicBezTo>
                    <a:pt x="28" y="497"/>
                    <a:pt x="47" y="497"/>
                    <a:pt x="56" y="497"/>
                  </a:cubicBezTo>
                  <a:cubicBezTo>
                    <a:pt x="75" y="497"/>
                    <a:pt x="93" y="497"/>
                    <a:pt x="103" y="478"/>
                  </a:cubicBezTo>
                  <a:lnTo>
                    <a:pt x="483" y="98"/>
                  </a:lnTo>
                  <a:cubicBezTo>
                    <a:pt x="511" y="80"/>
                    <a:pt x="511" y="42"/>
                    <a:pt x="483" y="15"/>
                  </a:cubicBezTo>
                  <a:cubicBezTo>
                    <a:pt x="474" y="5"/>
                    <a:pt x="460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3"/>
            <p:cNvSpPr/>
            <p:nvPr/>
          </p:nvSpPr>
          <p:spPr>
            <a:xfrm>
              <a:off x="1290775" y="2314700"/>
              <a:ext cx="9775" cy="9525"/>
            </a:xfrm>
            <a:custGeom>
              <a:avLst/>
              <a:gdLst/>
              <a:ahLst/>
              <a:cxnLst/>
              <a:rect l="l" t="t" r="r" b="b"/>
              <a:pathLst>
                <a:path w="391" h="381" extrusionOk="0">
                  <a:moveTo>
                    <a:pt x="1" y="0"/>
                  </a:moveTo>
                  <a:lnTo>
                    <a:pt x="391" y="38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3"/>
            <p:cNvSpPr/>
            <p:nvPr/>
          </p:nvSpPr>
          <p:spPr>
            <a:xfrm>
              <a:off x="1289400" y="2313175"/>
              <a:ext cx="12775" cy="12450"/>
            </a:xfrm>
            <a:custGeom>
              <a:avLst/>
              <a:gdLst/>
              <a:ahLst/>
              <a:cxnLst/>
              <a:rect l="l" t="t" r="r" b="b"/>
              <a:pathLst>
                <a:path w="511" h="498" extrusionOk="0">
                  <a:moveTo>
                    <a:pt x="57" y="1"/>
                  </a:moveTo>
                  <a:cubicBezTo>
                    <a:pt x="42" y="1"/>
                    <a:pt x="28" y="5"/>
                    <a:pt x="19" y="15"/>
                  </a:cubicBezTo>
                  <a:cubicBezTo>
                    <a:pt x="0" y="42"/>
                    <a:pt x="0" y="80"/>
                    <a:pt x="19" y="98"/>
                  </a:cubicBezTo>
                  <a:lnTo>
                    <a:pt x="399" y="478"/>
                  </a:lnTo>
                  <a:cubicBezTo>
                    <a:pt x="408" y="497"/>
                    <a:pt x="427" y="497"/>
                    <a:pt x="446" y="497"/>
                  </a:cubicBezTo>
                  <a:cubicBezTo>
                    <a:pt x="455" y="497"/>
                    <a:pt x="473" y="497"/>
                    <a:pt x="483" y="478"/>
                  </a:cubicBezTo>
                  <a:cubicBezTo>
                    <a:pt x="510" y="460"/>
                    <a:pt x="510" y="423"/>
                    <a:pt x="483" y="404"/>
                  </a:cubicBezTo>
                  <a:lnTo>
                    <a:pt x="102" y="15"/>
                  </a:lnTo>
                  <a:cubicBezTo>
                    <a:pt x="88" y="5"/>
                    <a:pt x="72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3"/>
            <p:cNvSpPr/>
            <p:nvPr/>
          </p:nvSpPr>
          <p:spPr>
            <a:xfrm>
              <a:off x="1315375" y="2339275"/>
              <a:ext cx="9750" cy="9525"/>
            </a:xfrm>
            <a:custGeom>
              <a:avLst/>
              <a:gdLst/>
              <a:ahLst/>
              <a:cxnLst/>
              <a:rect l="l" t="t" r="r" b="b"/>
              <a:pathLst>
                <a:path w="390" h="381" extrusionOk="0">
                  <a:moveTo>
                    <a:pt x="0" y="0"/>
                  </a:moveTo>
                  <a:lnTo>
                    <a:pt x="390" y="38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43"/>
            <p:cNvSpPr/>
            <p:nvPr/>
          </p:nvSpPr>
          <p:spPr>
            <a:xfrm>
              <a:off x="1313975" y="2337775"/>
              <a:ext cx="12775" cy="12425"/>
            </a:xfrm>
            <a:custGeom>
              <a:avLst/>
              <a:gdLst/>
              <a:ahLst/>
              <a:cxnLst/>
              <a:rect l="l" t="t" r="r" b="b"/>
              <a:pathLst>
                <a:path w="511" h="497" extrusionOk="0">
                  <a:moveTo>
                    <a:pt x="61" y="0"/>
                  </a:moveTo>
                  <a:cubicBezTo>
                    <a:pt x="47" y="0"/>
                    <a:pt x="33" y="5"/>
                    <a:pt x="19" y="14"/>
                  </a:cubicBezTo>
                  <a:cubicBezTo>
                    <a:pt x="1" y="42"/>
                    <a:pt x="1" y="79"/>
                    <a:pt x="19" y="97"/>
                  </a:cubicBezTo>
                  <a:lnTo>
                    <a:pt x="399" y="487"/>
                  </a:lnTo>
                  <a:cubicBezTo>
                    <a:pt x="418" y="496"/>
                    <a:pt x="427" y="496"/>
                    <a:pt x="446" y="496"/>
                  </a:cubicBezTo>
                  <a:cubicBezTo>
                    <a:pt x="455" y="496"/>
                    <a:pt x="474" y="496"/>
                    <a:pt x="483" y="487"/>
                  </a:cubicBezTo>
                  <a:cubicBezTo>
                    <a:pt x="511" y="459"/>
                    <a:pt x="511" y="422"/>
                    <a:pt x="483" y="404"/>
                  </a:cubicBezTo>
                  <a:lnTo>
                    <a:pt x="103" y="14"/>
                  </a:lnTo>
                  <a:cubicBezTo>
                    <a:pt x="89" y="5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3"/>
            <p:cNvSpPr/>
            <p:nvPr/>
          </p:nvSpPr>
          <p:spPr>
            <a:xfrm>
              <a:off x="791475" y="2851575"/>
              <a:ext cx="19500" cy="19500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12"/>
                  </a:moveTo>
                  <a:cubicBezTo>
                    <a:pt x="538" y="112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1" y="659"/>
                    <a:pt x="112" y="538"/>
                    <a:pt x="112" y="390"/>
                  </a:cubicBezTo>
                  <a:cubicBezTo>
                    <a:pt x="112" y="242"/>
                    <a:pt x="241" y="112"/>
                    <a:pt x="390" y="112"/>
                  </a:cubicBezTo>
                  <a:close/>
                  <a:moveTo>
                    <a:pt x="390" y="0"/>
                  </a:moveTo>
                  <a:cubicBezTo>
                    <a:pt x="176" y="0"/>
                    <a:pt x="0" y="177"/>
                    <a:pt x="0" y="390"/>
                  </a:cubicBezTo>
                  <a:cubicBezTo>
                    <a:pt x="0" y="603"/>
                    <a:pt x="176" y="780"/>
                    <a:pt x="390" y="780"/>
                  </a:cubicBezTo>
                  <a:cubicBezTo>
                    <a:pt x="603" y="780"/>
                    <a:pt x="779" y="603"/>
                    <a:pt x="779" y="390"/>
                  </a:cubicBezTo>
                  <a:cubicBezTo>
                    <a:pt x="779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3"/>
            <p:cNvSpPr/>
            <p:nvPr/>
          </p:nvSpPr>
          <p:spPr>
            <a:xfrm>
              <a:off x="745550" y="2652125"/>
              <a:ext cx="12550" cy="12775"/>
            </a:xfrm>
            <a:custGeom>
              <a:avLst/>
              <a:gdLst/>
              <a:ahLst/>
              <a:cxnLst/>
              <a:rect l="l" t="t" r="r" b="b"/>
              <a:pathLst>
                <a:path w="502" h="511" extrusionOk="0">
                  <a:moveTo>
                    <a:pt x="251" y="121"/>
                  </a:moveTo>
                  <a:cubicBezTo>
                    <a:pt x="325" y="121"/>
                    <a:pt x="390" y="177"/>
                    <a:pt x="390" y="260"/>
                  </a:cubicBezTo>
                  <a:cubicBezTo>
                    <a:pt x="390" y="334"/>
                    <a:pt x="325" y="390"/>
                    <a:pt x="251" y="390"/>
                  </a:cubicBezTo>
                  <a:cubicBezTo>
                    <a:pt x="177" y="390"/>
                    <a:pt x="121" y="334"/>
                    <a:pt x="121" y="260"/>
                  </a:cubicBezTo>
                  <a:cubicBezTo>
                    <a:pt x="121" y="177"/>
                    <a:pt x="177" y="121"/>
                    <a:pt x="251" y="121"/>
                  </a:cubicBezTo>
                  <a:close/>
                  <a:moveTo>
                    <a:pt x="251" y="1"/>
                  </a:moveTo>
                  <a:cubicBezTo>
                    <a:pt x="112" y="1"/>
                    <a:pt x="0" y="112"/>
                    <a:pt x="0" y="251"/>
                  </a:cubicBezTo>
                  <a:cubicBezTo>
                    <a:pt x="0" y="390"/>
                    <a:pt x="112" y="511"/>
                    <a:pt x="251" y="511"/>
                  </a:cubicBezTo>
                  <a:cubicBezTo>
                    <a:pt x="390" y="511"/>
                    <a:pt x="501" y="399"/>
                    <a:pt x="501" y="251"/>
                  </a:cubicBezTo>
                  <a:cubicBezTo>
                    <a:pt x="501" y="112"/>
                    <a:pt x="390" y="1"/>
                    <a:pt x="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3"/>
            <p:cNvSpPr/>
            <p:nvPr/>
          </p:nvSpPr>
          <p:spPr>
            <a:xfrm>
              <a:off x="1494175" y="229915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251" y="121"/>
                  </a:moveTo>
                  <a:cubicBezTo>
                    <a:pt x="325" y="121"/>
                    <a:pt x="381" y="177"/>
                    <a:pt x="381" y="251"/>
                  </a:cubicBezTo>
                  <a:cubicBezTo>
                    <a:pt x="381" y="325"/>
                    <a:pt x="325" y="390"/>
                    <a:pt x="251" y="390"/>
                  </a:cubicBezTo>
                  <a:cubicBezTo>
                    <a:pt x="177" y="390"/>
                    <a:pt x="112" y="325"/>
                    <a:pt x="112" y="251"/>
                  </a:cubicBezTo>
                  <a:cubicBezTo>
                    <a:pt x="112" y="177"/>
                    <a:pt x="177" y="121"/>
                    <a:pt x="251" y="121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01"/>
                    <a:pt x="251" y="501"/>
                  </a:cubicBezTo>
                  <a:cubicBezTo>
                    <a:pt x="390" y="501"/>
                    <a:pt x="502" y="390"/>
                    <a:pt x="502" y="251"/>
                  </a:cubicBezTo>
                  <a:cubicBezTo>
                    <a:pt x="502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3"/>
            <p:cNvSpPr/>
            <p:nvPr/>
          </p:nvSpPr>
          <p:spPr>
            <a:xfrm>
              <a:off x="1219575" y="3181350"/>
              <a:ext cx="197175" cy="123175"/>
            </a:xfrm>
            <a:custGeom>
              <a:avLst/>
              <a:gdLst/>
              <a:ahLst/>
              <a:cxnLst/>
              <a:rect l="l" t="t" r="r" b="b"/>
              <a:pathLst>
                <a:path w="7887" h="4927" extrusionOk="0">
                  <a:moveTo>
                    <a:pt x="1328" y="1"/>
                  </a:moveTo>
                  <a:lnTo>
                    <a:pt x="1" y="4927"/>
                  </a:lnTo>
                  <a:lnTo>
                    <a:pt x="6550" y="4927"/>
                  </a:lnTo>
                  <a:lnTo>
                    <a:pt x="78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43"/>
            <p:cNvSpPr/>
            <p:nvPr/>
          </p:nvSpPr>
          <p:spPr>
            <a:xfrm>
              <a:off x="1218200" y="3179975"/>
              <a:ext cx="200175" cy="125950"/>
            </a:xfrm>
            <a:custGeom>
              <a:avLst/>
              <a:gdLst/>
              <a:ahLst/>
              <a:cxnLst/>
              <a:rect l="l" t="t" r="r" b="b"/>
              <a:pathLst>
                <a:path w="8007" h="5038" extrusionOk="0">
                  <a:moveTo>
                    <a:pt x="7867" y="111"/>
                  </a:moveTo>
                  <a:lnTo>
                    <a:pt x="6559" y="4926"/>
                  </a:lnTo>
                  <a:lnTo>
                    <a:pt x="130" y="4926"/>
                  </a:lnTo>
                  <a:lnTo>
                    <a:pt x="1429" y="111"/>
                  </a:lnTo>
                  <a:close/>
                  <a:moveTo>
                    <a:pt x="1383" y="0"/>
                  </a:moveTo>
                  <a:cubicBezTo>
                    <a:pt x="1355" y="0"/>
                    <a:pt x="1336" y="19"/>
                    <a:pt x="1327" y="47"/>
                  </a:cubicBezTo>
                  <a:lnTo>
                    <a:pt x="0" y="4963"/>
                  </a:lnTo>
                  <a:cubicBezTo>
                    <a:pt x="0" y="4982"/>
                    <a:pt x="0" y="5000"/>
                    <a:pt x="19" y="5019"/>
                  </a:cubicBezTo>
                  <a:cubicBezTo>
                    <a:pt x="28" y="5028"/>
                    <a:pt x="47" y="5037"/>
                    <a:pt x="65" y="5037"/>
                  </a:cubicBezTo>
                  <a:lnTo>
                    <a:pt x="6605" y="5037"/>
                  </a:lnTo>
                  <a:cubicBezTo>
                    <a:pt x="6633" y="5037"/>
                    <a:pt x="6652" y="5019"/>
                    <a:pt x="6661" y="4991"/>
                  </a:cubicBezTo>
                  <a:lnTo>
                    <a:pt x="7997" y="74"/>
                  </a:lnTo>
                  <a:cubicBezTo>
                    <a:pt x="8006" y="56"/>
                    <a:pt x="7997" y="37"/>
                    <a:pt x="7988" y="19"/>
                  </a:cubicBezTo>
                  <a:cubicBezTo>
                    <a:pt x="7978" y="9"/>
                    <a:pt x="7960" y="0"/>
                    <a:pt x="7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43"/>
            <p:cNvSpPr/>
            <p:nvPr/>
          </p:nvSpPr>
          <p:spPr>
            <a:xfrm>
              <a:off x="1173675" y="3304500"/>
              <a:ext cx="335375" cy="40375"/>
            </a:xfrm>
            <a:custGeom>
              <a:avLst/>
              <a:gdLst/>
              <a:ahLst/>
              <a:cxnLst/>
              <a:rect l="l" t="t" r="r" b="b"/>
              <a:pathLst>
                <a:path w="13415" h="1615" extrusionOk="0">
                  <a:moveTo>
                    <a:pt x="1837" y="1"/>
                  </a:moveTo>
                  <a:cubicBezTo>
                    <a:pt x="1178" y="29"/>
                    <a:pt x="603" y="353"/>
                    <a:pt x="371" y="845"/>
                  </a:cubicBezTo>
                  <a:lnTo>
                    <a:pt x="0" y="1615"/>
                  </a:lnTo>
                  <a:lnTo>
                    <a:pt x="13414" y="1615"/>
                  </a:lnTo>
                  <a:cubicBezTo>
                    <a:pt x="13414" y="1105"/>
                    <a:pt x="13090" y="650"/>
                    <a:pt x="12598" y="353"/>
                  </a:cubicBezTo>
                  <a:cubicBezTo>
                    <a:pt x="12570" y="344"/>
                    <a:pt x="12552" y="335"/>
                    <a:pt x="12524" y="316"/>
                  </a:cubicBezTo>
                  <a:cubicBezTo>
                    <a:pt x="12162" y="121"/>
                    <a:pt x="11717" y="1"/>
                    <a:pt x="1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43"/>
            <p:cNvSpPr/>
            <p:nvPr/>
          </p:nvSpPr>
          <p:spPr>
            <a:xfrm>
              <a:off x="1230950" y="3197350"/>
              <a:ext cx="181625" cy="66600"/>
            </a:xfrm>
            <a:custGeom>
              <a:avLst/>
              <a:gdLst/>
              <a:ahLst/>
              <a:cxnLst/>
              <a:rect l="l" t="t" r="r" b="b"/>
              <a:pathLst>
                <a:path w="7265" h="2664" extrusionOk="0">
                  <a:moveTo>
                    <a:pt x="7255" y="29"/>
                  </a:moveTo>
                  <a:lnTo>
                    <a:pt x="1" y="2663"/>
                  </a:lnTo>
                  <a:lnTo>
                    <a:pt x="706" y="1"/>
                  </a:lnTo>
                  <a:lnTo>
                    <a:pt x="72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43"/>
            <p:cNvSpPr/>
            <p:nvPr/>
          </p:nvSpPr>
          <p:spPr>
            <a:xfrm>
              <a:off x="965175" y="2671850"/>
              <a:ext cx="779500" cy="525525"/>
            </a:xfrm>
            <a:custGeom>
              <a:avLst/>
              <a:gdLst/>
              <a:ahLst/>
              <a:cxnLst/>
              <a:rect l="l" t="t" r="r" b="b"/>
              <a:pathLst>
                <a:path w="31180" h="21021" extrusionOk="0">
                  <a:moveTo>
                    <a:pt x="993" y="0"/>
                  </a:moveTo>
                  <a:cubicBezTo>
                    <a:pt x="446" y="0"/>
                    <a:pt x="0" y="464"/>
                    <a:pt x="0" y="1048"/>
                  </a:cubicBezTo>
                  <a:lnTo>
                    <a:pt x="0" y="19973"/>
                  </a:lnTo>
                  <a:cubicBezTo>
                    <a:pt x="0" y="20548"/>
                    <a:pt x="446" y="21021"/>
                    <a:pt x="993" y="21021"/>
                  </a:cubicBezTo>
                  <a:lnTo>
                    <a:pt x="30178" y="21021"/>
                  </a:lnTo>
                  <a:cubicBezTo>
                    <a:pt x="30734" y="21021"/>
                    <a:pt x="31179" y="20548"/>
                    <a:pt x="31179" y="19973"/>
                  </a:cubicBezTo>
                  <a:lnTo>
                    <a:pt x="31179" y="1048"/>
                  </a:lnTo>
                  <a:cubicBezTo>
                    <a:pt x="31179" y="464"/>
                    <a:pt x="30734" y="0"/>
                    <a:pt x="30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43"/>
            <p:cNvSpPr/>
            <p:nvPr/>
          </p:nvSpPr>
          <p:spPr>
            <a:xfrm>
              <a:off x="963550" y="2670450"/>
              <a:ext cx="782525" cy="528325"/>
            </a:xfrm>
            <a:custGeom>
              <a:avLst/>
              <a:gdLst/>
              <a:ahLst/>
              <a:cxnLst/>
              <a:rect l="l" t="t" r="r" b="b"/>
              <a:pathLst>
                <a:path w="31301" h="21133" extrusionOk="0">
                  <a:moveTo>
                    <a:pt x="30243" y="112"/>
                  </a:moveTo>
                  <a:cubicBezTo>
                    <a:pt x="30762" y="112"/>
                    <a:pt x="31189" y="557"/>
                    <a:pt x="31189" y="1104"/>
                  </a:cubicBezTo>
                  <a:lnTo>
                    <a:pt x="31189" y="20029"/>
                  </a:lnTo>
                  <a:cubicBezTo>
                    <a:pt x="31189" y="20576"/>
                    <a:pt x="30762" y="21021"/>
                    <a:pt x="30243" y="21021"/>
                  </a:cubicBezTo>
                  <a:lnTo>
                    <a:pt x="1058" y="21021"/>
                  </a:lnTo>
                  <a:cubicBezTo>
                    <a:pt x="539" y="21021"/>
                    <a:pt x="121" y="20576"/>
                    <a:pt x="121" y="20029"/>
                  </a:cubicBezTo>
                  <a:lnTo>
                    <a:pt x="121" y="1104"/>
                  </a:lnTo>
                  <a:cubicBezTo>
                    <a:pt x="121" y="557"/>
                    <a:pt x="548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83" y="0"/>
                    <a:pt x="1" y="492"/>
                    <a:pt x="1" y="1104"/>
                  </a:cubicBezTo>
                  <a:lnTo>
                    <a:pt x="1" y="20029"/>
                  </a:lnTo>
                  <a:cubicBezTo>
                    <a:pt x="1" y="20641"/>
                    <a:pt x="483" y="21133"/>
                    <a:pt x="1058" y="21133"/>
                  </a:cubicBezTo>
                  <a:lnTo>
                    <a:pt x="30243" y="21133"/>
                  </a:lnTo>
                  <a:cubicBezTo>
                    <a:pt x="30827" y="21133"/>
                    <a:pt x="31300" y="20641"/>
                    <a:pt x="31300" y="20029"/>
                  </a:cubicBezTo>
                  <a:lnTo>
                    <a:pt x="31300" y="1104"/>
                  </a:lnTo>
                  <a:cubicBezTo>
                    <a:pt x="31300" y="492"/>
                    <a:pt x="30827" y="0"/>
                    <a:pt x="30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43"/>
            <p:cNvSpPr/>
            <p:nvPr/>
          </p:nvSpPr>
          <p:spPr>
            <a:xfrm>
              <a:off x="938975" y="2671850"/>
              <a:ext cx="761625" cy="526700"/>
            </a:xfrm>
            <a:custGeom>
              <a:avLst/>
              <a:gdLst/>
              <a:ahLst/>
              <a:cxnLst/>
              <a:rect l="l" t="t" r="r" b="b"/>
              <a:pathLst>
                <a:path w="30465" h="21068" extrusionOk="0">
                  <a:moveTo>
                    <a:pt x="1002" y="0"/>
                  </a:moveTo>
                  <a:cubicBezTo>
                    <a:pt x="445" y="0"/>
                    <a:pt x="0" y="473"/>
                    <a:pt x="0" y="1048"/>
                  </a:cubicBezTo>
                  <a:lnTo>
                    <a:pt x="0" y="20019"/>
                  </a:lnTo>
                  <a:cubicBezTo>
                    <a:pt x="0" y="20594"/>
                    <a:pt x="445" y="21067"/>
                    <a:pt x="1002" y="21067"/>
                  </a:cubicBezTo>
                  <a:lnTo>
                    <a:pt x="30187" y="21067"/>
                  </a:lnTo>
                  <a:cubicBezTo>
                    <a:pt x="30279" y="21067"/>
                    <a:pt x="30372" y="21049"/>
                    <a:pt x="30465" y="21021"/>
                  </a:cubicBezTo>
                  <a:lnTo>
                    <a:pt x="2041" y="21021"/>
                  </a:lnTo>
                  <a:cubicBezTo>
                    <a:pt x="1494" y="21021"/>
                    <a:pt x="1048" y="20548"/>
                    <a:pt x="1048" y="19973"/>
                  </a:cubicBezTo>
                  <a:lnTo>
                    <a:pt x="1048" y="1048"/>
                  </a:lnTo>
                  <a:cubicBezTo>
                    <a:pt x="1048" y="473"/>
                    <a:pt x="1484" y="9"/>
                    <a:pt x="2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43"/>
            <p:cNvSpPr/>
            <p:nvPr/>
          </p:nvSpPr>
          <p:spPr>
            <a:xfrm>
              <a:off x="937575" y="2670450"/>
              <a:ext cx="772775" cy="529475"/>
            </a:xfrm>
            <a:custGeom>
              <a:avLst/>
              <a:gdLst/>
              <a:ahLst/>
              <a:cxnLst/>
              <a:rect l="l" t="t" r="r" b="b"/>
              <a:pathLst>
                <a:path w="30911" h="21179" extrusionOk="0">
                  <a:moveTo>
                    <a:pt x="1633" y="112"/>
                  </a:moveTo>
                  <a:cubicBezTo>
                    <a:pt x="1281" y="297"/>
                    <a:pt x="1049" y="668"/>
                    <a:pt x="1049" y="1104"/>
                  </a:cubicBezTo>
                  <a:lnTo>
                    <a:pt x="1049" y="20029"/>
                  </a:lnTo>
                  <a:cubicBezTo>
                    <a:pt x="1049" y="20502"/>
                    <a:pt x="1327" y="20901"/>
                    <a:pt x="1726" y="21058"/>
                  </a:cubicBezTo>
                  <a:lnTo>
                    <a:pt x="1058" y="21058"/>
                  </a:lnTo>
                  <a:cubicBezTo>
                    <a:pt x="539" y="21058"/>
                    <a:pt x="112" y="20613"/>
                    <a:pt x="112" y="20075"/>
                  </a:cubicBezTo>
                  <a:lnTo>
                    <a:pt x="112" y="1104"/>
                  </a:lnTo>
                  <a:cubicBezTo>
                    <a:pt x="112" y="557"/>
                    <a:pt x="539" y="112"/>
                    <a:pt x="1058" y="112"/>
                  </a:cubicBezTo>
                  <a:close/>
                  <a:moveTo>
                    <a:pt x="1058" y="0"/>
                  </a:moveTo>
                  <a:cubicBezTo>
                    <a:pt x="474" y="0"/>
                    <a:pt x="1" y="492"/>
                    <a:pt x="1" y="1104"/>
                  </a:cubicBezTo>
                  <a:lnTo>
                    <a:pt x="1" y="20066"/>
                  </a:lnTo>
                  <a:cubicBezTo>
                    <a:pt x="1" y="20678"/>
                    <a:pt x="474" y="21179"/>
                    <a:pt x="1058" y="21179"/>
                  </a:cubicBezTo>
                  <a:lnTo>
                    <a:pt x="30243" y="21179"/>
                  </a:lnTo>
                  <a:cubicBezTo>
                    <a:pt x="30335" y="21179"/>
                    <a:pt x="30437" y="21160"/>
                    <a:pt x="30539" y="21133"/>
                  </a:cubicBezTo>
                  <a:lnTo>
                    <a:pt x="30910" y="21021"/>
                  </a:lnTo>
                  <a:lnTo>
                    <a:pt x="2097" y="21021"/>
                  </a:lnTo>
                  <a:cubicBezTo>
                    <a:pt x="1578" y="21021"/>
                    <a:pt x="1160" y="20576"/>
                    <a:pt x="1160" y="20029"/>
                  </a:cubicBezTo>
                  <a:lnTo>
                    <a:pt x="1160" y="1104"/>
                  </a:lnTo>
                  <a:cubicBezTo>
                    <a:pt x="1160" y="566"/>
                    <a:pt x="1578" y="121"/>
                    <a:pt x="2088" y="112"/>
                  </a:cubicBezTo>
                  <a:lnTo>
                    <a:pt x="20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43"/>
            <p:cNvSpPr/>
            <p:nvPr/>
          </p:nvSpPr>
          <p:spPr>
            <a:xfrm>
              <a:off x="1012725" y="2700375"/>
              <a:ext cx="688800" cy="404700"/>
            </a:xfrm>
            <a:custGeom>
              <a:avLst/>
              <a:gdLst/>
              <a:ahLst/>
              <a:cxnLst/>
              <a:rect l="l" t="t" r="r" b="b"/>
              <a:pathLst>
                <a:path w="27552" h="16188" extrusionOk="0">
                  <a:moveTo>
                    <a:pt x="325" y="0"/>
                  </a:moveTo>
                  <a:cubicBezTo>
                    <a:pt x="149" y="0"/>
                    <a:pt x="0" y="149"/>
                    <a:pt x="0" y="325"/>
                  </a:cubicBezTo>
                  <a:lnTo>
                    <a:pt x="0" y="4583"/>
                  </a:lnTo>
                  <a:lnTo>
                    <a:pt x="0" y="11986"/>
                  </a:lnTo>
                  <a:lnTo>
                    <a:pt x="0" y="16188"/>
                  </a:lnTo>
                  <a:lnTo>
                    <a:pt x="27552" y="16188"/>
                  </a:lnTo>
                  <a:lnTo>
                    <a:pt x="27552" y="325"/>
                  </a:lnTo>
                  <a:cubicBezTo>
                    <a:pt x="27552" y="149"/>
                    <a:pt x="27404" y="0"/>
                    <a:pt x="27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43"/>
            <p:cNvSpPr/>
            <p:nvPr/>
          </p:nvSpPr>
          <p:spPr>
            <a:xfrm>
              <a:off x="1011325" y="2698975"/>
              <a:ext cx="691600" cy="407500"/>
            </a:xfrm>
            <a:custGeom>
              <a:avLst/>
              <a:gdLst/>
              <a:ahLst/>
              <a:cxnLst/>
              <a:rect l="l" t="t" r="r" b="b"/>
              <a:pathLst>
                <a:path w="27664" h="16300" extrusionOk="0">
                  <a:moveTo>
                    <a:pt x="381" y="0"/>
                  </a:moveTo>
                  <a:cubicBezTo>
                    <a:pt x="167" y="0"/>
                    <a:pt x="0" y="167"/>
                    <a:pt x="0" y="381"/>
                  </a:cubicBezTo>
                  <a:lnTo>
                    <a:pt x="0" y="4639"/>
                  </a:lnTo>
                  <a:cubicBezTo>
                    <a:pt x="0" y="4667"/>
                    <a:pt x="19" y="4694"/>
                    <a:pt x="56" y="4694"/>
                  </a:cubicBezTo>
                  <a:cubicBezTo>
                    <a:pt x="84" y="4694"/>
                    <a:pt x="112" y="4667"/>
                    <a:pt x="112" y="4639"/>
                  </a:cubicBezTo>
                  <a:lnTo>
                    <a:pt x="112" y="381"/>
                  </a:lnTo>
                  <a:cubicBezTo>
                    <a:pt x="112" y="232"/>
                    <a:pt x="232" y="112"/>
                    <a:pt x="381" y="112"/>
                  </a:cubicBezTo>
                  <a:lnTo>
                    <a:pt x="27283" y="112"/>
                  </a:lnTo>
                  <a:cubicBezTo>
                    <a:pt x="27432" y="112"/>
                    <a:pt x="27552" y="232"/>
                    <a:pt x="27552" y="381"/>
                  </a:cubicBezTo>
                  <a:lnTo>
                    <a:pt x="27552" y="16188"/>
                  </a:lnTo>
                  <a:lnTo>
                    <a:pt x="112" y="16188"/>
                  </a:lnTo>
                  <a:lnTo>
                    <a:pt x="112" y="12042"/>
                  </a:lnTo>
                  <a:cubicBezTo>
                    <a:pt x="112" y="12004"/>
                    <a:pt x="93" y="11977"/>
                    <a:pt x="56" y="11977"/>
                  </a:cubicBezTo>
                  <a:cubicBezTo>
                    <a:pt x="28" y="11977"/>
                    <a:pt x="0" y="12004"/>
                    <a:pt x="0" y="12042"/>
                  </a:cubicBezTo>
                  <a:lnTo>
                    <a:pt x="0" y="16244"/>
                  </a:lnTo>
                  <a:cubicBezTo>
                    <a:pt x="0" y="16281"/>
                    <a:pt x="28" y="16299"/>
                    <a:pt x="56" y="16299"/>
                  </a:cubicBezTo>
                  <a:lnTo>
                    <a:pt x="27608" y="16299"/>
                  </a:lnTo>
                  <a:cubicBezTo>
                    <a:pt x="27636" y="16299"/>
                    <a:pt x="27664" y="16281"/>
                    <a:pt x="27664" y="16244"/>
                  </a:cubicBezTo>
                  <a:lnTo>
                    <a:pt x="27664" y="381"/>
                  </a:lnTo>
                  <a:cubicBezTo>
                    <a:pt x="27664" y="167"/>
                    <a:pt x="27497" y="0"/>
                    <a:pt x="27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3"/>
            <p:cNvSpPr/>
            <p:nvPr/>
          </p:nvSpPr>
          <p:spPr>
            <a:xfrm>
              <a:off x="1011325" y="2862250"/>
              <a:ext cx="2800" cy="82125"/>
            </a:xfrm>
            <a:custGeom>
              <a:avLst/>
              <a:gdLst/>
              <a:ahLst/>
              <a:cxnLst/>
              <a:rect l="l" t="t" r="r" b="b"/>
              <a:pathLst>
                <a:path w="112" h="3285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lnTo>
                    <a:pt x="0" y="3228"/>
                  </a:lnTo>
                  <a:cubicBezTo>
                    <a:pt x="0" y="3256"/>
                    <a:pt x="19" y="3284"/>
                    <a:pt x="56" y="3284"/>
                  </a:cubicBezTo>
                  <a:cubicBezTo>
                    <a:pt x="84" y="3284"/>
                    <a:pt x="112" y="3256"/>
                    <a:pt x="112" y="3228"/>
                  </a:cubicBezTo>
                  <a:lnTo>
                    <a:pt x="112" y="65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3"/>
            <p:cNvSpPr/>
            <p:nvPr/>
          </p:nvSpPr>
          <p:spPr>
            <a:xfrm>
              <a:off x="968425" y="3105050"/>
              <a:ext cx="773475" cy="89775"/>
            </a:xfrm>
            <a:custGeom>
              <a:avLst/>
              <a:gdLst/>
              <a:ahLst/>
              <a:cxnLst/>
              <a:rect l="l" t="t" r="r" b="b"/>
              <a:pathLst>
                <a:path w="30939" h="3591" extrusionOk="0">
                  <a:moveTo>
                    <a:pt x="0" y="1"/>
                  </a:moveTo>
                  <a:lnTo>
                    <a:pt x="0" y="2617"/>
                  </a:lnTo>
                  <a:cubicBezTo>
                    <a:pt x="0" y="3155"/>
                    <a:pt x="446" y="3591"/>
                    <a:pt x="993" y="3591"/>
                  </a:cubicBezTo>
                  <a:lnTo>
                    <a:pt x="29945" y="3591"/>
                  </a:lnTo>
                  <a:cubicBezTo>
                    <a:pt x="30493" y="3591"/>
                    <a:pt x="30938" y="3155"/>
                    <a:pt x="30938" y="2617"/>
                  </a:cubicBezTo>
                  <a:lnTo>
                    <a:pt x="30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43"/>
            <p:cNvSpPr/>
            <p:nvPr/>
          </p:nvSpPr>
          <p:spPr>
            <a:xfrm>
              <a:off x="967025" y="3103675"/>
              <a:ext cx="776250" cy="92550"/>
            </a:xfrm>
            <a:custGeom>
              <a:avLst/>
              <a:gdLst/>
              <a:ahLst/>
              <a:cxnLst/>
              <a:rect l="l" t="t" r="r" b="b"/>
              <a:pathLst>
                <a:path w="31050" h="3702" extrusionOk="0">
                  <a:moveTo>
                    <a:pt x="30929" y="111"/>
                  </a:moveTo>
                  <a:lnTo>
                    <a:pt x="30929" y="2672"/>
                  </a:lnTo>
                  <a:cubicBezTo>
                    <a:pt x="30929" y="3173"/>
                    <a:pt x="30512" y="3581"/>
                    <a:pt x="30001" y="3581"/>
                  </a:cubicBezTo>
                  <a:lnTo>
                    <a:pt x="1049" y="3581"/>
                  </a:lnTo>
                  <a:cubicBezTo>
                    <a:pt x="529" y="3581"/>
                    <a:pt x="112" y="3173"/>
                    <a:pt x="112" y="2672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2672"/>
                  </a:lnTo>
                  <a:cubicBezTo>
                    <a:pt x="1" y="3238"/>
                    <a:pt x="464" y="3702"/>
                    <a:pt x="1049" y="3702"/>
                  </a:cubicBezTo>
                  <a:lnTo>
                    <a:pt x="30001" y="3702"/>
                  </a:lnTo>
                  <a:cubicBezTo>
                    <a:pt x="30577" y="3702"/>
                    <a:pt x="31050" y="3238"/>
                    <a:pt x="31050" y="2672"/>
                  </a:cubicBezTo>
                  <a:lnTo>
                    <a:pt x="31050" y="56"/>
                  </a:lnTo>
                  <a:cubicBezTo>
                    <a:pt x="31050" y="28"/>
                    <a:pt x="31022" y="0"/>
                    <a:pt x="309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43"/>
            <p:cNvSpPr/>
            <p:nvPr/>
          </p:nvSpPr>
          <p:spPr>
            <a:xfrm>
              <a:off x="1330450" y="31294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900" y="112"/>
                  </a:moveTo>
                  <a:cubicBezTo>
                    <a:pt x="1336" y="112"/>
                    <a:pt x="1689" y="465"/>
                    <a:pt x="1689" y="901"/>
                  </a:cubicBezTo>
                  <a:cubicBezTo>
                    <a:pt x="1689" y="1337"/>
                    <a:pt x="1336" y="1689"/>
                    <a:pt x="900" y="1689"/>
                  </a:cubicBezTo>
                  <a:cubicBezTo>
                    <a:pt x="473" y="1689"/>
                    <a:pt x="112" y="1337"/>
                    <a:pt x="112" y="901"/>
                  </a:cubicBezTo>
                  <a:cubicBezTo>
                    <a:pt x="112" y="465"/>
                    <a:pt x="473" y="112"/>
                    <a:pt x="900" y="112"/>
                  </a:cubicBezTo>
                  <a:close/>
                  <a:moveTo>
                    <a:pt x="900" y="1"/>
                  </a:moveTo>
                  <a:cubicBezTo>
                    <a:pt x="408" y="1"/>
                    <a:pt x="0" y="409"/>
                    <a:pt x="0" y="901"/>
                  </a:cubicBezTo>
                  <a:cubicBezTo>
                    <a:pt x="0" y="1402"/>
                    <a:pt x="408" y="1810"/>
                    <a:pt x="900" y="1810"/>
                  </a:cubicBezTo>
                  <a:cubicBezTo>
                    <a:pt x="1401" y="1810"/>
                    <a:pt x="1809" y="1402"/>
                    <a:pt x="1809" y="901"/>
                  </a:cubicBezTo>
                  <a:cubicBezTo>
                    <a:pt x="1809" y="400"/>
                    <a:pt x="1401" y="1"/>
                    <a:pt x="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3"/>
            <p:cNvSpPr/>
            <p:nvPr/>
          </p:nvSpPr>
          <p:spPr>
            <a:xfrm>
              <a:off x="1348075" y="2680875"/>
              <a:ext cx="10000" cy="9775"/>
            </a:xfrm>
            <a:custGeom>
              <a:avLst/>
              <a:gdLst/>
              <a:ahLst/>
              <a:cxnLst/>
              <a:rect l="l" t="t" r="r" b="b"/>
              <a:pathLst>
                <a:path w="400" h="391" extrusionOk="0">
                  <a:moveTo>
                    <a:pt x="195" y="1"/>
                  </a:moveTo>
                  <a:cubicBezTo>
                    <a:pt x="93" y="1"/>
                    <a:pt x="0" y="94"/>
                    <a:pt x="0" y="196"/>
                  </a:cubicBezTo>
                  <a:cubicBezTo>
                    <a:pt x="0" y="307"/>
                    <a:pt x="93" y="390"/>
                    <a:pt x="195" y="390"/>
                  </a:cubicBezTo>
                  <a:cubicBezTo>
                    <a:pt x="306" y="390"/>
                    <a:pt x="399" y="307"/>
                    <a:pt x="399" y="196"/>
                  </a:cubicBezTo>
                  <a:cubicBezTo>
                    <a:pt x="399" y="94"/>
                    <a:pt x="306" y="1"/>
                    <a:pt x="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3"/>
            <p:cNvSpPr/>
            <p:nvPr/>
          </p:nvSpPr>
          <p:spPr>
            <a:xfrm>
              <a:off x="1346675" y="2679500"/>
              <a:ext cx="12775" cy="12775"/>
            </a:xfrm>
            <a:custGeom>
              <a:avLst/>
              <a:gdLst/>
              <a:ahLst/>
              <a:cxnLst/>
              <a:rect l="l" t="t" r="r" b="b"/>
              <a:pathLst>
                <a:path w="511" h="511" extrusionOk="0">
                  <a:moveTo>
                    <a:pt x="251" y="112"/>
                  </a:moveTo>
                  <a:cubicBezTo>
                    <a:pt x="335" y="112"/>
                    <a:pt x="390" y="176"/>
                    <a:pt x="390" y="251"/>
                  </a:cubicBezTo>
                  <a:cubicBezTo>
                    <a:pt x="390" y="334"/>
                    <a:pt x="335" y="390"/>
                    <a:pt x="251" y="390"/>
                  </a:cubicBezTo>
                  <a:cubicBezTo>
                    <a:pt x="177" y="390"/>
                    <a:pt x="121" y="334"/>
                    <a:pt x="121" y="251"/>
                  </a:cubicBezTo>
                  <a:cubicBezTo>
                    <a:pt x="121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1" y="112"/>
                    <a:pt x="1" y="251"/>
                  </a:cubicBezTo>
                  <a:cubicBezTo>
                    <a:pt x="1" y="390"/>
                    <a:pt x="112" y="510"/>
                    <a:pt x="251" y="510"/>
                  </a:cubicBezTo>
                  <a:cubicBezTo>
                    <a:pt x="390" y="510"/>
                    <a:pt x="511" y="390"/>
                    <a:pt x="511" y="251"/>
                  </a:cubicBezTo>
                  <a:cubicBezTo>
                    <a:pt x="511" y="112"/>
                    <a:pt x="39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43"/>
            <p:cNvSpPr/>
            <p:nvPr/>
          </p:nvSpPr>
          <p:spPr>
            <a:xfrm>
              <a:off x="1345975" y="2836725"/>
              <a:ext cx="3050" cy="37375"/>
            </a:xfrm>
            <a:custGeom>
              <a:avLst/>
              <a:gdLst/>
              <a:ahLst/>
              <a:cxnLst/>
              <a:rect l="l" t="t" r="r" b="b"/>
              <a:pathLst>
                <a:path w="122" h="1495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lnTo>
                    <a:pt x="1" y="1439"/>
                  </a:lnTo>
                  <a:cubicBezTo>
                    <a:pt x="1" y="1466"/>
                    <a:pt x="29" y="1494"/>
                    <a:pt x="66" y="1494"/>
                  </a:cubicBezTo>
                  <a:cubicBezTo>
                    <a:pt x="94" y="1494"/>
                    <a:pt x="121" y="1466"/>
                    <a:pt x="121" y="1439"/>
                  </a:cubicBezTo>
                  <a:lnTo>
                    <a:pt x="121" y="66"/>
                  </a:lnTo>
                  <a:cubicBezTo>
                    <a:pt x="121" y="29"/>
                    <a:pt x="94" y="1"/>
                    <a:pt x="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43"/>
            <p:cNvSpPr/>
            <p:nvPr/>
          </p:nvSpPr>
          <p:spPr>
            <a:xfrm>
              <a:off x="1345750" y="2953850"/>
              <a:ext cx="3050" cy="47575"/>
            </a:xfrm>
            <a:custGeom>
              <a:avLst/>
              <a:gdLst/>
              <a:ahLst/>
              <a:cxnLst/>
              <a:rect l="l" t="t" r="r" b="b"/>
              <a:pathLst>
                <a:path w="122" h="1903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847"/>
                  </a:lnTo>
                  <a:cubicBezTo>
                    <a:pt x="0" y="1874"/>
                    <a:pt x="28" y="1902"/>
                    <a:pt x="56" y="1902"/>
                  </a:cubicBezTo>
                  <a:cubicBezTo>
                    <a:pt x="93" y="1902"/>
                    <a:pt x="121" y="1884"/>
                    <a:pt x="121" y="1847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43"/>
            <p:cNvSpPr/>
            <p:nvPr/>
          </p:nvSpPr>
          <p:spPr>
            <a:xfrm>
              <a:off x="1144450" y="3030625"/>
              <a:ext cx="37125" cy="2800"/>
            </a:xfrm>
            <a:custGeom>
              <a:avLst/>
              <a:gdLst/>
              <a:ahLst/>
              <a:cxnLst/>
              <a:rect l="l" t="t" r="r" b="b"/>
              <a:pathLst>
                <a:path w="1485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1"/>
                    <a:pt x="56" y="111"/>
                  </a:cubicBezTo>
                  <a:lnTo>
                    <a:pt x="1429" y="111"/>
                  </a:lnTo>
                  <a:cubicBezTo>
                    <a:pt x="1457" y="111"/>
                    <a:pt x="1485" y="84"/>
                    <a:pt x="1485" y="56"/>
                  </a:cubicBezTo>
                  <a:cubicBezTo>
                    <a:pt x="1485" y="19"/>
                    <a:pt x="1457" y="0"/>
                    <a:pt x="1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43"/>
            <p:cNvSpPr/>
            <p:nvPr/>
          </p:nvSpPr>
          <p:spPr>
            <a:xfrm>
              <a:off x="1069300" y="2755800"/>
              <a:ext cx="323775" cy="82125"/>
            </a:xfrm>
            <a:custGeom>
              <a:avLst/>
              <a:gdLst/>
              <a:ahLst/>
              <a:cxnLst/>
              <a:rect l="l" t="t" r="r" b="b"/>
              <a:pathLst>
                <a:path w="12951" h="3285" extrusionOk="0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154"/>
                  </a:lnTo>
                  <a:cubicBezTo>
                    <a:pt x="1" y="3228"/>
                    <a:pt x="56" y="3284"/>
                    <a:pt x="121" y="3284"/>
                  </a:cubicBezTo>
                  <a:lnTo>
                    <a:pt x="12830" y="3284"/>
                  </a:lnTo>
                  <a:cubicBezTo>
                    <a:pt x="12895" y="3284"/>
                    <a:pt x="12951" y="3228"/>
                    <a:pt x="12951" y="3154"/>
                  </a:cubicBezTo>
                  <a:lnTo>
                    <a:pt x="12951" y="121"/>
                  </a:lnTo>
                  <a:cubicBezTo>
                    <a:pt x="12951" y="56"/>
                    <a:pt x="12895" y="0"/>
                    <a:pt x="12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43"/>
            <p:cNvSpPr/>
            <p:nvPr/>
          </p:nvSpPr>
          <p:spPr>
            <a:xfrm>
              <a:off x="1067925" y="2754400"/>
              <a:ext cx="326775" cy="84900"/>
            </a:xfrm>
            <a:custGeom>
              <a:avLst/>
              <a:gdLst/>
              <a:ahLst/>
              <a:cxnLst/>
              <a:rect l="l" t="t" r="r" b="b"/>
              <a:pathLst>
                <a:path w="13071" h="3396" extrusionOk="0">
                  <a:moveTo>
                    <a:pt x="12885" y="112"/>
                  </a:moveTo>
                  <a:cubicBezTo>
                    <a:pt x="12922" y="112"/>
                    <a:pt x="12950" y="140"/>
                    <a:pt x="12950" y="177"/>
                  </a:cubicBezTo>
                  <a:lnTo>
                    <a:pt x="12950" y="3210"/>
                  </a:lnTo>
                  <a:cubicBezTo>
                    <a:pt x="12950" y="3247"/>
                    <a:pt x="12922" y="3275"/>
                    <a:pt x="12885" y="3275"/>
                  </a:cubicBezTo>
                  <a:lnTo>
                    <a:pt x="176" y="3275"/>
                  </a:lnTo>
                  <a:cubicBezTo>
                    <a:pt x="139" y="3275"/>
                    <a:pt x="111" y="3247"/>
                    <a:pt x="111" y="3210"/>
                  </a:cubicBezTo>
                  <a:lnTo>
                    <a:pt x="111" y="177"/>
                  </a:lnTo>
                  <a:cubicBezTo>
                    <a:pt x="111" y="140"/>
                    <a:pt x="139" y="112"/>
                    <a:pt x="176" y="112"/>
                  </a:cubicBezTo>
                  <a:close/>
                  <a:moveTo>
                    <a:pt x="176" y="1"/>
                  </a:moveTo>
                  <a:cubicBezTo>
                    <a:pt x="74" y="1"/>
                    <a:pt x="0" y="75"/>
                    <a:pt x="0" y="177"/>
                  </a:cubicBezTo>
                  <a:lnTo>
                    <a:pt x="0" y="3210"/>
                  </a:lnTo>
                  <a:cubicBezTo>
                    <a:pt x="0" y="3312"/>
                    <a:pt x="74" y="3396"/>
                    <a:pt x="176" y="3396"/>
                  </a:cubicBezTo>
                  <a:lnTo>
                    <a:pt x="12885" y="3396"/>
                  </a:lnTo>
                  <a:cubicBezTo>
                    <a:pt x="12987" y="3396"/>
                    <a:pt x="13071" y="3312"/>
                    <a:pt x="13071" y="3210"/>
                  </a:cubicBezTo>
                  <a:lnTo>
                    <a:pt x="13071" y="177"/>
                  </a:lnTo>
                  <a:cubicBezTo>
                    <a:pt x="13071" y="75"/>
                    <a:pt x="12987" y="1"/>
                    <a:pt x="12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43"/>
            <p:cNvSpPr/>
            <p:nvPr/>
          </p:nvSpPr>
          <p:spPr>
            <a:xfrm>
              <a:off x="1070000" y="2873150"/>
              <a:ext cx="80725" cy="80725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2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21" y="3228"/>
                  </a:cubicBezTo>
                  <a:lnTo>
                    <a:pt x="3099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0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43"/>
            <p:cNvSpPr/>
            <p:nvPr/>
          </p:nvSpPr>
          <p:spPr>
            <a:xfrm>
              <a:off x="1068600" y="2871750"/>
              <a:ext cx="83525" cy="83525"/>
            </a:xfrm>
            <a:custGeom>
              <a:avLst/>
              <a:gdLst/>
              <a:ahLst/>
              <a:cxnLst/>
              <a:rect l="l" t="t" r="r" b="b"/>
              <a:pathLst>
                <a:path w="3341" h="3341" extrusionOk="0">
                  <a:moveTo>
                    <a:pt x="3155" y="112"/>
                  </a:moveTo>
                  <a:cubicBezTo>
                    <a:pt x="3192" y="112"/>
                    <a:pt x="3220" y="140"/>
                    <a:pt x="3220" y="177"/>
                  </a:cubicBezTo>
                  <a:lnTo>
                    <a:pt x="3220" y="3155"/>
                  </a:lnTo>
                  <a:cubicBezTo>
                    <a:pt x="3220" y="3192"/>
                    <a:pt x="3192" y="3220"/>
                    <a:pt x="3155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1" y="84"/>
                    <a:pt x="1" y="177"/>
                  </a:cubicBezTo>
                  <a:lnTo>
                    <a:pt x="1" y="3155"/>
                  </a:lnTo>
                  <a:cubicBezTo>
                    <a:pt x="1" y="3257"/>
                    <a:pt x="75" y="3340"/>
                    <a:pt x="177" y="3340"/>
                  </a:cubicBezTo>
                  <a:lnTo>
                    <a:pt x="3155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43"/>
            <p:cNvSpPr/>
            <p:nvPr/>
          </p:nvSpPr>
          <p:spPr>
            <a:xfrm>
              <a:off x="1190825" y="2873150"/>
              <a:ext cx="80725" cy="80725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31" y="0"/>
                  </a:moveTo>
                  <a:cubicBezTo>
                    <a:pt x="56" y="0"/>
                    <a:pt x="1" y="56"/>
                    <a:pt x="1" y="121"/>
                  </a:cubicBezTo>
                  <a:lnTo>
                    <a:pt x="1" y="3099"/>
                  </a:lnTo>
                  <a:cubicBezTo>
                    <a:pt x="1" y="3173"/>
                    <a:pt x="56" y="3228"/>
                    <a:pt x="131" y="3228"/>
                  </a:cubicBezTo>
                  <a:lnTo>
                    <a:pt x="3108" y="3228"/>
                  </a:lnTo>
                  <a:cubicBezTo>
                    <a:pt x="3173" y="3228"/>
                    <a:pt x="3229" y="3173"/>
                    <a:pt x="3229" y="3099"/>
                  </a:cubicBezTo>
                  <a:lnTo>
                    <a:pt x="3229" y="121"/>
                  </a:lnTo>
                  <a:cubicBezTo>
                    <a:pt x="3229" y="56"/>
                    <a:pt x="3173" y="0"/>
                    <a:pt x="31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43"/>
            <p:cNvSpPr/>
            <p:nvPr/>
          </p:nvSpPr>
          <p:spPr>
            <a:xfrm>
              <a:off x="1189450" y="2871750"/>
              <a:ext cx="83500" cy="83525"/>
            </a:xfrm>
            <a:custGeom>
              <a:avLst/>
              <a:gdLst/>
              <a:ahLst/>
              <a:cxnLst/>
              <a:rect l="l" t="t" r="r" b="b"/>
              <a:pathLst>
                <a:path w="3340" h="3341" extrusionOk="0">
                  <a:moveTo>
                    <a:pt x="3163" y="112"/>
                  </a:moveTo>
                  <a:cubicBezTo>
                    <a:pt x="3200" y="112"/>
                    <a:pt x="3228" y="140"/>
                    <a:pt x="3228" y="177"/>
                  </a:cubicBezTo>
                  <a:lnTo>
                    <a:pt x="3228" y="3155"/>
                  </a:lnTo>
                  <a:cubicBezTo>
                    <a:pt x="3228" y="3192"/>
                    <a:pt x="3200" y="3220"/>
                    <a:pt x="3163" y="3220"/>
                  </a:cubicBezTo>
                  <a:lnTo>
                    <a:pt x="186" y="3220"/>
                  </a:lnTo>
                  <a:cubicBezTo>
                    <a:pt x="148" y="3220"/>
                    <a:pt x="121" y="3192"/>
                    <a:pt x="121" y="3155"/>
                  </a:cubicBezTo>
                  <a:lnTo>
                    <a:pt x="121" y="177"/>
                  </a:lnTo>
                  <a:cubicBezTo>
                    <a:pt x="121" y="140"/>
                    <a:pt x="148" y="112"/>
                    <a:pt x="186" y="112"/>
                  </a:cubicBezTo>
                  <a:close/>
                  <a:moveTo>
                    <a:pt x="186" y="1"/>
                  </a:moveTo>
                  <a:cubicBezTo>
                    <a:pt x="83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83" y="3340"/>
                    <a:pt x="186" y="3340"/>
                  </a:cubicBezTo>
                  <a:lnTo>
                    <a:pt x="3163" y="3340"/>
                  </a:lnTo>
                  <a:cubicBezTo>
                    <a:pt x="3256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6" y="1"/>
                    <a:pt x="31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43"/>
            <p:cNvSpPr/>
            <p:nvPr/>
          </p:nvSpPr>
          <p:spPr>
            <a:xfrm>
              <a:off x="1309350" y="2873150"/>
              <a:ext cx="80500" cy="80725"/>
            </a:xfrm>
            <a:custGeom>
              <a:avLst/>
              <a:gdLst/>
              <a:ahLst/>
              <a:cxnLst/>
              <a:rect l="l" t="t" r="r" b="b"/>
              <a:pathLst>
                <a:path w="3220" h="3229" extrusionOk="0">
                  <a:moveTo>
                    <a:pt x="121" y="0"/>
                  </a:moveTo>
                  <a:cubicBezTo>
                    <a:pt x="56" y="0"/>
                    <a:pt x="0" y="56"/>
                    <a:pt x="0" y="121"/>
                  </a:cubicBezTo>
                  <a:lnTo>
                    <a:pt x="0" y="3099"/>
                  </a:lnTo>
                  <a:cubicBezTo>
                    <a:pt x="0" y="3173"/>
                    <a:pt x="56" y="3228"/>
                    <a:pt x="121" y="3228"/>
                  </a:cubicBezTo>
                  <a:lnTo>
                    <a:pt x="3098" y="3228"/>
                  </a:lnTo>
                  <a:cubicBezTo>
                    <a:pt x="3173" y="3228"/>
                    <a:pt x="3219" y="3173"/>
                    <a:pt x="3219" y="3099"/>
                  </a:cubicBezTo>
                  <a:lnTo>
                    <a:pt x="3219" y="121"/>
                  </a:lnTo>
                  <a:cubicBezTo>
                    <a:pt x="3219" y="56"/>
                    <a:pt x="3173" y="0"/>
                    <a:pt x="30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43"/>
            <p:cNvSpPr/>
            <p:nvPr/>
          </p:nvSpPr>
          <p:spPr>
            <a:xfrm>
              <a:off x="1307950" y="2871750"/>
              <a:ext cx="83500" cy="83525"/>
            </a:xfrm>
            <a:custGeom>
              <a:avLst/>
              <a:gdLst/>
              <a:ahLst/>
              <a:cxnLst/>
              <a:rect l="l" t="t" r="r" b="b"/>
              <a:pathLst>
                <a:path w="3340" h="3341" extrusionOk="0">
                  <a:moveTo>
                    <a:pt x="3154" y="112"/>
                  </a:moveTo>
                  <a:cubicBezTo>
                    <a:pt x="3192" y="112"/>
                    <a:pt x="3219" y="140"/>
                    <a:pt x="3219" y="177"/>
                  </a:cubicBezTo>
                  <a:lnTo>
                    <a:pt x="3219" y="3155"/>
                  </a:lnTo>
                  <a:cubicBezTo>
                    <a:pt x="3219" y="3192"/>
                    <a:pt x="3192" y="3220"/>
                    <a:pt x="3154" y="3220"/>
                  </a:cubicBezTo>
                  <a:lnTo>
                    <a:pt x="177" y="3220"/>
                  </a:lnTo>
                  <a:cubicBezTo>
                    <a:pt x="140" y="3220"/>
                    <a:pt x="112" y="3192"/>
                    <a:pt x="112" y="3155"/>
                  </a:cubicBezTo>
                  <a:lnTo>
                    <a:pt x="112" y="177"/>
                  </a:lnTo>
                  <a:cubicBezTo>
                    <a:pt x="112" y="140"/>
                    <a:pt x="140" y="112"/>
                    <a:pt x="177" y="112"/>
                  </a:cubicBezTo>
                  <a:close/>
                  <a:moveTo>
                    <a:pt x="177" y="1"/>
                  </a:moveTo>
                  <a:cubicBezTo>
                    <a:pt x="75" y="1"/>
                    <a:pt x="0" y="84"/>
                    <a:pt x="0" y="177"/>
                  </a:cubicBezTo>
                  <a:lnTo>
                    <a:pt x="0" y="3155"/>
                  </a:lnTo>
                  <a:cubicBezTo>
                    <a:pt x="0" y="3257"/>
                    <a:pt x="75" y="3340"/>
                    <a:pt x="177" y="3340"/>
                  </a:cubicBezTo>
                  <a:lnTo>
                    <a:pt x="3154" y="3340"/>
                  </a:lnTo>
                  <a:cubicBezTo>
                    <a:pt x="3257" y="3340"/>
                    <a:pt x="3340" y="3257"/>
                    <a:pt x="3340" y="3155"/>
                  </a:cubicBezTo>
                  <a:lnTo>
                    <a:pt x="3340" y="177"/>
                  </a:lnTo>
                  <a:cubicBezTo>
                    <a:pt x="3340" y="84"/>
                    <a:pt x="3257" y="1"/>
                    <a:pt x="3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43"/>
            <p:cNvSpPr/>
            <p:nvPr/>
          </p:nvSpPr>
          <p:spPr>
            <a:xfrm>
              <a:off x="1180850" y="3001400"/>
              <a:ext cx="207375" cy="61700"/>
            </a:xfrm>
            <a:custGeom>
              <a:avLst/>
              <a:gdLst/>
              <a:ahLst/>
              <a:cxnLst/>
              <a:rect l="l" t="t" r="r" b="b"/>
              <a:pathLst>
                <a:path w="8295" h="2468" extrusionOk="0">
                  <a:moveTo>
                    <a:pt x="1235" y="0"/>
                  </a:moveTo>
                  <a:cubicBezTo>
                    <a:pt x="557" y="0"/>
                    <a:pt x="1" y="547"/>
                    <a:pt x="1" y="1234"/>
                  </a:cubicBezTo>
                  <a:cubicBezTo>
                    <a:pt x="1" y="1920"/>
                    <a:pt x="557" y="2468"/>
                    <a:pt x="1235" y="2468"/>
                  </a:cubicBezTo>
                  <a:lnTo>
                    <a:pt x="7051" y="2468"/>
                  </a:lnTo>
                  <a:cubicBezTo>
                    <a:pt x="7738" y="2468"/>
                    <a:pt x="8294" y="1920"/>
                    <a:pt x="8294" y="1234"/>
                  </a:cubicBezTo>
                  <a:cubicBezTo>
                    <a:pt x="8294" y="547"/>
                    <a:pt x="7738" y="0"/>
                    <a:pt x="70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3"/>
            <p:cNvSpPr/>
            <p:nvPr/>
          </p:nvSpPr>
          <p:spPr>
            <a:xfrm>
              <a:off x="1179475" y="2999775"/>
              <a:ext cx="210125" cy="64950"/>
            </a:xfrm>
            <a:custGeom>
              <a:avLst/>
              <a:gdLst/>
              <a:ahLst/>
              <a:cxnLst/>
              <a:rect l="l" t="t" r="r" b="b"/>
              <a:pathLst>
                <a:path w="8405" h="2598" extrusionOk="0">
                  <a:moveTo>
                    <a:pt x="7106" y="121"/>
                  </a:moveTo>
                  <a:cubicBezTo>
                    <a:pt x="7755" y="121"/>
                    <a:pt x="8284" y="650"/>
                    <a:pt x="8284" y="1299"/>
                  </a:cubicBezTo>
                  <a:cubicBezTo>
                    <a:pt x="8284" y="1948"/>
                    <a:pt x="7755" y="2477"/>
                    <a:pt x="7106" y="2477"/>
                  </a:cubicBezTo>
                  <a:lnTo>
                    <a:pt x="1290" y="2477"/>
                  </a:lnTo>
                  <a:cubicBezTo>
                    <a:pt x="640" y="2477"/>
                    <a:pt x="111" y="1948"/>
                    <a:pt x="111" y="1299"/>
                  </a:cubicBezTo>
                  <a:cubicBezTo>
                    <a:pt x="111" y="650"/>
                    <a:pt x="640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5"/>
                    <a:pt x="0" y="1299"/>
                  </a:cubicBezTo>
                  <a:cubicBezTo>
                    <a:pt x="0" y="2013"/>
                    <a:pt x="575" y="2598"/>
                    <a:pt x="1290" y="2598"/>
                  </a:cubicBezTo>
                  <a:lnTo>
                    <a:pt x="7106" y="2598"/>
                  </a:lnTo>
                  <a:cubicBezTo>
                    <a:pt x="7820" y="2598"/>
                    <a:pt x="8405" y="2013"/>
                    <a:pt x="8405" y="1299"/>
                  </a:cubicBezTo>
                  <a:cubicBezTo>
                    <a:pt x="8405" y="585"/>
                    <a:pt x="7820" y="0"/>
                    <a:pt x="71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3"/>
            <p:cNvSpPr/>
            <p:nvPr/>
          </p:nvSpPr>
          <p:spPr>
            <a:xfrm>
              <a:off x="1458450" y="2935300"/>
              <a:ext cx="70075" cy="2800"/>
            </a:xfrm>
            <a:custGeom>
              <a:avLst/>
              <a:gdLst/>
              <a:ahLst/>
              <a:cxnLst/>
              <a:rect l="l" t="t" r="r" b="b"/>
              <a:pathLst>
                <a:path w="280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747" y="112"/>
                  </a:lnTo>
                  <a:cubicBezTo>
                    <a:pt x="2775" y="112"/>
                    <a:pt x="2803" y="93"/>
                    <a:pt x="2803" y="56"/>
                  </a:cubicBezTo>
                  <a:cubicBezTo>
                    <a:pt x="2803" y="28"/>
                    <a:pt x="2775" y="0"/>
                    <a:pt x="2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3"/>
            <p:cNvSpPr/>
            <p:nvPr/>
          </p:nvSpPr>
          <p:spPr>
            <a:xfrm>
              <a:off x="1553325" y="2935300"/>
              <a:ext cx="84425" cy="2800"/>
            </a:xfrm>
            <a:custGeom>
              <a:avLst/>
              <a:gdLst/>
              <a:ahLst/>
              <a:cxnLst/>
              <a:rect l="l" t="t" r="r" b="b"/>
              <a:pathLst>
                <a:path w="3377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3312" y="112"/>
                  </a:lnTo>
                  <a:cubicBezTo>
                    <a:pt x="3349" y="112"/>
                    <a:pt x="3377" y="93"/>
                    <a:pt x="3377" y="56"/>
                  </a:cubicBezTo>
                  <a:cubicBezTo>
                    <a:pt x="3377" y="28"/>
                    <a:pt x="3349" y="0"/>
                    <a:pt x="33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3"/>
            <p:cNvSpPr/>
            <p:nvPr/>
          </p:nvSpPr>
          <p:spPr>
            <a:xfrm>
              <a:off x="1458450" y="3043125"/>
              <a:ext cx="125500" cy="2825"/>
            </a:xfrm>
            <a:custGeom>
              <a:avLst/>
              <a:gdLst/>
              <a:ahLst/>
              <a:cxnLst/>
              <a:rect l="l" t="t" r="r" b="b"/>
              <a:pathLst>
                <a:path w="5020" h="113" extrusionOk="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4964" y="112"/>
                  </a:lnTo>
                  <a:cubicBezTo>
                    <a:pt x="4992" y="112"/>
                    <a:pt x="5020" y="94"/>
                    <a:pt x="5020" y="57"/>
                  </a:cubicBezTo>
                  <a:cubicBezTo>
                    <a:pt x="5020" y="29"/>
                    <a:pt x="4992" y="1"/>
                    <a:pt x="49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3"/>
            <p:cNvSpPr/>
            <p:nvPr/>
          </p:nvSpPr>
          <p:spPr>
            <a:xfrm>
              <a:off x="1458450" y="2972625"/>
              <a:ext cx="195775" cy="2825"/>
            </a:xfrm>
            <a:custGeom>
              <a:avLst/>
              <a:gdLst/>
              <a:ahLst/>
              <a:cxnLst/>
              <a:rect l="l" t="t" r="r" b="b"/>
              <a:pathLst>
                <a:path w="7831" h="113" extrusionOk="0"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66" y="112"/>
                  </a:cubicBezTo>
                  <a:lnTo>
                    <a:pt x="7766" y="112"/>
                  </a:lnTo>
                  <a:cubicBezTo>
                    <a:pt x="7803" y="112"/>
                    <a:pt x="7830" y="94"/>
                    <a:pt x="7830" y="57"/>
                  </a:cubicBezTo>
                  <a:cubicBezTo>
                    <a:pt x="7830" y="29"/>
                    <a:pt x="7803" y="1"/>
                    <a:pt x="77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3"/>
            <p:cNvSpPr/>
            <p:nvPr/>
          </p:nvSpPr>
          <p:spPr>
            <a:xfrm>
              <a:off x="1458450" y="3008125"/>
              <a:ext cx="64050" cy="3025"/>
            </a:xfrm>
            <a:custGeom>
              <a:avLst/>
              <a:gdLst/>
              <a:ahLst/>
              <a:cxnLst/>
              <a:rect l="l" t="t" r="r" b="b"/>
              <a:pathLst>
                <a:path w="2562" h="121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2506" y="121"/>
                  </a:lnTo>
                  <a:cubicBezTo>
                    <a:pt x="2534" y="121"/>
                    <a:pt x="2561" y="93"/>
                    <a:pt x="2561" y="56"/>
                  </a:cubicBezTo>
                  <a:cubicBezTo>
                    <a:pt x="2561" y="28"/>
                    <a:pt x="2534" y="0"/>
                    <a:pt x="2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43"/>
            <p:cNvSpPr/>
            <p:nvPr/>
          </p:nvSpPr>
          <p:spPr>
            <a:xfrm>
              <a:off x="1538475" y="3008125"/>
              <a:ext cx="113900" cy="3025"/>
            </a:xfrm>
            <a:custGeom>
              <a:avLst/>
              <a:gdLst/>
              <a:ahLst/>
              <a:cxnLst/>
              <a:rect l="l" t="t" r="r" b="b"/>
              <a:pathLst>
                <a:path w="4556" h="121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500" y="121"/>
                  </a:lnTo>
                  <a:cubicBezTo>
                    <a:pt x="4537" y="121"/>
                    <a:pt x="4555" y="93"/>
                    <a:pt x="4555" y="56"/>
                  </a:cubicBezTo>
                  <a:cubicBezTo>
                    <a:pt x="4555" y="28"/>
                    <a:pt x="4537" y="0"/>
                    <a:pt x="4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43"/>
            <p:cNvSpPr/>
            <p:nvPr/>
          </p:nvSpPr>
          <p:spPr>
            <a:xfrm>
              <a:off x="1457300" y="2753925"/>
              <a:ext cx="203425" cy="24400"/>
            </a:xfrm>
            <a:custGeom>
              <a:avLst/>
              <a:gdLst/>
              <a:ahLst/>
              <a:cxnLst/>
              <a:rect l="l" t="t" r="r" b="b"/>
              <a:pathLst>
                <a:path w="8137" h="976" extrusionOk="0">
                  <a:moveTo>
                    <a:pt x="177" y="1"/>
                  </a:moveTo>
                  <a:cubicBezTo>
                    <a:pt x="75" y="1"/>
                    <a:pt x="1" y="75"/>
                    <a:pt x="1" y="177"/>
                  </a:cubicBezTo>
                  <a:lnTo>
                    <a:pt x="1" y="975"/>
                  </a:lnTo>
                  <a:lnTo>
                    <a:pt x="8136" y="975"/>
                  </a:lnTo>
                  <a:lnTo>
                    <a:pt x="8136" y="233"/>
                  </a:lnTo>
                  <a:cubicBezTo>
                    <a:pt x="8136" y="103"/>
                    <a:pt x="8025" y="1"/>
                    <a:pt x="7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3"/>
            <p:cNvSpPr/>
            <p:nvPr/>
          </p:nvSpPr>
          <p:spPr>
            <a:xfrm>
              <a:off x="1478875" y="2760425"/>
              <a:ext cx="10225" cy="10475"/>
            </a:xfrm>
            <a:custGeom>
              <a:avLst/>
              <a:gdLst/>
              <a:ahLst/>
              <a:cxnLst/>
              <a:rect l="l" t="t" r="r" b="b"/>
              <a:pathLst>
                <a:path w="409" h="419" extrusionOk="0">
                  <a:moveTo>
                    <a:pt x="204" y="121"/>
                  </a:moveTo>
                  <a:cubicBezTo>
                    <a:pt x="251" y="121"/>
                    <a:pt x="297" y="168"/>
                    <a:pt x="297" y="214"/>
                  </a:cubicBezTo>
                  <a:cubicBezTo>
                    <a:pt x="297" y="270"/>
                    <a:pt x="251" y="307"/>
                    <a:pt x="204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49" y="121"/>
                    <a:pt x="204" y="121"/>
                  </a:cubicBezTo>
                  <a:close/>
                  <a:moveTo>
                    <a:pt x="204" y="1"/>
                  </a:moveTo>
                  <a:cubicBezTo>
                    <a:pt x="93" y="1"/>
                    <a:pt x="0" y="103"/>
                    <a:pt x="0" y="214"/>
                  </a:cubicBezTo>
                  <a:cubicBezTo>
                    <a:pt x="0" y="325"/>
                    <a:pt x="93" y="418"/>
                    <a:pt x="204" y="418"/>
                  </a:cubicBezTo>
                  <a:cubicBezTo>
                    <a:pt x="316" y="418"/>
                    <a:pt x="408" y="335"/>
                    <a:pt x="408" y="214"/>
                  </a:cubicBezTo>
                  <a:cubicBezTo>
                    <a:pt x="408" y="103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43"/>
            <p:cNvSpPr/>
            <p:nvPr/>
          </p:nvSpPr>
          <p:spPr>
            <a:xfrm>
              <a:off x="1493475" y="276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05" y="121"/>
                  </a:moveTo>
                  <a:cubicBezTo>
                    <a:pt x="260" y="121"/>
                    <a:pt x="298" y="168"/>
                    <a:pt x="298" y="214"/>
                  </a:cubicBezTo>
                  <a:cubicBezTo>
                    <a:pt x="298" y="270"/>
                    <a:pt x="251" y="307"/>
                    <a:pt x="205" y="307"/>
                  </a:cubicBezTo>
                  <a:cubicBezTo>
                    <a:pt x="158" y="307"/>
                    <a:pt x="112" y="270"/>
                    <a:pt x="112" y="214"/>
                  </a:cubicBezTo>
                  <a:cubicBezTo>
                    <a:pt x="112" y="168"/>
                    <a:pt x="158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16" y="418"/>
                    <a:pt x="418" y="335"/>
                    <a:pt x="409" y="214"/>
                  </a:cubicBezTo>
                  <a:cubicBezTo>
                    <a:pt x="409" y="103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43"/>
            <p:cNvSpPr/>
            <p:nvPr/>
          </p:nvSpPr>
          <p:spPr>
            <a:xfrm>
              <a:off x="1464250" y="2760425"/>
              <a:ext cx="10475" cy="10475"/>
            </a:xfrm>
            <a:custGeom>
              <a:avLst/>
              <a:gdLst/>
              <a:ahLst/>
              <a:cxnLst/>
              <a:rect l="l" t="t" r="r" b="b"/>
              <a:pathLst>
                <a:path w="419" h="419" extrusionOk="0">
                  <a:moveTo>
                    <a:pt x="205" y="121"/>
                  </a:moveTo>
                  <a:cubicBezTo>
                    <a:pt x="261" y="121"/>
                    <a:pt x="298" y="168"/>
                    <a:pt x="298" y="214"/>
                  </a:cubicBezTo>
                  <a:cubicBezTo>
                    <a:pt x="298" y="270"/>
                    <a:pt x="261" y="307"/>
                    <a:pt x="205" y="307"/>
                  </a:cubicBezTo>
                  <a:cubicBezTo>
                    <a:pt x="159" y="307"/>
                    <a:pt x="112" y="270"/>
                    <a:pt x="112" y="214"/>
                  </a:cubicBezTo>
                  <a:cubicBezTo>
                    <a:pt x="112" y="168"/>
                    <a:pt x="159" y="121"/>
                    <a:pt x="205" y="121"/>
                  </a:cubicBezTo>
                  <a:close/>
                  <a:moveTo>
                    <a:pt x="205" y="1"/>
                  </a:moveTo>
                  <a:cubicBezTo>
                    <a:pt x="94" y="1"/>
                    <a:pt x="1" y="103"/>
                    <a:pt x="1" y="214"/>
                  </a:cubicBezTo>
                  <a:cubicBezTo>
                    <a:pt x="1" y="325"/>
                    <a:pt x="94" y="418"/>
                    <a:pt x="205" y="418"/>
                  </a:cubicBezTo>
                  <a:cubicBezTo>
                    <a:pt x="326" y="418"/>
                    <a:pt x="418" y="335"/>
                    <a:pt x="418" y="214"/>
                  </a:cubicBezTo>
                  <a:cubicBezTo>
                    <a:pt x="418" y="103"/>
                    <a:pt x="32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43"/>
            <p:cNvSpPr/>
            <p:nvPr/>
          </p:nvSpPr>
          <p:spPr>
            <a:xfrm>
              <a:off x="1457075" y="2778300"/>
              <a:ext cx="203400" cy="119450"/>
            </a:xfrm>
            <a:custGeom>
              <a:avLst/>
              <a:gdLst/>
              <a:ahLst/>
              <a:cxnLst/>
              <a:rect l="l" t="t" r="r" b="b"/>
              <a:pathLst>
                <a:path w="8136" h="4778" extrusionOk="0">
                  <a:moveTo>
                    <a:pt x="28" y="0"/>
                  </a:moveTo>
                  <a:cubicBezTo>
                    <a:pt x="19" y="0"/>
                    <a:pt x="0" y="9"/>
                    <a:pt x="0" y="28"/>
                  </a:cubicBezTo>
                  <a:lnTo>
                    <a:pt x="0" y="4750"/>
                  </a:lnTo>
                  <a:cubicBezTo>
                    <a:pt x="0" y="4768"/>
                    <a:pt x="19" y="4778"/>
                    <a:pt x="28" y="4778"/>
                  </a:cubicBezTo>
                  <a:lnTo>
                    <a:pt x="8108" y="4778"/>
                  </a:lnTo>
                  <a:cubicBezTo>
                    <a:pt x="8127" y="4778"/>
                    <a:pt x="8136" y="4768"/>
                    <a:pt x="8136" y="4750"/>
                  </a:cubicBezTo>
                  <a:lnTo>
                    <a:pt x="8136" y="28"/>
                  </a:lnTo>
                  <a:cubicBezTo>
                    <a:pt x="8136" y="9"/>
                    <a:pt x="8127" y="0"/>
                    <a:pt x="81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43"/>
            <p:cNvSpPr/>
            <p:nvPr/>
          </p:nvSpPr>
          <p:spPr>
            <a:xfrm>
              <a:off x="1541250" y="2805875"/>
              <a:ext cx="94200" cy="2825"/>
            </a:xfrm>
            <a:custGeom>
              <a:avLst/>
              <a:gdLst/>
              <a:ahLst/>
              <a:cxnLst/>
              <a:rect l="l" t="t" r="r" b="b"/>
              <a:pathLst>
                <a:path w="3768" h="113" extrusionOk="0">
                  <a:moveTo>
                    <a:pt x="56" y="1"/>
                  </a:moveTo>
                  <a:cubicBezTo>
                    <a:pt x="19" y="1"/>
                    <a:pt x="1" y="20"/>
                    <a:pt x="1" y="57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11" y="112"/>
                  </a:lnTo>
                  <a:cubicBezTo>
                    <a:pt x="3739" y="112"/>
                    <a:pt x="3767" y="84"/>
                    <a:pt x="3767" y="57"/>
                  </a:cubicBezTo>
                  <a:cubicBezTo>
                    <a:pt x="3767" y="20"/>
                    <a:pt x="3739" y="1"/>
                    <a:pt x="37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43"/>
            <p:cNvSpPr/>
            <p:nvPr/>
          </p:nvSpPr>
          <p:spPr>
            <a:xfrm>
              <a:off x="1541025" y="2819800"/>
              <a:ext cx="35050" cy="2800"/>
            </a:xfrm>
            <a:custGeom>
              <a:avLst/>
              <a:gdLst/>
              <a:ahLst/>
              <a:cxnLst/>
              <a:rect l="l" t="t" r="r" b="b"/>
              <a:pathLst>
                <a:path w="1402" h="112" extrusionOk="0">
                  <a:moveTo>
                    <a:pt x="65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65" y="112"/>
                  </a:cubicBezTo>
                  <a:lnTo>
                    <a:pt x="1346" y="112"/>
                  </a:lnTo>
                  <a:cubicBezTo>
                    <a:pt x="1383" y="112"/>
                    <a:pt x="1401" y="84"/>
                    <a:pt x="1401" y="56"/>
                  </a:cubicBezTo>
                  <a:cubicBezTo>
                    <a:pt x="1401" y="19"/>
                    <a:pt x="1383" y="1"/>
                    <a:pt x="13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43"/>
            <p:cNvSpPr/>
            <p:nvPr/>
          </p:nvSpPr>
          <p:spPr>
            <a:xfrm>
              <a:off x="1586475" y="2819800"/>
              <a:ext cx="42000" cy="2800"/>
            </a:xfrm>
            <a:custGeom>
              <a:avLst/>
              <a:gdLst/>
              <a:ahLst/>
              <a:cxnLst/>
              <a:rect l="l" t="t" r="r" b="b"/>
              <a:pathLst>
                <a:path w="1680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1615" y="112"/>
                  </a:lnTo>
                  <a:cubicBezTo>
                    <a:pt x="1652" y="112"/>
                    <a:pt x="1680" y="84"/>
                    <a:pt x="1680" y="56"/>
                  </a:cubicBezTo>
                  <a:cubicBezTo>
                    <a:pt x="1680" y="19"/>
                    <a:pt x="1652" y="1"/>
                    <a:pt x="1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43"/>
            <p:cNvSpPr/>
            <p:nvPr/>
          </p:nvSpPr>
          <p:spPr>
            <a:xfrm>
              <a:off x="1541250" y="2861775"/>
              <a:ext cx="61500" cy="2800"/>
            </a:xfrm>
            <a:custGeom>
              <a:avLst/>
              <a:gdLst/>
              <a:ahLst/>
              <a:cxnLst/>
              <a:rect l="l" t="t" r="r" b="b"/>
              <a:pathLst>
                <a:path w="2460" h="112" extrusionOk="0">
                  <a:moveTo>
                    <a:pt x="56" y="1"/>
                  </a:moveTo>
                  <a:cubicBezTo>
                    <a:pt x="19" y="1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394" y="112"/>
                  </a:lnTo>
                  <a:cubicBezTo>
                    <a:pt x="2431" y="112"/>
                    <a:pt x="2459" y="93"/>
                    <a:pt x="2459" y="56"/>
                  </a:cubicBezTo>
                  <a:cubicBezTo>
                    <a:pt x="2459" y="28"/>
                    <a:pt x="2431" y="1"/>
                    <a:pt x="23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43"/>
            <p:cNvSpPr/>
            <p:nvPr/>
          </p:nvSpPr>
          <p:spPr>
            <a:xfrm>
              <a:off x="1541250" y="2834175"/>
              <a:ext cx="95125" cy="3050"/>
            </a:xfrm>
            <a:custGeom>
              <a:avLst/>
              <a:gdLst/>
              <a:ahLst/>
              <a:cxnLst/>
              <a:rect l="l" t="t" r="r" b="b"/>
              <a:pathLst>
                <a:path w="3805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3739" y="121"/>
                  </a:lnTo>
                  <a:cubicBezTo>
                    <a:pt x="3776" y="121"/>
                    <a:pt x="3804" y="93"/>
                    <a:pt x="3804" y="66"/>
                  </a:cubicBezTo>
                  <a:cubicBezTo>
                    <a:pt x="3804" y="29"/>
                    <a:pt x="3776" y="1"/>
                    <a:pt x="3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43"/>
            <p:cNvSpPr/>
            <p:nvPr/>
          </p:nvSpPr>
          <p:spPr>
            <a:xfrm>
              <a:off x="1541250" y="2848100"/>
              <a:ext cx="32025" cy="3025"/>
            </a:xfrm>
            <a:custGeom>
              <a:avLst/>
              <a:gdLst/>
              <a:ahLst/>
              <a:cxnLst/>
              <a:rect l="l" t="t" r="r" b="b"/>
              <a:pathLst>
                <a:path w="1281" h="121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1225" y="121"/>
                  </a:lnTo>
                  <a:cubicBezTo>
                    <a:pt x="1253" y="121"/>
                    <a:pt x="1281" y="93"/>
                    <a:pt x="1281" y="56"/>
                  </a:cubicBezTo>
                  <a:cubicBezTo>
                    <a:pt x="1281" y="28"/>
                    <a:pt x="1253" y="0"/>
                    <a:pt x="1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43"/>
            <p:cNvSpPr/>
            <p:nvPr/>
          </p:nvSpPr>
          <p:spPr>
            <a:xfrm>
              <a:off x="1579300" y="2848100"/>
              <a:ext cx="56150" cy="3025"/>
            </a:xfrm>
            <a:custGeom>
              <a:avLst/>
              <a:gdLst/>
              <a:ahLst/>
              <a:cxnLst/>
              <a:rect l="l" t="t" r="r" b="b"/>
              <a:pathLst>
                <a:path w="2246" h="121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2189" y="121"/>
                  </a:lnTo>
                  <a:cubicBezTo>
                    <a:pt x="2217" y="121"/>
                    <a:pt x="2245" y="93"/>
                    <a:pt x="2245" y="56"/>
                  </a:cubicBezTo>
                  <a:cubicBezTo>
                    <a:pt x="2245" y="28"/>
                    <a:pt x="2217" y="0"/>
                    <a:pt x="2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43"/>
            <p:cNvSpPr/>
            <p:nvPr/>
          </p:nvSpPr>
          <p:spPr>
            <a:xfrm>
              <a:off x="1472150" y="2805425"/>
              <a:ext cx="26700" cy="32500"/>
            </a:xfrm>
            <a:custGeom>
              <a:avLst/>
              <a:gdLst/>
              <a:ahLst/>
              <a:cxnLst/>
              <a:rect l="l" t="t" r="r" b="b"/>
              <a:pathLst>
                <a:path w="1068" h="1300" extrusionOk="0">
                  <a:moveTo>
                    <a:pt x="1030" y="0"/>
                  </a:moveTo>
                  <a:cubicBezTo>
                    <a:pt x="418" y="102"/>
                    <a:pt x="0" y="687"/>
                    <a:pt x="112" y="1299"/>
                  </a:cubicBezTo>
                  <a:lnTo>
                    <a:pt x="325" y="1262"/>
                  </a:lnTo>
                  <a:cubicBezTo>
                    <a:pt x="316" y="1216"/>
                    <a:pt x="306" y="1160"/>
                    <a:pt x="306" y="1114"/>
                  </a:cubicBezTo>
                  <a:cubicBezTo>
                    <a:pt x="306" y="659"/>
                    <a:pt x="640" y="288"/>
                    <a:pt x="1067" y="204"/>
                  </a:cubicBezTo>
                  <a:lnTo>
                    <a:pt x="10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43"/>
            <p:cNvSpPr/>
            <p:nvPr/>
          </p:nvSpPr>
          <p:spPr>
            <a:xfrm>
              <a:off x="1530600" y="2828375"/>
              <a:ext cx="475" cy="5825"/>
            </a:xfrm>
            <a:custGeom>
              <a:avLst/>
              <a:gdLst/>
              <a:ahLst/>
              <a:cxnLst/>
              <a:rect l="l" t="t" r="r" b="b"/>
              <a:pathLst>
                <a:path w="19" h="233" extrusionOk="0">
                  <a:moveTo>
                    <a:pt x="0" y="1"/>
                  </a:moveTo>
                  <a:cubicBezTo>
                    <a:pt x="9" y="84"/>
                    <a:pt x="9" y="159"/>
                    <a:pt x="9" y="233"/>
                  </a:cubicBezTo>
                  <a:cubicBezTo>
                    <a:pt x="19" y="159"/>
                    <a:pt x="9" y="8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43"/>
            <p:cNvSpPr/>
            <p:nvPr/>
          </p:nvSpPr>
          <p:spPr>
            <a:xfrm>
              <a:off x="1474925" y="2836975"/>
              <a:ext cx="32500" cy="24525"/>
            </a:xfrm>
            <a:custGeom>
              <a:avLst/>
              <a:gdLst/>
              <a:ahLst/>
              <a:cxnLst/>
              <a:rect l="l" t="t" r="r" b="b"/>
              <a:pathLst>
                <a:path w="1300" h="981" extrusionOk="0">
                  <a:moveTo>
                    <a:pt x="214" y="0"/>
                  </a:moveTo>
                  <a:lnTo>
                    <a:pt x="1" y="37"/>
                  </a:lnTo>
                  <a:cubicBezTo>
                    <a:pt x="92" y="587"/>
                    <a:pt x="573" y="980"/>
                    <a:pt x="1114" y="980"/>
                  </a:cubicBezTo>
                  <a:cubicBezTo>
                    <a:pt x="1175" y="980"/>
                    <a:pt x="1237" y="975"/>
                    <a:pt x="1299" y="965"/>
                  </a:cubicBezTo>
                  <a:lnTo>
                    <a:pt x="1262" y="751"/>
                  </a:lnTo>
                  <a:cubicBezTo>
                    <a:pt x="1216" y="761"/>
                    <a:pt x="1169" y="770"/>
                    <a:pt x="1114" y="770"/>
                  </a:cubicBezTo>
                  <a:cubicBezTo>
                    <a:pt x="659" y="770"/>
                    <a:pt x="288" y="436"/>
                    <a:pt x="2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43"/>
            <p:cNvSpPr/>
            <p:nvPr/>
          </p:nvSpPr>
          <p:spPr>
            <a:xfrm>
              <a:off x="1497900" y="2804975"/>
              <a:ext cx="33175" cy="56125"/>
            </a:xfrm>
            <a:custGeom>
              <a:avLst/>
              <a:gdLst/>
              <a:ahLst/>
              <a:cxnLst/>
              <a:rect l="l" t="t" r="r" b="b"/>
              <a:pathLst>
                <a:path w="1327" h="2245" extrusionOk="0">
                  <a:moveTo>
                    <a:pt x="199" y="0"/>
                  </a:moveTo>
                  <a:cubicBezTo>
                    <a:pt x="133" y="0"/>
                    <a:pt x="67" y="6"/>
                    <a:pt x="0" y="18"/>
                  </a:cubicBezTo>
                  <a:lnTo>
                    <a:pt x="37" y="222"/>
                  </a:lnTo>
                  <a:cubicBezTo>
                    <a:pt x="93" y="213"/>
                    <a:pt x="139" y="213"/>
                    <a:pt x="195" y="213"/>
                  </a:cubicBezTo>
                  <a:cubicBezTo>
                    <a:pt x="705" y="213"/>
                    <a:pt x="1113" y="621"/>
                    <a:pt x="1113" y="1132"/>
                  </a:cubicBezTo>
                  <a:cubicBezTo>
                    <a:pt x="1113" y="1586"/>
                    <a:pt x="779" y="1966"/>
                    <a:pt x="343" y="2031"/>
                  </a:cubicBezTo>
                  <a:lnTo>
                    <a:pt x="380" y="2245"/>
                  </a:lnTo>
                  <a:cubicBezTo>
                    <a:pt x="844" y="2161"/>
                    <a:pt x="1187" y="1818"/>
                    <a:pt x="1289" y="1391"/>
                  </a:cubicBezTo>
                  <a:cubicBezTo>
                    <a:pt x="1308" y="1317"/>
                    <a:pt x="1317" y="1243"/>
                    <a:pt x="1317" y="1169"/>
                  </a:cubicBezTo>
                  <a:cubicBezTo>
                    <a:pt x="1327" y="1094"/>
                    <a:pt x="1317" y="1020"/>
                    <a:pt x="1308" y="937"/>
                  </a:cubicBezTo>
                  <a:cubicBezTo>
                    <a:pt x="1209" y="391"/>
                    <a:pt x="734" y="0"/>
                    <a:pt x="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43"/>
            <p:cNvSpPr/>
            <p:nvPr/>
          </p:nvSpPr>
          <p:spPr>
            <a:xfrm>
              <a:off x="762025" y="3044525"/>
              <a:ext cx="317750" cy="226600"/>
            </a:xfrm>
            <a:custGeom>
              <a:avLst/>
              <a:gdLst/>
              <a:ahLst/>
              <a:cxnLst/>
              <a:rect l="l" t="t" r="r" b="b"/>
              <a:pathLst>
                <a:path w="12710" h="9064" extrusionOk="0">
                  <a:moveTo>
                    <a:pt x="232" y="1"/>
                  </a:move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43"/>
            <p:cNvSpPr/>
            <p:nvPr/>
          </p:nvSpPr>
          <p:spPr>
            <a:xfrm>
              <a:off x="762025" y="3044525"/>
              <a:ext cx="317750" cy="226600"/>
            </a:xfrm>
            <a:custGeom>
              <a:avLst/>
              <a:gdLst/>
              <a:ahLst/>
              <a:cxnLst/>
              <a:rect l="l" t="t" r="r" b="b"/>
              <a:pathLst>
                <a:path w="12710" h="9064" extrusionOk="0">
                  <a:moveTo>
                    <a:pt x="232" y="9064"/>
                  </a:moveTo>
                  <a:lnTo>
                    <a:pt x="12477" y="9064"/>
                  </a:lnTo>
                  <a:cubicBezTo>
                    <a:pt x="12607" y="9064"/>
                    <a:pt x="12709" y="8953"/>
                    <a:pt x="12709" y="8823"/>
                  </a:cubicBezTo>
                  <a:lnTo>
                    <a:pt x="12709" y="233"/>
                  </a:lnTo>
                  <a:cubicBezTo>
                    <a:pt x="12709" y="103"/>
                    <a:pt x="12607" y="1"/>
                    <a:pt x="12477" y="1"/>
                  </a:cubicBezTo>
                  <a:lnTo>
                    <a:pt x="232" y="1"/>
                  </a:lnTo>
                  <a:cubicBezTo>
                    <a:pt x="102" y="1"/>
                    <a:pt x="0" y="103"/>
                    <a:pt x="0" y="233"/>
                  </a:cubicBezTo>
                  <a:lnTo>
                    <a:pt x="0" y="8823"/>
                  </a:lnTo>
                  <a:cubicBezTo>
                    <a:pt x="0" y="8953"/>
                    <a:pt x="102" y="9064"/>
                    <a:pt x="232" y="90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43"/>
            <p:cNvSpPr/>
            <p:nvPr/>
          </p:nvSpPr>
          <p:spPr>
            <a:xfrm>
              <a:off x="779875" y="3027375"/>
              <a:ext cx="317750" cy="38275"/>
            </a:xfrm>
            <a:custGeom>
              <a:avLst/>
              <a:gdLst/>
              <a:ahLst/>
              <a:cxnLst/>
              <a:rect l="l" t="t" r="r" b="b"/>
              <a:pathLst>
                <a:path w="12710" h="1531" extrusionOk="0">
                  <a:moveTo>
                    <a:pt x="279" y="0"/>
                  </a:moveTo>
                  <a:cubicBezTo>
                    <a:pt x="121" y="0"/>
                    <a:pt x="0" y="130"/>
                    <a:pt x="0" y="278"/>
                  </a:cubicBezTo>
                  <a:lnTo>
                    <a:pt x="0" y="1531"/>
                  </a:lnTo>
                  <a:lnTo>
                    <a:pt x="12709" y="1531"/>
                  </a:lnTo>
                  <a:lnTo>
                    <a:pt x="12709" y="362"/>
                  </a:lnTo>
                  <a:cubicBezTo>
                    <a:pt x="12709" y="167"/>
                    <a:pt x="12542" y="0"/>
                    <a:pt x="12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43"/>
            <p:cNvSpPr/>
            <p:nvPr/>
          </p:nvSpPr>
          <p:spPr>
            <a:xfrm>
              <a:off x="778250" y="3025975"/>
              <a:ext cx="320775" cy="41075"/>
            </a:xfrm>
            <a:custGeom>
              <a:avLst/>
              <a:gdLst/>
              <a:ahLst/>
              <a:cxnLst/>
              <a:rect l="l" t="t" r="r" b="b"/>
              <a:pathLst>
                <a:path w="12831" h="1643" extrusionOk="0">
                  <a:moveTo>
                    <a:pt x="12413" y="112"/>
                  </a:moveTo>
                  <a:cubicBezTo>
                    <a:pt x="12580" y="112"/>
                    <a:pt x="12719" y="251"/>
                    <a:pt x="12719" y="418"/>
                  </a:cubicBezTo>
                  <a:lnTo>
                    <a:pt x="12719" y="1522"/>
                  </a:lnTo>
                  <a:lnTo>
                    <a:pt x="121" y="1522"/>
                  </a:lnTo>
                  <a:lnTo>
                    <a:pt x="121" y="334"/>
                  </a:ln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0"/>
                  </a:moveTo>
                  <a:cubicBezTo>
                    <a:pt x="158" y="0"/>
                    <a:pt x="0" y="149"/>
                    <a:pt x="0" y="334"/>
                  </a:cubicBezTo>
                  <a:lnTo>
                    <a:pt x="0" y="1642"/>
                  </a:lnTo>
                  <a:lnTo>
                    <a:pt x="12830" y="1642"/>
                  </a:lnTo>
                  <a:lnTo>
                    <a:pt x="12830" y="418"/>
                  </a:lnTo>
                  <a:cubicBezTo>
                    <a:pt x="12830" y="186"/>
                    <a:pt x="12645" y="0"/>
                    <a:pt x="124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43"/>
            <p:cNvSpPr/>
            <p:nvPr/>
          </p:nvSpPr>
          <p:spPr>
            <a:xfrm>
              <a:off x="814200" y="3038725"/>
              <a:ext cx="14625" cy="14650"/>
            </a:xfrm>
            <a:custGeom>
              <a:avLst/>
              <a:gdLst/>
              <a:ahLst/>
              <a:cxnLst/>
              <a:rect l="l" t="t" r="r" b="b"/>
              <a:pathLst>
                <a:path w="585" h="586" extrusionOk="0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43"/>
            <p:cNvSpPr/>
            <p:nvPr/>
          </p:nvSpPr>
          <p:spPr>
            <a:xfrm>
              <a:off x="837150" y="3038725"/>
              <a:ext cx="14650" cy="14650"/>
            </a:xfrm>
            <a:custGeom>
              <a:avLst/>
              <a:gdLst/>
              <a:ahLst/>
              <a:cxnLst/>
              <a:rect l="l" t="t" r="r" b="b"/>
              <a:pathLst>
                <a:path w="586" h="586" extrusionOk="0">
                  <a:moveTo>
                    <a:pt x="288" y="112"/>
                  </a:moveTo>
                  <a:cubicBezTo>
                    <a:pt x="390" y="112"/>
                    <a:pt x="465" y="196"/>
                    <a:pt x="465" y="288"/>
                  </a:cubicBezTo>
                  <a:cubicBezTo>
                    <a:pt x="465" y="390"/>
                    <a:pt x="390" y="465"/>
                    <a:pt x="288" y="465"/>
                  </a:cubicBezTo>
                  <a:cubicBezTo>
                    <a:pt x="196" y="465"/>
                    <a:pt x="112" y="390"/>
                    <a:pt x="112" y="288"/>
                  </a:cubicBezTo>
                  <a:cubicBezTo>
                    <a:pt x="112" y="196"/>
                    <a:pt x="19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88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43"/>
            <p:cNvSpPr/>
            <p:nvPr/>
          </p:nvSpPr>
          <p:spPr>
            <a:xfrm>
              <a:off x="791475" y="3038725"/>
              <a:ext cx="14625" cy="14650"/>
            </a:xfrm>
            <a:custGeom>
              <a:avLst/>
              <a:gdLst/>
              <a:ahLst/>
              <a:cxnLst/>
              <a:rect l="l" t="t" r="r" b="b"/>
              <a:pathLst>
                <a:path w="585" h="586" extrusionOk="0">
                  <a:moveTo>
                    <a:pt x="297" y="112"/>
                  </a:moveTo>
                  <a:cubicBezTo>
                    <a:pt x="390" y="112"/>
                    <a:pt x="473" y="196"/>
                    <a:pt x="473" y="288"/>
                  </a:cubicBezTo>
                  <a:cubicBezTo>
                    <a:pt x="473" y="390"/>
                    <a:pt x="390" y="465"/>
                    <a:pt x="297" y="465"/>
                  </a:cubicBezTo>
                  <a:cubicBezTo>
                    <a:pt x="195" y="465"/>
                    <a:pt x="121" y="390"/>
                    <a:pt x="121" y="288"/>
                  </a:cubicBezTo>
                  <a:cubicBezTo>
                    <a:pt x="121" y="196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0" y="131"/>
                    <a:pt x="0" y="288"/>
                  </a:cubicBezTo>
                  <a:cubicBezTo>
                    <a:pt x="0" y="455"/>
                    <a:pt x="130" y="585"/>
                    <a:pt x="297" y="585"/>
                  </a:cubicBezTo>
                  <a:cubicBezTo>
                    <a:pt x="455" y="585"/>
                    <a:pt x="585" y="455"/>
                    <a:pt x="585" y="288"/>
                  </a:cubicBezTo>
                  <a:cubicBezTo>
                    <a:pt x="585" y="131"/>
                    <a:pt x="455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43"/>
            <p:cNvSpPr/>
            <p:nvPr/>
          </p:nvSpPr>
          <p:spPr>
            <a:xfrm>
              <a:off x="779650" y="3065625"/>
              <a:ext cx="317975" cy="186725"/>
            </a:xfrm>
            <a:custGeom>
              <a:avLst/>
              <a:gdLst/>
              <a:ahLst/>
              <a:cxnLst/>
              <a:rect l="l" t="t" r="r" b="b"/>
              <a:pathLst>
                <a:path w="12719" h="7469" extrusionOk="0">
                  <a:moveTo>
                    <a:pt x="37" y="1"/>
                  </a:moveTo>
                  <a:cubicBezTo>
                    <a:pt x="19" y="1"/>
                    <a:pt x="0" y="19"/>
                    <a:pt x="0" y="38"/>
                  </a:cubicBezTo>
                  <a:lnTo>
                    <a:pt x="0" y="7431"/>
                  </a:lnTo>
                  <a:cubicBezTo>
                    <a:pt x="0" y="7450"/>
                    <a:pt x="19" y="7468"/>
                    <a:pt x="37" y="7468"/>
                  </a:cubicBezTo>
                  <a:lnTo>
                    <a:pt x="12672" y="7468"/>
                  </a:lnTo>
                  <a:cubicBezTo>
                    <a:pt x="12700" y="7468"/>
                    <a:pt x="12718" y="7450"/>
                    <a:pt x="12718" y="7431"/>
                  </a:cubicBezTo>
                  <a:lnTo>
                    <a:pt x="12718" y="38"/>
                  </a:lnTo>
                  <a:cubicBezTo>
                    <a:pt x="12718" y="19"/>
                    <a:pt x="12700" y="1"/>
                    <a:pt x="12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43"/>
            <p:cNvSpPr/>
            <p:nvPr/>
          </p:nvSpPr>
          <p:spPr>
            <a:xfrm>
              <a:off x="778250" y="3064000"/>
              <a:ext cx="320775" cy="189750"/>
            </a:xfrm>
            <a:custGeom>
              <a:avLst/>
              <a:gdLst/>
              <a:ahLst/>
              <a:cxnLst/>
              <a:rect l="l" t="t" r="r" b="b"/>
              <a:pathLst>
                <a:path w="12831" h="7590" extrusionOk="0">
                  <a:moveTo>
                    <a:pt x="12709" y="121"/>
                  </a:moveTo>
                  <a:lnTo>
                    <a:pt x="12709" y="7478"/>
                  </a:lnTo>
                  <a:lnTo>
                    <a:pt x="112" y="7478"/>
                  </a:lnTo>
                  <a:lnTo>
                    <a:pt x="112" y="121"/>
                  </a:lnTo>
                  <a:close/>
                  <a:moveTo>
                    <a:pt x="93" y="1"/>
                  </a:moveTo>
                  <a:cubicBezTo>
                    <a:pt x="47" y="1"/>
                    <a:pt x="0" y="47"/>
                    <a:pt x="0" y="103"/>
                  </a:cubicBezTo>
                  <a:lnTo>
                    <a:pt x="0" y="7496"/>
                  </a:lnTo>
                  <a:cubicBezTo>
                    <a:pt x="0" y="7543"/>
                    <a:pt x="47" y="7589"/>
                    <a:pt x="93" y="7589"/>
                  </a:cubicBezTo>
                  <a:lnTo>
                    <a:pt x="12728" y="7589"/>
                  </a:lnTo>
                  <a:cubicBezTo>
                    <a:pt x="12784" y="7589"/>
                    <a:pt x="12830" y="7543"/>
                    <a:pt x="12830" y="7496"/>
                  </a:cubicBezTo>
                  <a:lnTo>
                    <a:pt x="12830" y="103"/>
                  </a:lnTo>
                  <a:cubicBezTo>
                    <a:pt x="12830" y="47"/>
                    <a:pt x="12784" y="1"/>
                    <a:pt x="12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43"/>
            <p:cNvSpPr/>
            <p:nvPr/>
          </p:nvSpPr>
          <p:spPr>
            <a:xfrm>
              <a:off x="911825" y="3109475"/>
              <a:ext cx="145675" cy="2800"/>
            </a:xfrm>
            <a:custGeom>
              <a:avLst/>
              <a:gdLst/>
              <a:ahLst/>
              <a:cxnLst/>
              <a:rect l="l" t="t" r="r" b="b"/>
              <a:pathLst>
                <a:path w="5827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1"/>
                    <a:pt x="56" y="111"/>
                  </a:cubicBezTo>
                  <a:lnTo>
                    <a:pt x="5771" y="111"/>
                  </a:lnTo>
                  <a:cubicBezTo>
                    <a:pt x="5799" y="111"/>
                    <a:pt x="5827" y="84"/>
                    <a:pt x="5827" y="56"/>
                  </a:cubicBezTo>
                  <a:cubicBezTo>
                    <a:pt x="5827" y="19"/>
                    <a:pt x="5799" y="0"/>
                    <a:pt x="5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3"/>
            <p:cNvSpPr/>
            <p:nvPr/>
          </p:nvSpPr>
          <p:spPr>
            <a:xfrm>
              <a:off x="911825" y="3131025"/>
              <a:ext cx="52900" cy="3050"/>
            </a:xfrm>
            <a:custGeom>
              <a:avLst/>
              <a:gdLst/>
              <a:ahLst/>
              <a:cxnLst/>
              <a:rect l="l" t="t" r="r" b="b"/>
              <a:pathLst>
                <a:path w="2116" h="122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21"/>
                    <a:pt x="56" y="121"/>
                  </a:cubicBezTo>
                  <a:lnTo>
                    <a:pt x="2060" y="121"/>
                  </a:lnTo>
                  <a:cubicBezTo>
                    <a:pt x="2097" y="121"/>
                    <a:pt x="2116" y="94"/>
                    <a:pt x="2116" y="56"/>
                  </a:cubicBezTo>
                  <a:cubicBezTo>
                    <a:pt x="2116" y="29"/>
                    <a:pt x="2097" y="1"/>
                    <a:pt x="20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3"/>
            <p:cNvSpPr/>
            <p:nvPr/>
          </p:nvSpPr>
          <p:spPr>
            <a:xfrm>
              <a:off x="982575" y="3131025"/>
              <a:ext cx="63800" cy="3050"/>
            </a:xfrm>
            <a:custGeom>
              <a:avLst/>
              <a:gdLst/>
              <a:ahLst/>
              <a:cxnLst/>
              <a:rect l="l" t="t" r="r" b="b"/>
              <a:pathLst>
                <a:path w="2552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2496" y="121"/>
                  </a:lnTo>
                  <a:cubicBezTo>
                    <a:pt x="2523" y="121"/>
                    <a:pt x="2551" y="94"/>
                    <a:pt x="2551" y="56"/>
                  </a:cubicBezTo>
                  <a:cubicBezTo>
                    <a:pt x="2551" y="29"/>
                    <a:pt x="2523" y="1"/>
                    <a:pt x="24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3"/>
            <p:cNvSpPr/>
            <p:nvPr/>
          </p:nvSpPr>
          <p:spPr>
            <a:xfrm>
              <a:off x="911825" y="3196900"/>
              <a:ext cx="94425" cy="2800"/>
            </a:xfrm>
            <a:custGeom>
              <a:avLst/>
              <a:gdLst/>
              <a:ahLst/>
              <a:cxnLst/>
              <a:rect l="l" t="t" r="r" b="b"/>
              <a:pathLst>
                <a:path w="3777" h="112" extrusionOk="0"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3721" y="112"/>
                  </a:lnTo>
                  <a:cubicBezTo>
                    <a:pt x="3749" y="112"/>
                    <a:pt x="3776" y="84"/>
                    <a:pt x="3776" y="56"/>
                  </a:cubicBezTo>
                  <a:cubicBezTo>
                    <a:pt x="3776" y="19"/>
                    <a:pt x="3749" y="0"/>
                    <a:pt x="37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3"/>
            <p:cNvSpPr/>
            <p:nvPr/>
          </p:nvSpPr>
          <p:spPr>
            <a:xfrm>
              <a:off x="911825" y="3153750"/>
              <a:ext cx="147075" cy="3050"/>
            </a:xfrm>
            <a:custGeom>
              <a:avLst/>
              <a:gdLst/>
              <a:ahLst/>
              <a:cxnLst/>
              <a:rect l="l" t="t" r="r" b="b"/>
              <a:pathLst>
                <a:path w="5883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4"/>
                    <a:pt x="19" y="122"/>
                    <a:pt x="56" y="122"/>
                  </a:cubicBezTo>
                  <a:lnTo>
                    <a:pt x="5817" y="122"/>
                  </a:lnTo>
                  <a:cubicBezTo>
                    <a:pt x="5854" y="122"/>
                    <a:pt x="5882" y="94"/>
                    <a:pt x="5882" y="66"/>
                  </a:cubicBezTo>
                  <a:cubicBezTo>
                    <a:pt x="5882" y="29"/>
                    <a:pt x="5854" y="1"/>
                    <a:pt x="5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3"/>
            <p:cNvSpPr/>
            <p:nvPr/>
          </p:nvSpPr>
          <p:spPr>
            <a:xfrm>
              <a:off x="911825" y="3175550"/>
              <a:ext cx="48500" cy="2825"/>
            </a:xfrm>
            <a:custGeom>
              <a:avLst/>
              <a:gdLst/>
              <a:ahLst/>
              <a:cxnLst/>
              <a:rect l="l" t="t" r="r" b="b"/>
              <a:pathLst>
                <a:path w="1940" h="113" extrusionOk="0">
                  <a:moveTo>
                    <a:pt x="56" y="1"/>
                  </a:moveTo>
                  <a:cubicBezTo>
                    <a:pt x="19" y="1"/>
                    <a:pt x="1" y="29"/>
                    <a:pt x="1" y="57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1884" y="112"/>
                  </a:lnTo>
                  <a:cubicBezTo>
                    <a:pt x="1912" y="112"/>
                    <a:pt x="1940" y="84"/>
                    <a:pt x="1940" y="57"/>
                  </a:cubicBezTo>
                  <a:cubicBezTo>
                    <a:pt x="1940" y="29"/>
                    <a:pt x="1912" y="1"/>
                    <a:pt x="1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3"/>
            <p:cNvSpPr/>
            <p:nvPr/>
          </p:nvSpPr>
          <p:spPr>
            <a:xfrm>
              <a:off x="971425" y="3175550"/>
              <a:ext cx="86075" cy="2825"/>
            </a:xfrm>
            <a:custGeom>
              <a:avLst/>
              <a:gdLst/>
              <a:ahLst/>
              <a:cxnLst/>
              <a:rect l="l" t="t" r="r" b="b"/>
              <a:pathLst>
                <a:path w="3443" h="113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4"/>
                    <a:pt x="29" y="112"/>
                    <a:pt x="57" y="112"/>
                  </a:cubicBezTo>
                  <a:lnTo>
                    <a:pt x="3387" y="112"/>
                  </a:lnTo>
                  <a:cubicBezTo>
                    <a:pt x="3415" y="112"/>
                    <a:pt x="3443" y="84"/>
                    <a:pt x="3443" y="57"/>
                  </a:cubicBezTo>
                  <a:cubicBezTo>
                    <a:pt x="3443" y="29"/>
                    <a:pt x="3415" y="1"/>
                    <a:pt x="33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3"/>
            <p:cNvSpPr/>
            <p:nvPr/>
          </p:nvSpPr>
          <p:spPr>
            <a:xfrm>
              <a:off x="803075" y="3107850"/>
              <a:ext cx="41750" cy="50800"/>
            </a:xfrm>
            <a:custGeom>
              <a:avLst/>
              <a:gdLst/>
              <a:ahLst/>
              <a:cxnLst/>
              <a:rect l="l" t="t" r="r" b="b"/>
              <a:pathLst>
                <a:path w="1670" h="2032" extrusionOk="0">
                  <a:moveTo>
                    <a:pt x="1614" y="0"/>
                  </a:moveTo>
                  <a:cubicBezTo>
                    <a:pt x="649" y="167"/>
                    <a:pt x="0" y="1076"/>
                    <a:pt x="167" y="2032"/>
                  </a:cubicBezTo>
                  <a:lnTo>
                    <a:pt x="501" y="1976"/>
                  </a:lnTo>
                  <a:cubicBezTo>
                    <a:pt x="492" y="1902"/>
                    <a:pt x="482" y="1818"/>
                    <a:pt x="482" y="1744"/>
                  </a:cubicBezTo>
                  <a:cubicBezTo>
                    <a:pt x="482" y="1030"/>
                    <a:pt x="993" y="445"/>
                    <a:pt x="1670" y="325"/>
                  </a:cubicBezTo>
                  <a:lnTo>
                    <a:pt x="16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3"/>
            <p:cNvSpPr/>
            <p:nvPr/>
          </p:nvSpPr>
          <p:spPr>
            <a:xfrm>
              <a:off x="894200" y="3144025"/>
              <a:ext cx="725" cy="8825"/>
            </a:xfrm>
            <a:custGeom>
              <a:avLst/>
              <a:gdLst/>
              <a:ahLst/>
              <a:cxnLst/>
              <a:rect l="l" t="t" r="r" b="b"/>
              <a:pathLst>
                <a:path w="29" h="353" extrusionOk="0">
                  <a:moveTo>
                    <a:pt x="29" y="353"/>
                  </a:moveTo>
                  <a:cubicBezTo>
                    <a:pt x="29" y="241"/>
                    <a:pt x="19" y="121"/>
                    <a:pt x="1" y="0"/>
                  </a:cubicBezTo>
                  <a:lnTo>
                    <a:pt x="1" y="0"/>
                  </a:lnTo>
                  <a:lnTo>
                    <a:pt x="1" y="0"/>
                  </a:lnTo>
                  <a:cubicBezTo>
                    <a:pt x="19" y="121"/>
                    <a:pt x="29" y="241"/>
                    <a:pt x="29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3"/>
            <p:cNvSpPr/>
            <p:nvPr/>
          </p:nvSpPr>
          <p:spPr>
            <a:xfrm>
              <a:off x="807250" y="3157250"/>
              <a:ext cx="50800" cy="38250"/>
            </a:xfrm>
            <a:custGeom>
              <a:avLst/>
              <a:gdLst/>
              <a:ahLst/>
              <a:cxnLst/>
              <a:rect l="l" t="t" r="r" b="b"/>
              <a:pathLst>
                <a:path w="2032" h="1530" extrusionOk="0">
                  <a:moveTo>
                    <a:pt x="343" y="0"/>
                  </a:moveTo>
                  <a:lnTo>
                    <a:pt x="0" y="56"/>
                  </a:lnTo>
                  <a:cubicBezTo>
                    <a:pt x="149" y="919"/>
                    <a:pt x="892" y="1529"/>
                    <a:pt x="1731" y="1529"/>
                  </a:cubicBezTo>
                  <a:cubicBezTo>
                    <a:pt x="1830" y="1529"/>
                    <a:pt x="1931" y="1521"/>
                    <a:pt x="2032" y="1503"/>
                  </a:cubicBezTo>
                  <a:lnTo>
                    <a:pt x="1985" y="1178"/>
                  </a:lnTo>
                  <a:cubicBezTo>
                    <a:pt x="1902" y="1187"/>
                    <a:pt x="1828" y="1197"/>
                    <a:pt x="1753" y="1197"/>
                  </a:cubicBezTo>
                  <a:cubicBezTo>
                    <a:pt x="1039" y="1197"/>
                    <a:pt x="455" y="677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3"/>
            <p:cNvSpPr/>
            <p:nvPr/>
          </p:nvSpPr>
          <p:spPr>
            <a:xfrm>
              <a:off x="843425" y="3107175"/>
              <a:ext cx="51500" cy="87650"/>
            </a:xfrm>
            <a:custGeom>
              <a:avLst/>
              <a:gdLst/>
              <a:ahLst/>
              <a:cxnLst/>
              <a:rect l="l" t="t" r="r" b="b"/>
              <a:pathLst>
                <a:path w="2060" h="3506" extrusionOk="0">
                  <a:moveTo>
                    <a:pt x="301" y="1"/>
                  </a:moveTo>
                  <a:cubicBezTo>
                    <a:pt x="202" y="1"/>
                    <a:pt x="101" y="9"/>
                    <a:pt x="0" y="27"/>
                  </a:cubicBezTo>
                  <a:lnTo>
                    <a:pt x="56" y="352"/>
                  </a:lnTo>
                  <a:cubicBezTo>
                    <a:pt x="139" y="343"/>
                    <a:pt x="223" y="333"/>
                    <a:pt x="306" y="333"/>
                  </a:cubicBezTo>
                  <a:cubicBezTo>
                    <a:pt x="1095" y="333"/>
                    <a:pt x="1744" y="973"/>
                    <a:pt x="1744" y="1762"/>
                  </a:cubicBezTo>
                  <a:cubicBezTo>
                    <a:pt x="1744" y="2485"/>
                    <a:pt x="1215" y="3070"/>
                    <a:pt x="529" y="3181"/>
                  </a:cubicBezTo>
                  <a:lnTo>
                    <a:pt x="585" y="3506"/>
                  </a:lnTo>
                  <a:cubicBezTo>
                    <a:pt x="1308" y="3385"/>
                    <a:pt x="1856" y="2838"/>
                    <a:pt x="2013" y="2170"/>
                  </a:cubicBezTo>
                  <a:cubicBezTo>
                    <a:pt x="2032" y="2059"/>
                    <a:pt x="2050" y="1947"/>
                    <a:pt x="2060" y="1827"/>
                  </a:cubicBezTo>
                  <a:cubicBezTo>
                    <a:pt x="2060" y="1715"/>
                    <a:pt x="2050" y="1595"/>
                    <a:pt x="2032" y="1474"/>
                  </a:cubicBezTo>
                  <a:cubicBezTo>
                    <a:pt x="1891" y="612"/>
                    <a:pt x="1141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3"/>
            <p:cNvSpPr/>
            <p:nvPr/>
          </p:nvSpPr>
          <p:spPr>
            <a:xfrm>
              <a:off x="1033825" y="2993500"/>
              <a:ext cx="104150" cy="104150"/>
            </a:xfrm>
            <a:custGeom>
              <a:avLst/>
              <a:gdLst/>
              <a:ahLst/>
              <a:cxnLst/>
              <a:rect l="l" t="t" r="r" b="b"/>
              <a:pathLst>
                <a:path w="4166" h="4166" extrusionOk="0">
                  <a:moveTo>
                    <a:pt x="2088" y="1"/>
                  </a:moveTo>
                  <a:cubicBezTo>
                    <a:pt x="928" y="1"/>
                    <a:pt x="0" y="928"/>
                    <a:pt x="0" y="2079"/>
                  </a:cubicBezTo>
                  <a:cubicBezTo>
                    <a:pt x="0" y="3229"/>
                    <a:pt x="92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3"/>
            <p:cNvSpPr/>
            <p:nvPr/>
          </p:nvSpPr>
          <p:spPr>
            <a:xfrm>
              <a:off x="1032425" y="2991875"/>
              <a:ext cx="106950" cy="107175"/>
            </a:xfrm>
            <a:custGeom>
              <a:avLst/>
              <a:gdLst/>
              <a:ahLst/>
              <a:cxnLst/>
              <a:rect l="l" t="t" r="r" b="b"/>
              <a:pathLst>
                <a:path w="4278" h="4287" extrusionOk="0">
                  <a:moveTo>
                    <a:pt x="2144" y="121"/>
                  </a:moveTo>
                  <a:cubicBezTo>
                    <a:pt x="3257" y="121"/>
                    <a:pt x="4166" y="1031"/>
                    <a:pt x="4166" y="2144"/>
                  </a:cubicBezTo>
                  <a:cubicBezTo>
                    <a:pt x="4166" y="3266"/>
                    <a:pt x="3257" y="4175"/>
                    <a:pt x="2144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1"/>
                    <a:pt x="1021" y="121"/>
                    <a:pt x="2144" y="121"/>
                  </a:cubicBezTo>
                  <a:close/>
                  <a:moveTo>
                    <a:pt x="2144" y="1"/>
                  </a:moveTo>
                  <a:cubicBezTo>
                    <a:pt x="956" y="1"/>
                    <a:pt x="1" y="966"/>
                    <a:pt x="1" y="2144"/>
                  </a:cubicBezTo>
                  <a:cubicBezTo>
                    <a:pt x="1" y="3331"/>
                    <a:pt x="956" y="4287"/>
                    <a:pt x="2144" y="4287"/>
                  </a:cubicBezTo>
                  <a:cubicBezTo>
                    <a:pt x="3322" y="4287"/>
                    <a:pt x="4277" y="3331"/>
                    <a:pt x="4277" y="2144"/>
                  </a:cubicBezTo>
                  <a:cubicBezTo>
                    <a:pt x="4277" y="966"/>
                    <a:pt x="3322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3"/>
            <p:cNvSpPr/>
            <p:nvPr/>
          </p:nvSpPr>
          <p:spPr>
            <a:xfrm>
              <a:off x="1038450" y="2988400"/>
              <a:ext cx="104175" cy="104150"/>
            </a:xfrm>
            <a:custGeom>
              <a:avLst/>
              <a:gdLst/>
              <a:ahLst/>
              <a:cxnLst/>
              <a:rect l="l" t="t" r="r" b="b"/>
              <a:pathLst>
                <a:path w="4167" h="4166" extrusionOk="0">
                  <a:moveTo>
                    <a:pt x="2088" y="1"/>
                  </a:moveTo>
                  <a:cubicBezTo>
                    <a:pt x="938" y="1"/>
                    <a:pt x="1" y="928"/>
                    <a:pt x="1" y="2079"/>
                  </a:cubicBezTo>
                  <a:cubicBezTo>
                    <a:pt x="1" y="3229"/>
                    <a:pt x="938" y="4166"/>
                    <a:pt x="2088" y="4166"/>
                  </a:cubicBezTo>
                  <a:cubicBezTo>
                    <a:pt x="3238" y="4166"/>
                    <a:pt x="4166" y="3229"/>
                    <a:pt x="4166" y="2079"/>
                  </a:cubicBezTo>
                  <a:cubicBezTo>
                    <a:pt x="4166" y="928"/>
                    <a:pt x="3238" y="1"/>
                    <a:pt x="2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3"/>
            <p:cNvSpPr/>
            <p:nvPr/>
          </p:nvSpPr>
          <p:spPr>
            <a:xfrm>
              <a:off x="1037075" y="2986775"/>
              <a:ext cx="107175" cy="107175"/>
            </a:xfrm>
            <a:custGeom>
              <a:avLst/>
              <a:gdLst/>
              <a:ahLst/>
              <a:cxnLst/>
              <a:rect l="l" t="t" r="r" b="b"/>
              <a:pathLst>
                <a:path w="4287" h="4287" extrusionOk="0">
                  <a:moveTo>
                    <a:pt x="2143" y="121"/>
                  </a:moveTo>
                  <a:cubicBezTo>
                    <a:pt x="3256" y="121"/>
                    <a:pt x="4165" y="1030"/>
                    <a:pt x="4165" y="2144"/>
                  </a:cubicBezTo>
                  <a:cubicBezTo>
                    <a:pt x="4165" y="3266"/>
                    <a:pt x="3256" y="4175"/>
                    <a:pt x="2143" y="4175"/>
                  </a:cubicBezTo>
                  <a:cubicBezTo>
                    <a:pt x="1021" y="4175"/>
                    <a:pt x="112" y="3266"/>
                    <a:pt x="112" y="2144"/>
                  </a:cubicBezTo>
                  <a:cubicBezTo>
                    <a:pt x="112" y="1030"/>
                    <a:pt x="1021" y="121"/>
                    <a:pt x="2143" y="121"/>
                  </a:cubicBezTo>
                  <a:close/>
                  <a:moveTo>
                    <a:pt x="2143" y="1"/>
                  </a:moveTo>
                  <a:cubicBezTo>
                    <a:pt x="965" y="1"/>
                    <a:pt x="0" y="966"/>
                    <a:pt x="0" y="2144"/>
                  </a:cubicBezTo>
                  <a:cubicBezTo>
                    <a:pt x="0" y="3331"/>
                    <a:pt x="965" y="4287"/>
                    <a:pt x="2143" y="4287"/>
                  </a:cubicBezTo>
                  <a:cubicBezTo>
                    <a:pt x="3321" y="4287"/>
                    <a:pt x="4286" y="3331"/>
                    <a:pt x="4286" y="2144"/>
                  </a:cubicBezTo>
                  <a:cubicBezTo>
                    <a:pt x="4286" y="966"/>
                    <a:pt x="3321" y="1"/>
                    <a:pt x="2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3"/>
            <p:cNvSpPr/>
            <p:nvPr/>
          </p:nvSpPr>
          <p:spPr>
            <a:xfrm>
              <a:off x="1065350" y="3040125"/>
              <a:ext cx="49200" cy="24700"/>
            </a:xfrm>
            <a:custGeom>
              <a:avLst/>
              <a:gdLst/>
              <a:ahLst/>
              <a:cxnLst/>
              <a:rect l="l" t="t" r="r" b="b"/>
              <a:pathLst>
                <a:path w="1968" h="988" extrusionOk="0">
                  <a:moveTo>
                    <a:pt x="984" y="0"/>
                  </a:moveTo>
                  <a:cubicBezTo>
                    <a:pt x="446" y="0"/>
                    <a:pt x="1" y="446"/>
                    <a:pt x="1" y="984"/>
                  </a:cubicBezTo>
                  <a:cubicBezTo>
                    <a:pt x="1" y="984"/>
                    <a:pt x="875" y="988"/>
                    <a:pt x="1458" y="988"/>
                  </a:cubicBezTo>
                  <a:cubicBezTo>
                    <a:pt x="1749" y="988"/>
                    <a:pt x="1968" y="987"/>
                    <a:pt x="1968" y="984"/>
                  </a:cubicBezTo>
                  <a:cubicBezTo>
                    <a:pt x="1968" y="446"/>
                    <a:pt x="1532" y="0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3"/>
            <p:cNvSpPr/>
            <p:nvPr/>
          </p:nvSpPr>
          <p:spPr>
            <a:xfrm>
              <a:off x="1063975" y="3038725"/>
              <a:ext cx="51975" cy="27625"/>
            </a:xfrm>
            <a:custGeom>
              <a:avLst/>
              <a:gdLst/>
              <a:ahLst/>
              <a:cxnLst/>
              <a:rect l="l" t="t" r="r" b="b"/>
              <a:pathLst>
                <a:path w="2079" h="1105" extrusionOk="0">
                  <a:moveTo>
                    <a:pt x="1039" y="112"/>
                  </a:moveTo>
                  <a:cubicBezTo>
                    <a:pt x="1531" y="112"/>
                    <a:pt x="1939" y="502"/>
                    <a:pt x="1967" y="984"/>
                  </a:cubicBezTo>
                  <a:lnTo>
                    <a:pt x="121" y="984"/>
                  </a:lnTo>
                  <a:cubicBezTo>
                    <a:pt x="149" y="502"/>
                    <a:pt x="548" y="121"/>
                    <a:pt x="1039" y="112"/>
                  </a:cubicBezTo>
                  <a:close/>
                  <a:moveTo>
                    <a:pt x="1039" y="1"/>
                  </a:moveTo>
                  <a:cubicBezTo>
                    <a:pt x="464" y="1"/>
                    <a:pt x="0" y="465"/>
                    <a:pt x="0" y="1040"/>
                  </a:cubicBezTo>
                  <a:cubicBezTo>
                    <a:pt x="0" y="1095"/>
                    <a:pt x="0" y="1095"/>
                    <a:pt x="408" y="1105"/>
                  </a:cubicBezTo>
                  <a:lnTo>
                    <a:pt x="1151" y="1105"/>
                  </a:lnTo>
                  <a:cubicBezTo>
                    <a:pt x="2078" y="1105"/>
                    <a:pt x="2078" y="1105"/>
                    <a:pt x="2078" y="1040"/>
                  </a:cubicBezTo>
                  <a:cubicBezTo>
                    <a:pt x="2078" y="465"/>
                    <a:pt x="1614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3"/>
            <p:cNvSpPr/>
            <p:nvPr/>
          </p:nvSpPr>
          <p:spPr>
            <a:xfrm>
              <a:off x="1076250" y="3008825"/>
              <a:ext cx="27875" cy="28075"/>
            </a:xfrm>
            <a:custGeom>
              <a:avLst/>
              <a:gdLst/>
              <a:ahLst/>
              <a:cxnLst/>
              <a:rect l="l" t="t" r="r" b="b"/>
              <a:pathLst>
                <a:path w="1115" h="1123" extrusionOk="0">
                  <a:moveTo>
                    <a:pt x="558" y="0"/>
                  </a:moveTo>
                  <a:cubicBezTo>
                    <a:pt x="251" y="0"/>
                    <a:pt x="1" y="250"/>
                    <a:pt x="1" y="566"/>
                  </a:cubicBezTo>
                  <a:cubicBezTo>
                    <a:pt x="1" y="872"/>
                    <a:pt x="251" y="1122"/>
                    <a:pt x="558" y="1122"/>
                  </a:cubicBezTo>
                  <a:cubicBezTo>
                    <a:pt x="864" y="1122"/>
                    <a:pt x="1114" y="872"/>
                    <a:pt x="1114" y="566"/>
                  </a:cubicBezTo>
                  <a:cubicBezTo>
                    <a:pt x="1114" y="250"/>
                    <a:pt x="864" y="0"/>
                    <a:pt x="5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3"/>
            <p:cNvSpPr/>
            <p:nvPr/>
          </p:nvSpPr>
          <p:spPr>
            <a:xfrm>
              <a:off x="1074875" y="3007425"/>
              <a:ext cx="30625" cy="30875"/>
            </a:xfrm>
            <a:custGeom>
              <a:avLst/>
              <a:gdLst/>
              <a:ahLst/>
              <a:cxnLst/>
              <a:rect l="l" t="t" r="r" b="b"/>
              <a:pathLst>
                <a:path w="1225" h="1235" extrusionOk="0">
                  <a:moveTo>
                    <a:pt x="613" y="121"/>
                  </a:moveTo>
                  <a:cubicBezTo>
                    <a:pt x="891" y="121"/>
                    <a:pt x="1114" y="344"/>
                    <a:pt x="1114" y="622"/>
                  </a:cubicBezTo>
                  <a:cubicBezTo>
                    <a:pt x="1114" y="891"/>
                    <a:pt x="891" y="1114"/>
                    <a:pt x="613" y="1114"/>
                  </a:cubicBezTo>
                  <a:cubicBezTo>
                    <a:pt x="334" y="1114"/>
                    <a:pt x="112" y="891"/>
                    <a:pt x="112" y="622"/>
                  </a:cubicBezTo>
                  <a:cubicBezTo>
                    <a:pt x="112" y="344"/>
                    <a:pt x="334" y="121"/>
                    <a:pt x="613" y="121"/>
                  </a:cubicBezTo>
                  <a:close/>
                  <a:moveTo>
                    <a:pt x="613" y="0"/>
                  </a:moveTo>
                  <a:cubicBezTo>
                    <a:pt x="269" y="0"/>
                    <a:pt x="0" y="279"/>
                    <a:pt x="0" y="622"/>
                  </a:cubicBezTo>
                  <a:cubicBezTo>
                    <a:pt x="0" y="956"/>
                    <a:pt x="269" y="1234"/>
                    <a:pt x="613" y="1234"/>
                  </a:cubicBezTo>
                  <a:cubicBezTo>
                    <a:pt x="956" y="1234"/>
                    <a:pt x="1225" y="956"/>
                    <a:pt x="1225" y="622"/>
                  </a:cubicBezTo>
                  <a:cubicBezTo>
                    <a:pt x="1225" y="279"/>
                    <a:pt x="956" y="0"/>
                    <a:pt x="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3"/>
            <p:cNvSpPr/>
            <p:nvPr/>
          </p:nvSpPr>
          <p:spPr>
            <a:xfrm>
              <a:off x="1418350" y="2437150"/>
              <a:ext cx="234950" cy="153550"/>
            </a:xfrm>
            <a:custGeom>
              <a:avLst/>
              <a:gdLst/>
              <a:ahLst/>
              <a:cxnLst/>
              <a:rect l="l" t="t" r="r" b="b"/>
              <a:pathLst>
                <a:path w="9398" h="6142" extrusionOk="0">
                  <a:moveTo>
                    <a:pt x="0" y="0"/>
                  </a:moveTo>
                  <a:lnTo>
                    <a:pt x="0" y="6141"/>
                  </a:lnTo>
                  <a:lnTo>
                    <a:pt x="9397" y="6141"/>
                  </a:lnTo>
                  <a:lnTo>
                    <a:pt x="93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3"/>
            <p:cNvSpPr/>
            <p:nvPr/>
          </p:nvSpPr>
          <p:spPr>
            <a:xfrm>
              <a:off x="1416950" y="2435750"/>
              <a:ext cx="237975" cy="156575"/>
            </a:xfrm>
            <a:custGeom>
              <a:avLst/>
              <a:gdLst/>
              <a:ahLst/>
              <a:cxnLst/>
              <a:rect l="l" t="t" r="r" b="b"/>
              <a:pathLst>
                <a:path w="9519" h="6263" extrusionOk="0">
                  <a:moveTo>
                    <a:pt x="9398" y="112"/>
                  </a:moveTo>
                  <a:lnTo>
                    <a:pt x="9398" y="6142"/>
                  </a:lnTo>
                  <a:lnTo>
                    <a:pt x="112" y="6142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6197"/>
                  </a:lnTo>
                  <a:cubicBezTo>
                    <a:pt x="0" y="6234"/>
                    <a:pt x="28" y="6262"/>
                    <a:pt x="56" y="6262"/>
                  </a:cubicBezTo>
                  <a:lnTo>
                    <a:pt x="9463" y="6262"/>
                  </a:lnTo>
                  <a:cubicBezTo>
                    <a:pt x="9490" y="6262"/>
                    <a:pt x="9518" y="6234"/>
                    <a:pt x="9518" y="6197"/>
                  </a:cubicBezTo>
                  <a:lnTo>
                    <a:pt x="9518" y="56"/>
                  </a:lnTo>
                  <a:cubicBezTo>
                    <a:pt x="9518" y="19"/>
                    <a:pt x="9490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43"/>
            <p:cNvSpPr/>
            <p:nvPr/>
          </p:nvSpPr>
          <p:spPr>
            <a:xfrm>
              <a:off x="1410675" y="2356900"/>
              <a:ext cx="295975" cy="86050"/>
            </a:xfrm>
            <a:custGeom>
              <a:avLst/>
              <a:gdLst/>
              <a:ahLst/>
              <a:cxnLst/>
              <a:rect l="l" t="t" r="r" b="b"/>
              <a:pathLst>
                <a:path w="11839" h="3442" extrusionOk="0"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60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43"/>
            <p:cNvSpPr/>
            <p:nvPr/>
          </p:nvSpPr>
          <p:spPr>
            <a:xfrm>
              <a:off x="1409075" y="2355500"/>
              <a:ext cx="298950" cy="88850"/>
            </a:xfrm>
            <a:custGeom>
              <a:avLst/>
              <a:gdLst/>
              <a:ahLst/>
              <a:cxnLst/>
              <a:rect l="l" t="t" r="r" b="b"/>
              <a:pathLst>
                <a:path w="11958" h="3554" extrusionOk="0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75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75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3"/>
            <p:cNvSpPr/>
            <p:nvPr/>
          </p:nvSpPr>
          <p:spPr>
            <a:xfrm>
              <a:off x="1410675" y="2450825"/>
              <a:ext cx="295975" cy="86075"/>
            </a:xfrm>
            <a:custGeom>
              <a:avLst/>
              <a:gdLst/>
              <a:ahLst/>
              <a:cxnLst/>
              <a:rect l="l" t="t" r="r" b="b"/>
              <a:pathLst>
                <a:path w="11839" h="3443" extrusionOk="0">
                  <a:moveTo>
                    <a:pt x="567" y="0"/>
                  </a:moveTo>
                  <a:cubicBezTo>
                    <a:pt x="251" y="0"/>
                    <a:pt x="1" y="251"/>
                    <a:pt x="1" y="576"/>
                  </a:cubicBezTo>
                  <a:lnTo>
                    <a:pt x="1" y="2867"/>
                  </a:lnTo>
                  <a:cubicBezTo>
                    <a:pt x="1" y="3182"/>
                    <a:pt x="251" y="3442"/>
                    <a:pt x="567" y="3442"/>
                  </a:cubicBezTo>
                  <a:lnTo>
                    <a:pt x="11263" y="3442"/>
                  </a:lnTo>
                  <a:cubicBezTo>
                    <a:pt x="11578" y="3442"/>
                    <a:pt x="11838" y="3182"/>
                    <a:pt x="11838" y="2867"/>
                  </a:cubicBezTo>
                  <a:lnTo>
                    <a:pt x="11838" y="576"/>
                  </a:lnTo>
                  <a:cubicBezTo>
                    <a:pt x="11838" y="251"/>
                    <a:pt x="11578" y="0"/>
                    <a:pt x="11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43"/>
            <p:cNvSpPr/>
            <p:nvPr/>
          </p:nvSpPr>
          <p:spPr>
            <a:xfrm>
              <a:off x="1409075" y="2449425"/>
              <a:ext cx="298950" cy="88850"/>
            </a:xfrm>
            <a:custGeom>
              <a:avLst/>
              <a:gdLst/>
              <a:ahLst/>
              <a:cxnLst/>
              <a:rect l="l" t="t" r="r" b="b"/>
              <a:pathLst>
                <a:path w="11958" h="3554" extrusionOk="0">
                  <a:moveTo>
                    <a:pt x="11327" y="112"/>
                  </a:moveTo>
                  <a:cubicBezTo>
                    <a:pt x="11614" y="112"/>
                    <a:pt x="11837" y="344"/>
                    <a:pt x="11837" y="632"/>
                  </a:cubicBezTo>
                  <a:lnTo>
                    <a:pt x="11837" y="2923"/>
                  </a:lnTo>
                  <a:cubicBezTo>
                    <a:pt x="11837" y="3201"/>
                    <a:pt x="11614" y="3433"/>
                    <a:pt x="11327" y="3433"/>
                  </a:cubicBezTo>
                  <a:lnTo>
                    <a:pt x="631" y="3433"/>
                  </a:lnTo>
                  <a:cubicBezTo>
                    <a:pt x="353" y="3433"/>
                    <a:pt x="121" y="3210"/>
                    <a:pt x="121" y="2923"/>
                  </a:cubicBezTo>
                  <a:lnTo>
                    <a:pt x="121" y="632"/>
                  </a:lnTo>
                  <a:cubicBezTo>
                    <a:pt x="121" y="344"/>
                    <a:pt x="353" y="112"/>
                    <a:pt x="631" y="112"/>
                  </a:cubicBezTo>
                  <a:close/>
                  <a:moveTo>
                    <a:pt x="631" y="1"/>
                  </a:moveTo>
                  <a:cubicBezTo>
                    <a:pt x="288" y="1"/>
                    <a:pt x="0" y="279"/>
                    <a:pt x="0" y="632"/>
                  </a:cubicBezTo>
                  <a:lnTo>
                    <a:pt x="0" y="2923"/>
                  </a:lnTo>
                  <a:cubicBezTo>
                    <a:pt x="0" y="3266"/>
                    <a:pt x="288" y="3554"/>
                    <a:pt x="631" y="3554"/>
                  </a:cubicBezTo>
                  <a:lnTo>
                    <a:pt x="11327" y="3554"/>
                  </a:lnTo>
                  <a:cubicBezTo>
                    <a:pt x="11670" y="3554"/>
                    <a:pt x="11958" y="3266"/>
                    <a:pt x="11958" y="2923"/>
                  </a:cubicBezTo>
                  <a:lnTo>
                    <a:pt x="11958" y="632"/>
                  </a:lnTo>
                  <a:cubicBezTo>
                    <a:pt x="11958" y="279"/>
                    <a:pt x="11670" y="1"/>
                    <a:pt x="11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3"/>
            <p:cNvSpPr/>
            <p:nvPr/>
          </p:nvSpPr>
          <p:spPr>
            <a:xfrm>
              <a:off x="1410675" y="2546825"/>
              <a:ext cx="295975" cy="85850"/>
            </a:xfrm>
            <a:custGeom>
              <a:avLst/>
              <a:gdLst/>
              <a:ahLst/>
              <a:cxnLst/>
              <a:rect l="l" t="t" r="r" b="b"/>
              <a:pathLst>
                <a:path w="11839" h="3434" extrusionOk="0"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lnTo>
                    <a:pt x="1" y="2867"/>
                  </a:lnTo>
                  <a:cubicBezTo>
                    <a:pt x="1" y="3183"/>
                    <a:pt x="251" y="3433"/>
                    <a:pt x="567" y="3433"/>
                  </a:cubicBezTo>
                  <a:lnTo>
                    <a:pt x="11263" y="3433"/>
                  </a:lnTo>
                  <a:cubicBezTo>
                    <a:pt x="11578" y="3433"/>
                    <a:pt x="11838" y="3183"/>
                    <a:pt x="11838" y="2867"/>
                  </a:cubicBezTo>
                  <a:lnTo>
                    <a:pt x="11838" y="567"/>
                  </a:lnTo>
                  <a:cubicBezTo>
                    <a:pt x="11838" y="251"/>
                    <a:pt x="11578" y="1"/>
                    <a:pt x="1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3"/>
            <p:cNvSpPr/>
            <p:nvPr/>
          </p:nvSpPr>
          <p:spPr>
            <a:xfrm>
              <a:off x="1409075" y="2545225"/>
              <a:ext cx="298950" cy="89075"/>
            </a:xfrm>
            <a:custGeom>
              <a:avLst/>
              <a:gdLst/>
              <a:ahLst/>
              <a:cxnLst/>
              <a:rect l="l" t="t" r="r" b="b"/>
              <a:pathLst>
                <a:path w="11958" h="3563" extrusionOk="0">
                  <a:moveTo>
                    <a:pt x="11327" y="121"/>
                  </a:moveTo>
                  <a:cubicBezTo>
                    <a:pt x="11614" y="121"/>
                    <a:pt x="11837" y="353"/>
                    <a:pt x="11837" y="640"/>
                  </a:cubicBezTo>
                  <a:lnTo>
                    <a:pt x="11837" y="2931"/>
                  </a:lnTo>
                  <a:cubicBezTo>
                    <a:pt x="11837" y="3210"/>
                    <a:pt x="11614" y="3442"/>
                    <a:pt x="11327" y="3442"/>
                  </a:cubicBezTo>
                  <a:lnTo>
                    <a:pt x="631" y="3442"/>
                  </a:lnTo>
                  <a:cubicBezTo>
                    <a:pt x="353" y="3442"/>
                    <a:pt x="121" y="3210"/>
                    <a:pt x="121" y="2931"/>
                  </a:cubicBezTo>
                  <a:lnTo>
                    <a:pt x="121" y="640"/>
                  </a:lnTo>
                  <a:cubicBezTo>
                    <a:pt x="121" y="353"/>
                    <a:pt x="353" y="121"/>
                    <a:pt x="631" y="121"/>
                  </a:cubicBezTo>
                  <a:close/>
                  <a:moveTo>
                    <a:pt x="631" y="0"/>
                  </a:moveTo>
                  <a:cubicBezTo>
                    <a:pt x="288" y="0"/>
                    <a:pt x="0" y="288"/>
                    <a:pt x="0" y="631"/>
                  </a:cubicBezTo>
                  <a:lnTo>
                    <a:pt x="0" y="2931"/>
                  </a:lnTo>
                  <a:cubicBezTo>
                    <a:pt x="0" y="3275"/>
                    <a:pt x="288" y="3562"/>
                    <a:pt x="631" y="3562"/>
                  </a:cubicBezTo>
                  <a:lnTo>
                    <a:pt x="11327" y="3562"/>
                  </a:lnTo>
                  <a:cubicBezTo>
                    <a:pt x="11670" y="3562"/>
                    <a:pt x="11958" y="3275"/>
                    <a:pt x="11958" y="2931"/>
                  </a:cubicBezTo>
                  <a:lnTo>
                    <a:pt x="11958" y="631"/>
                  </a:lnTo>
                  <a:cubicBezTo>
                    <a:pt x="11958" y="288"/>
                    <a:pt x="11670" y="0"/>
                    <a:pt x="1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3"/>
            <p:cNvSpPr/>
            <p:nvPr/>
          </p:nvSpPr>
          <p:spPr>
            <a:xfrm>
              <a:off x="1458000" y="2356900"/>
              <a:ext cx="262100" cy="86050"/>
            </a:xfrm>
            <a:custGeom>
              <a:avLst/>
              <a:gdLst/>
              <a:ahLst/>
              <a:cxnLst/>
              <a:rect l="l" t="t" r="r" b="b"/>
              <a:pathLst>
                <a:path w="10484" h="3442" extrusionOk="0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201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3"/>
            <p:cNvSpPr/>
            <p:nvPr/>
          </p:nvSpPr>
          <p:spPr>
            <a:xfrm>
              <a:off x="1456600" y="2355500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35"/>
                    <a:pt x="10474" y="594"/>
                  </a:cubicBezTo>
                  <a:lnTo>
                    <a:pt x="10474" y="2960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60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3"/>
            <p:cNvSpPr/>
            <p:nvPr/>
          </p:nvSpPr>
          <p:spPr>
            <a:xfrm>
              <a:off x="1485375" y="2386825"/>
              <a:ext cx="26450" cy="26225"/>
            </a:xfrm>
            <a:custGeom>
              <a:avLst/>
              <a:gdLst/>
              <a:ahLst/>
              <a:cxnLst/>
              <a:rect l="l" t="t" r="r" b="b"/>
              <a:pathLst>
                <a:path w="1058" h="1049" extrusionOk="0">
                  <a:moveTo>
                    <a:pt x="529" y="0"/>
                  </a:moveTo>
                  <a:cubicBezTo>
                    <a:pt x="241" y="0"/>
                    <a:pt x="0" y="232"/>
                    <a:pt x="0" y="529"/>
                  </a:cubicBezTo>
                  <a:cubicBezTo>
                    <a:pt x="0" y="816"/>
                    <a:pt x="241" y="1048"/>
                    <a:pt x="529" y="1048"/>
                  </a:cubicBezTo>
                  <a:cubicBezTo>
                    <a:pt x="826" y="1048"/>
                    <a:pt x="1058" y="816"/>
                    <a:pt x="1058" y="529"/>
                  </a:cubicBezTo>
                  <a:cubicBezTo>
                    <a:pt x="1058" y="23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43"/>
            <p:cNvSpPr/>
            <p:nvPr/>
          </p:nvSpPr>
          <p:spPr>
            <a:xfrm>
              <a:off x="1483975" y="2385200"/>
              <a:ext cx="29250" cy="29475"/>
            </a:xfrm>
            <a:custGeom>
              <a:avLst/>
              <a:gdLst/>
              <a:ahLst/>
              <a:cxnLst/>
              <a:rect l="l" t="t" r="r" b="b"/>
              <a:pathLst>
                <a:path w="1170" h="1179" extrusionOk="0">
                  <a:moveTo>
                    <a:pt x="585" y="121"/>
                  </a:moveTo>
                  <a:cubicBezTo>
                    <a:pt x="845" y="121"/>
                    <a:pt x="1058" y="334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34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3"/>
            <p:cNvSpPr/>
            <p:nvPr/>
          </p:nvSpPr>
          <p:spPr>
            <a:xfrm>
              <a:off x="1539400" y="2382875"/>
              <a:ext cx="155175" cy="34125"/>
            </a:xfrm>
            <a:custGeom>
              <a:avLst/>
              <a:gdLst/>
              <a:ahLst/>
              <a:cxnLst/>
              <a:rect l="l" t="t" r="r" b="b"/>
              <a:pathLst>
                <a:path w="6207" h="1365" extrusionOk="0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3"/>
            <p:cNvSpPr/>
            <p:nvPr/>
          </p:nvSpPr>
          <p:spPr>
            <a:xfrm>
              <a:off x="1537775" y="2381250"/>
              <a:ext cx="158425" cy="37125"/>
            </a:xfrm>
            <a:custGeom>
              <a:avLst/>
              <a:gdLst/>
              <a:ahLst/>
              <a:cxnLst/>
              <a:rect l="l" t="t" r="r" b="b"/>
              <a:pathLst>
                <a:path w="6337" h="1485" extrusionOk="0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64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64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3"/>
            <p:cNvSpPr/>
            <p:nvPr/>
          </p:nvSpPr>
          <p:spPr>
            <a:xfrm>
              <a:off x="1552850" y="2392600"/>
              <a:ext cx="54300" cy="3050"/>
            </a:xfrm>
            <a:custGeom>
              <a:avLst/>
              <a:gdLst/>
              <a:ahLst/>
              <a:cxnLst/>
              <a:rect l="l" t="t" r="r" b="b"/>
              <a:pathLst>
                <a:path w="2172" h="12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2"/>
                    <a:pt x="56" y="122"/>
                  </a:cubicBezTo>
                  <a:lnTo>
                    <a:pt x="2106" y="122"/>
                  </a:lnTo>
                  <a:cubicBezTo>
                    <a:pt x="2143" y="122"/>
                    <a:pt x="2171" y="94"/>
                    <a:pt x="2171" y="66"/>
                  </a:cubicBezTo>
                  <a:cubicBezTo>
                    <a:pt x="2171" y="29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3"/>
            <p:cNvSpPr/>
            <p:nvPr/>
          </p:nvSpPr>
          <p:spPr>
            <a:xfrm>
              <a:off x="1614300" y="2392600"/>
              <a:ext cx="33675" cy="3050"/>
            </a:xfrm>
            <a:custGeom>
              <a:avLst/>
              <a:gdLst/>
              <a:ahLst/>
              <a:cxnLst/>
              <a:rect l="l" t="t" r="r" b="b"/>
              <a:pathLst>
                <a:path w="1347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2"/>
                    <a:pt x="57" y="122"/>
                  </a:cubicBezTo>
                  <a:lnTo>
                    <a:pt x="1290" y="122"/>
                  </a:lnTo>
                  <a:cubicBezTo>
                    <a:pt x="1318" y="122"/>
                    <a:pt x="1346" y="94"/>
                    <a:pt x="1346" y="6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3"/>
            <p:cNvSpPr/>
            <p:nvPr/>
          </p:nvSpPr>
          <p:spPr>
            <a:xfrm>
              <a:off x="1557025" y="2403750"/>
              <a:ext cx="33650" cy="3025"/>
            </a:xfrm>
            <a:custGeom>
              <a:avLst/>
              <a:gdLst/>
              <a:ahLst/>
              <a:cxnLst/>
              <a:rect l="l" t="t" r="r" b="b"/>
              <a:pathLst>
                <a:path w="1346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65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3"/>
            <p:cNvSpPr/>
            <p:nvPr/>
          </p:nvSpPr>
          <p:spPr>
            <a:xfrm>
              <a:off x="1657450" y="2392600"/>
              <a:ext cx="20900" cy="3050"/>
            </a:xfrm>
            <a:custGeom>
              <a:avLst/>
              <a:gdLst/>
              <a:ahLst/>
              <a:cxnLst/>
              <a:rect l="l" t="t" r="r" b="b"/>
              <a:pathLst>
                <a:path w="836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780" y="122"/>
                  </a:lnTo>
                  <a:cubicBezTo>
                    <a:pt x="807" y="122"/>
                    <a:pt x="835" y="94"/>
                    <a:pt x="835" y="66"/>
                  </a:cubicBezTo>
                  <a:cubicBezTo>
                    <a:pt x="835" y="29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3"/>
            <p:cNvSpPr/>
            <p:nvPr/>
          </p:nvSpPr>
          <p:spPr>
            <a:xfrm>
              <a:off x="1612925" y="2404675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65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3"/>
            <p:cNvSpPr/>
            <p:nvPr/>
          </p:nvSpPr>
          <p:spPr>
            <a:xfrm>
              <a:off x="1458000" y="2450825"/>
              <a:ext cx="262100" cy="86075"/>
            </a:xfrm>
            <a:custGeom>
              <a:avLst/>
              <a:gdLst/>
              <a:ahLst/>
              <a:cxnLst/>
              <a:rect l="l" t="t" r="r" b="b"/>
              <a:pathLst>
                <a:path w="10484" h="3443" extrusionOk="0">
                  <a:moveTo>
                    <a:pt x="538" y="0"/>
                  </a:moveTo>
                  <a:cubicBezTo>
                    <a:pt x="242" y="0"/>
                    <a:pt x="0" y="242"/>
                    <a:pt x="0" y="538"/>
                  </a:cubicBezTo>
                  <a:lnTo>
                    <a:pt x="0" y="2904"/>
                  </a:lnTo>
                  <a:cubicBezTo>
                    <a:pt x="0" y="3192"/>
                    <a:pt x="242" y="3442"/>
                    <a:pt x="538" y="3442"/>
                  </a:cubicBezTo>
                  <a:lnTo>
                    <a:pt x="9945" y="3442"/>
                  </a:lnTo>
                  <a:cubicBezTo>
                    <a:pt x="10242" y="3442"/>
                    <a:pt x="10483" y="3201"/>
                    <a:pt x="10483" y="2904"/>
                  </a:cubicBezTo>
                  <a:lnTo>
                    <a:pt x="10483" y="538"/>
                  </a:lnTo>
                  <a:cubicBezTo>
                    <a:pt x="10483" y="242"/>
                    <a:pt x="10242" y="0"/>
                    <a:pt x="9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43"/>
            <p:cNvSpPr/>
            <p:nvPr/>
          </p:nvSpPr>
          <p:spPr>
            <a:xfrm>
              <a:off x="1456600" y="2449425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1"/>
                  </a:lnTo>
                  <a:cubicBezTo>
                    <a:pt x="10474" y="3220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20"/>
                    <a:pt x="112" y="2951"/>
                  </a:cubicBezTo>
                  <a:lnTo>
                    <a:pt x="112" y="594"/>
                  </a:lnTo>
                  <a:cubicBezTo>
                    <a:pt x="112" y="335"/>
                    <a:pt x="325" y="112"/>
                    <a:pt x="594" y="112"/>
                  </a:cubicBezTo>
                  <a:close/>
                  <a:moveTo>
                    <a:pt x="594" y="1"/>
                  </a:moveTo>
                  <a:cubicBezTo>
                    <a:pt x="270" y="1"/>
                    <a:pt x="1" y="270"/>
                    <a:pt x="1" y="594"/>
                  </a:cubicBezTo>
                  <a:lnTo>
                    <a:pt x="1" y="2960"/>
                  </a:lnTo>
                  <a:cubicBezTo>
                    <a:pt x="1" y="3285"/>
                    <a:pt x="270" y="3554"/>
                    <a:pt x="594" y="3554"/>
                  </a:cubicBezTo>
                  <a:lnTo>
                    <a:pt x="10001" y="3554"/>
                  </a:lnTo>
                  <a:cubicBezTo>
                    <a:pt x="10326" y="3554"/>
                    <a:pt x="10595" y="3285"/>
                    <a:pt x="10595" y="2960"/>
                  </a:cubicBezTo>
                  <a:lnTo>
                    <a:pt x="10595" y="594"/>
                  </a:lnTo>
                  <a:cubicBezTo>
                    <a:pt x="10595" y="270"/>
                    <a:pt x="10326" y="1"/>
                    <a:pt x="10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3"/>
            <p:cNvSpPr/>
            <p:nvPr/>
          </p:nvSpPr>
          <p:spPr>
            <a:xfrm>
              <a:off x="1485375" y="2480500"/>
              <a:ext cx="26450" cy="26475"/>
            </a:xfrm>
            <a:custGeom>
              <a:avLst/>
              <a:gdLst/>
              <a:ahLst/>
              <a:cxnLst/>
              <a:rect l="l" t="t" r="r" b="b"/>
              <a:pathLst>
                <a:path w="1058" h="1059" extrusionOk="0">
                  <a:moveTo>
                    <a:pt x="529" y="1"/>
                  </a:moveTo>
                  <a:cubicBezTo>
                    <a:pt x="241" y="1"/>
                    <a:pt x="0" y="242"/>
                    <a:pt x="0" y="530"/>
                  </a:cubicBezTo>
                  <a:cubicBezTo>
                    <a:pt x="0" y="826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30"/>
                  </a:cubicBezTo>
                  <a:cubicBezTo>
                    <a:pt x="1058" y="242"/>
                    <a:pt x="826" y="1"/>
                    <a:pt x="5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3"/>
            <p:cNvSpPr/>
            <p:nvPr/>
          </p:nvSpPr>
          <p:spPr>
            <a:xfrm>
              <a:off x="1483975" y="2479125"/>
              <a:ext cx="29250" cy="29475"/>
            </a:xfrm>
            <a:custGeom>
              <a:avLst/>
              <a:gdLst/>
              <a:ahLst/>
              <a:cxnLst/>
              <a:rect l="l" t="t" r="r" b="b"/>
              <a:pathLst>
                <a:path w="1170" h="1179" extrusionOk="0">
                  <a:moveTo>
                    <a:pt x="585" y="121"/>
                  </a:moveTo>
                  <a:cubicBezTo>
                    <a:pt x="845" y="121"/>
                    <a:pt x="1058" y="325"/>
                    <a:pt x="1058" y="585"/>
                  </a:cubicBezTo>
                  <a:cubicBezTo>
                    <a:pt x="1058" y="844"/>
                    <a:pt x="845" y="1058"/>
                    <a:pt x="585" y="1058"/>
                  </a:cubicBezTo>
                  <a:cubicBezTo>
                    <a:pt x="325" y="1058"/>
                    <a:pt x="121" y="844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0"/>
                  </a:moveTo>
                  <a:cubicBezTo>
                    <a:pt x="269" y="0"/>
                    <a:pt x="0" y="269"/>
                    <a:pt x="0" y="585"/>
                  </a:cubicBezTo>
                  <a:cubicBezTo>
                    <a:pt x="0" y="909"/>
                    <a:pt x="260" y="1178"/>
                    <a:pt x="585" y="1178"/>
                  </a:cubicBezTo>
                  <a:cubicBezTo>
                    <a:pt x="910" y="1178"/>
                    <a:pt x="1169" y="909"/>
                    <a:pt x="1169" y="585"/>
                  </a:cubicBezTo>
                  <a:cubicBezTo>
                    <a:pt x="1169" y="269"/>
                    <a:pt x="91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3"/>
            <p:cNvSpPr/>
            <p:nvPr/>
          </p:nvSpPr>
          <p:spPr>
            <a:xfrm>
              <a:off x="1539400" y="2476800"/>
              <a:ext cx="155175" cy="34125"/>
            </a:xfrm>
            <a:custGeom>
              <a:avLst/>
              <a:gdLst/>
              <a:ahLst/>
              <a:cxnLst/>
              <a:rect l="l" t="t" r="r" b="b"/>
              <a:pathLst>
                <a:path w="6207" h="1365" extrusionOk="0">
                  <a:moveTo>
                    <a:pt x="65" y="0"/>
                  </a:moveTo>
                  <a:cubicBezTo>
                    <a:pt x="28" y="0"/>
                    <a:pt x="1" y="28"/>
                    <a:pt x="1" y="65"/>
                  </a:cubicBezTo>
                  <a:lnTo>
                    <a:pt x="1" y="1290"/>
                  </a:lnTo>
                  <a:cubicBezTo>
                    <a:pt x="1" y="1336"/>
                    <a:pt x="28" y="1364"/>
                    <a:pt x="65" y="1364"/>
                  </a:cubicBezTo>
                  <a:lnTo>
                    <a:pt x="6142" y="1364"/>
                  </a:lnTo>
                  <a:cubicBezTo>
                    <a:pt x="6179" y="1364"/>
                    <a:pt x="6207" y="1336"/>
                    <a:pt x="6207" y="1290"/>
                  </a:cubicBezTo>
                  <a:lnTo>
                    <a:pt x="6207" y="65"/>
                  </a:lnTo>
                  <a:cubicBezTo>
                    <a:pt x="6207" y="28"/>
                    <a:pt x="6179" y="0"/>
                    <a:pt x="6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43"/>
            <p:cNvSpPr/>
            <p:nvPr/>
          </p:nvSpPr>
          <p:spPr>
            <a:xfrm>
              <a:off x="1537775" y="2475175"/>
              <a:ext cx="158425" cy="37125"/>
            </a:xfrm>
            <a:custGeom>
              <a:avLst/>
              <a:gdLst/>
              <a:ahLst/>
              <a:cxnLst/>
              <a:rect l="l" t="t" r="r" b="b"/>
              <a:pathLst>
                <a:path w="6337" h="1485" extrusionOk="0">
                  <a:moveTo>
                    <a:pt x="6207" y="121"/>
                  </a:moveTo>
                  <a:cubicBezTo>
                    <a:pt x="6207" y="121"/>
                    <a:pt x="6216" y="130"/>
                    <a:pt x="6216" y="130"/>
                  </a:cubicBezTo>
                  <a:lnTo>
                    <a:pt x="6216" y="1355"/>
                  </a:lnTo>
                  <a:cubicBezTo>
                    <a:pt x="6216" y="1364"/>
                    <a:pt x="6207" y="1373"/>
                    <a:pt x="6207" y="1373"/>
                  </a:cubicBezTo>
                  <a:lnTo>
                    <a:pt x="130" y="1373"/>
                  </a:lnTo>
                  <a:cubicBezTo>
                    <a:pt x="121" y="1373"/>
                    <a:pt x="121" y="1364"/>
                    <a:pt x="121" y="1355"/>
                  </a:cubicBezTo>
                  <a:lnTo>
                    <a:pt x="121" y="130"/>
                  </a:lnTo>
                  <a:cubicBezTo>
                    <a:pt x="121" y="130"/>
                    <a:pt x="121" y="121"/>
                    <a:pt x="130" y="121"/>
                  </a:cubicBezTo>
                  <a:close/>
                  <a:moveTo>
                    <a:pt x="130" y="0"/>
                  </a:moveTo>
                  <a:cubicBezTo>
                    <a:pt x="66" y="0"/>
                    <a:pt x="1" y="65"/>
                    <a:pt x="1" y="130"/>
                  </a:cubicBezTo>
                  <a:lnTo>
                    <a:pt x="1" y="1355"/>
                  </a:lnTo>
                  <a:cubicBezTo>
                    <a:pt x="1" y="1429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29"/>
                    <a:pt x="6337" y="1355"/>
                  </a:cubicBezTo>
                  <a:lnTo>
                    <a:pt x="6337" y="130"/>
                  </a:lnTo>
                  <a:cubicBezTo>
                    <a:pt x="6337" y="65"/>
                    <a:pt x="6272" y="0"/>
                    <a:pt x="6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43"/>
            <p:cNvSpPr/>
            <p:nvPr/>
          </p:nvSpPr>
          <p:spPr>
            <a:xfrm>
              <a:off x="1552850" y="2486550"/>
              <a:ext cx="54300" cy="3025"/>
            </a:xfrm>
            <a:custGeom>
              <a:avLst/>
              <a:gdLst/>
              <a:ahLst/>
              <a:cxnLst/>
              <a:rect l="l" t="t" r="r" b="b"/>
              <a:pathLst>
                <a:path w="2172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106" y="121"/>
                  </a:lnTo>
                  <a:cubicBezTo>
                    <a:pt x="2143" y="121"/>
                    <a:pt x="2171" y="93"/>
                    <a:pt x="2171" y="56"/>
                  </a:cubicBezTo>
                  <a:cubicBezTo>
                    <a:pt x="2171" y="28"/>
                    <a:pt x="2143" y="0"/>
                    <a:pt x="2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43"/>
            <p:cNvSpPr/>
            <p:nvPr/>
          </p:nvSpPr>
          <p:spPr>
            <a:xfrm>
              <a:off x="1614300" y="2486550"/>
              <a:ext cx="33675" cy="3025"/>
            </a:xfrm>
            <a:custGeom>
              <a:avLst/>
              <a:gdLst/>
              <a:ahLst/>
              <a:cxnLst/>
              <a:rect l="l" t="t" r="r" b="b"/>
              <a:pathLst>
                <a:path w="1347" h="121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43"/>
            <p:cNvSpPr/>
            <p:nvPr/>
          </p:nvSpPr>
          <p:spPr>
            <a:xfrm>
              <a:off x="1557025" y="2497675"/>
              <a:ext cx="33650" cy="3025"/>
            </a:xfrm>
            <a:custGeom>
              <a:avLst/>
              <a:gdLst/>
              <a:ahLst/>
              <a:cxnLst/>
              <a:rect l="l" t="t" r="r" b="b"/>
              <a:pathLst>
                <a:path w="134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290" y="121"/>
                  </a:lnTo>
                  <a:cubicBezTo>
                    <a:pt x="1318" y="121"/>
                    <a:pt x="1346" y="93"/>
                    <a:pt x="1346" y="56"/>
                  </a:cubicBezTo>
                  <a:cubicBezTo>
                    <a:pt x="1346" y="28"/>
                    <a:pt x="1318" y="0"/>
                    <a:pt x="12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43"/>
            <p:cNvSpPr/>
            <p:nvPr/>
          </p:nvSpPr>
          <p:spPr>
            <a:xfrm>
              <a:off x="1657450" y="2486550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80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17" y="0"/>
                    <a:pt x="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43"/>
            <p:cNvSpPr/>
            <p:nvPr/>
          </p:nvSpPr>
          <p:spPr>
            <a:xfrm>
              <a:off x="1612925" y="2498600"/>
              <a:ext cx="20900" cy="3025"/>
            </a:xfrm>
            <a:custGeom>
              <a:avLst/>
              <a:gdLst/>
              <a:ahLst/>
              <a:cxnLst/>
              <a:rect l="l" t="t" r="r" b="b"/>
              <a:pathLst>
                <a:path w="836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779" y="121"/>
                  </a:lnTo>
                  <a:cubicBezTo>
                    <a:pt x="807" y="121"/>
                    <a:pt x="835" y="93"/>
                    <a:pt x="835" y="56"/>
                  </a:cubicBezTo>
                  <a:cubicBezTo>
                    <a:pt x="835" y="28"/>
                    <a:pt x="807" y="0"/>
                    <a:pt x="7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43"/>
            <p:cNvSpPr/>
            <p:nvPr/>
          </p:nvSpPr>
          <p:spPr>
            <a:xfrm>
              <a:off x="1471450" y="2442950"/>
              <a:ext cx="235200" cy="7900"/>
            </a:xfrm>
            <a:custGeom>
              <a:avLst/>
              <a:gdLst/>
              <a:ahLst/>
              <a:cxnLst/>
              <a:rect l="l" t="t" r="r" b="b"/>
              <a:pathLst>
                <a:path w="9408" h="316" extrusionOk="0">
                  <a:moveTo>
                    <a:pt x="0" y="0"/>
                  </a:moveTo>
                  <a:lnTo>
                    <a:pt x="0" y="315"/>
                  </a:lnTo>
                  <a:lnTo>
                    <a:pt x="9407" y="31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43"/>
            <p:cNvSpPr/>
            <p:nvPr/>
          </p:nvSpPr>
          <p:spPr>
            <a:xfrm>
              <a:off x="1470050" y="2441550"/>
              <a:ext cx="237975" cy="10700"/>
            </a:xfrm>
            <a:custGeom>
              <a:avLst/>
              <a:gdLst/>
              <a:ahLst/>
              <a:cxnLst/>
              <a:rect l="l" t="t" r="r" b="b"/>
              <a:pathLst>
                <a:path w="9519" h="428" extrusionOk="0">
                  <a:moveTo>
                    <a:pt x="9398" y="112"/>
                  </a:moveTo>
                  <a:lnTo>
                    <a:pt x="9398" y="316"/>
                  </a:lnTo>
                  <a:lnTo>
                    <a:pt x="112" y="316"/>
                  </a:lnTo>
                  <a:lnTo>
                    <a:pt x="112" y="112"/>
                  </a:lnTo>
                  <a:close/>
                  <a:moveTo>
                    <a:pt x="5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371"/>
                  </a:lnTo>
                  <a:cubicBezTo>
                    <a:pt x="1" y="409"/>
                    <a:pt x="29" y="427"/>
                    <a:pt x="56" y="427"/>
                  </a:cubicBezTo>
                  <a:lnTo>
                    <a:pt x="9463" y="427"/>
                  </a:lnTo>
                  <a:cubicBezTo>
                    <a:pt x="9491" y="427"/>
                    <a:pt x="9519" y="399"/>
                    <a:pt x="9519" y="371"/>
                  </a:cubicBezTo>
                  <a:lnTo>
                    <a:pt x="9519" y="56"/>
                  </a:lnTo>
                  <a:cubicBezTo>
                    <a:pt x="9519" y="19"/>
                    <a:pt x="9491" y="0"/>
                    <a:pt x="9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43"/>
            <p:cNvSpPr/>
            <p:nvPr/>
          </p:nvSpPr>
          <p:spPr>
            <a:xfrm>
              <a:off x="1458000" y="2546825"/>
              <a:ext cx="262100" cy="85850"/>
            </a:xfrm>
            <a:custGeom>
              <a:avLst/>
              <a:gdLst/>
              <a:ahLst/>
              <a:cxnLst/>
              <a:rect l="l" t="t" r="r" b="b"/>
              <a:pathLst>
                <a:path w="10484" h="3434" extrusionOk="0">
                  <a:moveTo>
                    <a:pt x="538" y="1"/>
                  </a:moveTo>
                  <a:cubicBezTo>
                    <a:pt x="242" y="1"/>
                    <a:pt x="0" y="242"/>
                    <a:pt x="0" y="539"/>
                  </a:cubicBezTo>
                  <a:lnTo>
                    <a:pt x="0" y="2895"/>
                  </a:lnTo>
                  <a:cubicBezTo>
                    <a:pt x="0" y="3192"/>
                    <a:pt x="242" y="3433"/>
                    <a:pt x="538" y="3433"/>
                  </a:cubicBezTo>
                  <a:lnTo>
                    <a:pt x="9945" y="3433"/>
                  </a:lnTo>
                  <a:cubicBezTo>
                    <a:pt x="10242" y="3433"/>
                    <a:pt x="10483" y="3192"/>
                    <a:pt x="10483" y="2895"/>
                  </a:cubicBezTo>
                  <a:lnTo>
                    <a:pt x="10483" y="539"/>
                  </a:lnTo>
                  <a:cubicBezTo>
                    <a:pt x="10483" y="242"/>
                    <a:pt x="10242" y="1"/>
                    <a:pt x="9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43"/>
            <p:cNvSpPr/>
            <p:nvPr/>
          </p:nvSpPr>
          <p:spPr>
            <a:xfrm>
              <a:off x="1456600" y="2545450"/>
              <a:ext cx="264875" cy="88850"/>
            </a:xfrm>
            <a:custGeom>
              <a:avLst/>
              <a:gdLst/>
              <a:ahLst/>
              <a:cxnLst/>
              <a:rect l="l" t="t" r="r" b="b"/>
              <a:pathLst>
                <a:path w="10595" h="3554" extrusionOk="0">
                  <a:moveTo>
                    <a:pt x="10001" y="112"/>
                  </a:moveTo>
                  <a:cubicBezTo>
                    <a:pt x="10261" y="112"/>
                    <a:pt x="10474" y="325"/>
                    <a:pt x="10474" y="594"/>
                  </a:cubicBezTo>
                  <a:lnTo>
                    <a:pt x="10474" y="2950"/>
                  </a:lnTo>
                  <a:cubicBezTo>
                    <a:pt x="10474" y="3219"/>
                    <a:pt x="10261" y="3433"/>
                    <a:pt x="10001" y="3433"/>
                  </a:cubicBezTo>
                  <a:lnTo>
                    <a:pt x="594" y="3433"/>
                  </a:lnTo>
                  <a:cubicBezTo>
                    <a:pt x="335" y="3433"/>
                    <a:pt x="112" y="3219"/>
                    <a:pt x="112" y="2950"/>
                  </a:cubicBezTo>
                  <a:lnTo>
                    <a:pt x="112" y="594"/>
                  </a:lnTo>
                  <a:cubicBezTo>
                    <a:pt x="112" y="325"/>
                    <a:pt x="325" y="112"/>
                    <a:pt x="594" y="112"/>
                  </a:cubicBezTo>
                  <a:close/>
                  <a:moveTo>
                    <a:pt x="594" y="0"/>
                  </a:moveTo>
                  <a:cubicBezTo>
                    <a:pt x="270" y="0"/>
                    <a:pt x="1" y="260"/>
                    <a:pt x="1" y="594"/>
                  </a:cubicBezTo>
                  <a:lnTo>
                    <a:pt x="1" y="2950"/>
                  </a:lnTo>
                  <a:cubicBezTo>
                    <a:pt x="1" y="3284"/>
                    <a:pt x="270" y="3553"/>
                    <a:pt x="594" y="3553"/>
                  </a:cubicBezTo>
                  <a:lnTo>
                    <a:pt x="10001" y="3553"/>
                  </a:lnTo>
                  <a:cubicBezTo>
                    <a:pt x="10326" y="3553"/>
                    <a:pt x="10595" y="3284"/>
                    <a:pt x="10595" y="2950"/>
                  </a:cubicBezTo>
                  <a:lnTo>
                    <a:pt x="10595" y="594"/>
                  </a:lnTo>
                  <a:cubicBezTo>
                    <a:pt x="10595" y="269"/>
                    <a:pt x="10326" y="0"/>
                    <a:pt x="10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43"/>
            <p:cNvSpPr/>
            <p:nvPr/>
          </p:nvSpPr>
          <p:spPr>
            <a:xfrm>
              <a:off x="1485375" y="2576525"/>
              <a:ext cx="26450" cy="26450"/>
            </a:xfrm>
            <a:custGeom>
              <a:avLst/>
              <a:gdLst/>
              <a:ahLst/>
              <a:cxnLst/>
              <a:rect l="l" t="t" r="r" b="b"/>
              <a:pathLst>
                <a:path w="1058" h="1058" extrusionOk="0">
                  <a:moveTo>
                    <a:pt x="529" y="0"/>
                  </a:moveTo>
                  <a:cubicBezTo>
                    <a:pt x="241" y="0"/>
                    <a:pt x="0" y="242"/>
                    <a:pt x="0" y="529"/>
                  </a:cubicBezTo>
                  <a:cubicBezTo>
                    <a:pt x="0" y="817"/>
                    <a:pt x="241" y="1058"/>
                    <a:pt x="529" y="1058"/>
                  </a:cubicBezTo>
                  <a:cubicBezTo>
                    <a:pt x="826" y="1058"/>
                    <a:pt x="1058" y="826"/>
                    <a:pt x="1058" y="529"/>
                  </a:cubicBezTo>
                  <a:cubicBezTo>
                    <a:pt x="1058" y="242"/>
                    <a:pt x="826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43"/>
            <p:cNvSpPr/>
            <p:nvPr/>
          </p:nvSpPr>
          <p:spPr>
            <a:xfrm>
              <a:off x="1483975" y="2575125"/>
              <a:ext cx="29250" cy="29250"/>
            </a:xfrm>
            <a:custGeom>
              <a:avLst/>
              <a:gdLst/>
              <a:ahLst/>
              <a:cxnLst/>
              <a:rect l="l" t="t" r="r" b="b"/>
              <a:pathLst>
                <a:path w="1170" h="1170" extrusionOk="0">
                  <a:moveTo>
                    <a:pt x="585" y="112"/>
                  </a:moveTo>
                  <a:cubicBezTo>
                    <a:pt x="845" y="112"/>
                    <a:pt x="1058" y="325"/>
                    <a:pt x="1058" y="585"/>
                  </a:cubicBezTo>
                  <a:cubicBezTo>
                    <a:pt x="1058" y="845"/>
                    <a:pt x="845" y="1058"/>
                    <a:pt x="585" y="1058"/>
                  </a:cubicBezTo>
                  <a:cubicBezTo>
                    <a:pt x="325" y="1058"/>
                    <a:pt x="121" y="845"/>
                    <a:pt x="121" y="585"/>
                  </a:cubicBezTo>
                  <a:cubicBezTo>
                    <a:pt x="121" y="325"/>
                    <a:pt x="325" y="112"/>
                    <a:pt x="585" y="112"/>
                  </a:cubicBezTo>
                  <a:close/>
                  <a:moveTo>
                    <a:pt x="585" y="1"/>
                  </a:moveTo>
                  <a:cubicBezTo>
                    <a:pt x="269" y="1"/>
                    <a:pt x="0" y="260"/>
                    <a:pt x="0" y="585"/>
                  </a:cubicBezTo>
                  <a:cubicBezTo>
                    <a:pt x="0" y="910"/>
                    <a:pt x="260" y="1170"/>
                    <a:pt x="585" y="1170"/>
                  </a:cubicBezTo>
                  <a:cubicBezTo>
                    <a:pt x="910" y="1170"/>
                    <a:pt x="1169" y="910"/>
                    <a:pt x="1169" y="585"/>
                  </a:cubicBezTo>
                  <a:cubicBezTo>
                    <a:pt x="1169" y="260"/>
                    <a:pt x="91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43"/>
            <p:cNvSpPr/>
            <p:nvPr/>
          </p:nvSpPr>
          <p:spPr>
            <a:xfrm>
              <a:off x="1539400" y="2572575"/>
              <a:ext cx="155175" cy="34350"/>
            </a:xfrm>
            <a:custGeom>
              <a:avLst/>
              <a:gdLst/>
              <a:ahLst/>
              <a:cxnLst/>
              <a:rect l="l" t="t" r="r" b="b"/>
              <a:pathLst>
                <a:path w="6207" h="1374" extrusionOk="0">
                  <a:moveTo>
                    <a:pt x="65" y="1"/>
                  </a:moveTo>
                  <a:cubicBezTo>
                    <a:pt x="28" y="1"/>
                    <a:pt x="1" y="38"/>
                    <a:pt x="1" y="75"/>
                  </a:cubicBezTo>
                  <a:lnTo>
                    <a:pt x="1" y="1299"/>
                  </a:lnTo>
                  <a:cubicBezTo>
                    <a:pt x="1" y="1336"/>
                    <a:pt x="28" y="1374"/>
                    <a:pt x="65" y="1374"/>
                  </a:cubicBezTo>
                  <a:lnTo>
                    <a:pt x="6142" y="1374"/>
                  </a:lnTo>
                  <a:cubicBezTo>
                    <a:pt x="6179" y="1374"/>
                    <a:pt x="6207" y="1336"/>
                    <a:pt x="6207" y="1299"/>
                  </a:cubicBezTo>
                  <a:lnTo>
                    <a:pt x="6207" y="75"/>
                  </a:lnTo>
                  <a:cubicBezTo>
                    <a:pt x="6207" y="38"/>
                    <a:pt x="6179" y="1"/>
                    <a:pt x="6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43"/>
            <p:cNvSpPr/>
            <p:nvPr/>
          </p:nvSpPr>
          <p:spPr>
            <a:xfrm>
              <a:off x="1537775" y="2571175"/>
              <a:ext cx="158425" cy="37150"/>
            </a:xfrm>
            <a:custGeom>
              <a:avLst/>
              <a:gdLst/>
              <a:ahLst/>
              <a:cxnLst/>
              <a:rect l="l" t="t" r="r" b="b"/>
              <a:pathLst>
                <a:path w="6337" h="1486" extrusionOk="0">
                  <a:moveTo>
                    <a:pt x="6207" y="122"/>
                  </a:moveTo>
                  <a:cubicBezTo>
                    <a:pt x="6207" y="122"/>
                    <a:pt x="6216" y="122"/>
                    <a:pt x="6216" y="131"/>
                  </a:cubicBezTo>
                  <a:lnTo>
                    <a:pt x="6216" y="1355"/>
                  </a:lnTo>
                  <a:cubicBezTo>
                    <a:pt x="6216" y="1365"/>
                    <a:pt x="6207" y="1374"/>
                    <a:pt x="6207" y="1374"/>
                  </a:cubicBezTo>
                  <a:lnTo>
                    <a:pt x="130" y="1374"/>
                  </a:lnTo>
                  <a:cubicBezTo>
                    <a:pt x="121" y="1374"/>
                    <a:pt x="121" y="1365"/>
                    <a:pt x="121" y="1355"/>
                  </a:cubicBezTo>
                  <a:lnTo>
                    <a:pt x="121" y="131"/>
                  </a:lnTo>
                  <a:cubicBezTo>
                    <a:pt x="121" y="122"/>
                    <a:pt x="121" y="122"/>
                    <a:pt x="130" y="122"/>
                  </a:cubicBezTo>
                  <a:close/>
                  <a:moveTo>
                    <a:pt x="130" y="1"/>
                  </a:moveTo>
                  <a:cubicBezTo>
                    <a:pt x="66" y="1"/>
                    <a:pt x="1" y="57"/>
                    <a:pt x="1" y="131"/>
                  </a:cubicBezTo>
                  <a:lnTo>
                    <a:pt x="1" y="1355"/>
                  </a:lnTo>
                  <a:cubicBezTo>
                    <a:pt x="1" y="1430"/>
                    <a:pt x="66" y="1485"/>
                    <a:pt x="130" y="1485"/>
                  </a:cubicBezTo>
                  <a:lnTo>
                    <a:pt x="6207" y="1485"/>
                  </a:lnTo>
                  <a:cubicBezTo>
                    <a:pt x="6272" y="1485"/>
                    <a:pt x="6337" y="1430"/>
                    <a:pt x="6337" y="1355"/>
                  </a:cubicBezTo>
                  <a:lnTo>
                    <a:pt x="6337" y="131"/>
                  </a:lnTo>
                  <a:cubicBezTo>
                    <a:pt x="6337" y="57"/>
                    <a:pt x="6272" y="1"/>
                    <a:pt x="6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43"/>
            <p:cNvSpPr/>
            <p:nvPr/>
          </p:nvSpPr>
          <p:spPr>
            <a:xfrm>
              <a:off x="1552850" y="2582550"/>
              <a:ext cx="54300" cy="2800"/>
            </a:xfrm>
            <a:custGeom>
              <a:avLst/>
              <a:gdLst/>
              <a:ahLst/>
              <a:cxnLst/>
              <a:rect l="l" t="t" r="r" b="b"/>
              <a:pathLst>
                <a:path w="2172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2106" y="112"/>
                  </a:lnTo>
                  <a:cubicBezTo>
                    <a:pt x="2143" y="112"/>
                    <a:pt x="2171" y="93"/>
                    <a:pt x="2171" y="56"/>
                  </a:cubicBezTo>
                  <a:cubicBezTo>
                    <a:pt x="2171" y="28"/>
                    <a:pt x="2143" y="1"/>
                    <a:pt x="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43"/>
            <p:cNvSpPr/>
            <p:nvPr/>
          </p:nvSpPr>
          <p:spPr>
            <a:xfrm>
              <a:off x="1614300" y="2582550"/>
              <a:ext cx="33675" cy="2800"/>
            </a:xfrm>
            <a:custGeom>
              <a:avLst/>
              <a:gdLst/>
              <a:ahLst/>
              <a:cxnLst/>
              <a:rect l="l" t="t" r="r" b="b"/>
              <a:pathLst>
                <a:path w="1347" h="112" extrusionOk="0">
                  <a:moveTo>
                    <a:pt x="57" y="1"/>
                  </a:moveTo>
                  <a:cubicBezTo>
                    <a:pt x="29" y="1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1290" y="112"/>
                  </a:lnTo>
                  <a:cubicBezTo>
                    <a:pt x="1318" y="112"/>
                    <a:pt x="1346" y="93"/>
                    <a:pt x="1346" y="56"/>
                  </a:cubicBezTo>
                  <a:cubicBezTo>
                    <a:pt x="1346" y="28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43"/>
            <p:cNvSpPr/>
            <p:nvPr/>
          </p:nvSpPr>
          <p:spPr>
            <a:xfrm>
              <a:off x="1557025" y="2593675"/>
              <a:ext cx="33650" cy="2825"/>
            </a:xfrm>
            <a:custGeom>
              <a:avLst/>
              <a:gdLst/>
              <a:ahLst/>
              <a:cxnLst/>
              <a:rect l="l" t="t" r="r" b="b"/>
              <a:pathLst>
                <a:path w="1346" h="113" extrusionOk="0">
                  <a:moveTo>
                    <a:pt x="56" y="1"/>
                  </a:moveTo>
                  <a:cubicBezTo>
                    <a:pt x="28" y="1"/>
                    <a:pt x="1" y="29"/>
                    <a:pt x="1" y="56"/>
                  </a:cubicBezTo>
                  <a:cubicBezTo>
                    <a:pt x="1" y="94"/>
                    <a:pt x="28" y="112"/>
                    <a:pt x="56" y="112"/>
                  </a:cubicBezTo>
                  <a:lnTo>
                    <a:pt x="1290" y="112"/>
                  </a:lnTo>
                  <a:cubicBezTo>
                    <a:pt x="1318" y="112"/>
                    <a:pt x="1346" y="94"/>
                    <a:pt x="1346" y="56"/>
                  </a:cubicBezTo>
                  <a:cubicBezTo>
                    <a:pt x="1346" y="29"/>
                    <a:pt x="1318" y="1"/>
                    <a:pt x="1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43"/>
            <p:cNvSpPr/>
            <p:nvPr/>
          </p:nvSpPr>
          <p:spPr>
            <a:xfrm>
              <a:off x="1657450" y="2582550"/>
              <a:ext cx="20900" cy="2800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56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780" y="112"/>
                  </a:lnTo>
                  <a:cubicBezTo>
                    <a:pt x="807" y="112"/>
                    <a:pt x="835" y="93"/>
                    <a:pt x="835" y="56"/>
                  </a:cubicBezTo>
                  <a:cubicBezTo>
                    <a:pt x="835" y="28"/>
                    <a:pt x="81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43"/>
            <p:cNvSpPr/>
            <p:nvPr/>
          </p:nvSpPr>
          <p:spPr>
            <a:xfrm>
              <a:off x="1612925" y="2594600"/>
              <a:ext cx="20900" cy="2825"/>
            </a:xfrm>
            <a:custGeom>
              <a:avLst/>
              <a:gdLst/>
              <a:ahLst/>
              <a:cxnLst/>
              <a:rect l="l" t="t" r="r" b="b"/>
              <a:pathLst>
                <a:path w="836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779" y="112"/>
                  </a:lnTo>
                  <a:cubicBezTo>
                    <a:pt x="807" y="112"/>
                    <a:pt x="835" y="94"/>
                    <a:pt x="835" y="57"/>
                  </a:cubicBezTo>
                  <a:cubicBezTo>
                    <a:pt x="835" y="29"/>
                    <a:pt x="807" y="1"/>
                    <a:pt x="7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43"/>
            <p:cNvSpPr/>
            <p:nvPr/>
          </p:nvSpPr>
          <p:spPr>
            <a:xfrm>
              <a:off x="1471450" y="2538725"/>
              <a:ext cx="235200" cy="8125"/>
            </a:xfrm>
            <a:custGeom>
              <a:avLst/>
              <a:gdLst/>
              <a:ahLst/>
              <a:cxnLst/>
              <a:rect l="l" t="t" r="r" b="b"/>
              <a:pathLst>
                <a:path w="9408" h="325" extrusionOk="0">
                  <a:moveTo>
                    <a:pt x="0" y="0"/>
                  </a:moveTo>
                  <a:lnTo>
                    <a:pt x="0" y="325"/>
                  </a:lnTo>
                  <a:lnTo>
                    <a:pt x="9407" y="325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43"/>
            <p:cNvSpPr/>
            <p:nvPr/>
          </p:nvSpPr>
          <p:spPr>
            <a:xfrm>
              <a:off x="1470050" y="2537325"/>
              <a:ext cx="237975" cy="10925"/>
            </a:xfrm>
            <a:custGeom>
              <a:avLst/>
              <a:gdLst/>
              <a:ahLst/>
              <a:cxnLst/>
              <a:rect l="l" t="t" r="r" b="b"/>
              <a:pathLst>
                <a:path w="9519" h="437" extrusionOk="0">
                  <a:moveTo>
                    <a:pt x="9398" y="121"/>
                  </a:moveTo>
                  <a:lnTo>
                    <a:pt x="9398" y="325"/>
                  </a:lnTo>
                  <a:lnTo>
                    <a:pt x="112" y="325"/>
                  </a:lnTo>
                  <a:lnTo>
                    <a:pt x="112" y="121"/>
                  </a:lnTo>
                  <a:close/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lnTo>
                    <a:pt x="1" y="381"/>
                  </a:lnTo>
                  <a:cubicBezTo>
                    <a:pt x="1" y="409"/>
                    <a:pt x="29" y="437"/>
                    <a:pt x="56" y="437"/>
                  </a:cubicBezTo>
                  <a:lnTo>
                    <a:pt x="9463" y="437"/>
                  </a:lnTo>
                  <a:cubicBezTo>
                    <a:pt x="9491" y="437"/>
                    <a:pt x="9519" y="409"/>
                    <a:pt x="9519" y="381"/>
                  </a:cubicBezTo>
                  <a:lnTo>
                    <a:pt x="9519" y="66"/>
                  </a:lnTo>
                  <a:cubicBezTo>
                    <a:pt x="9519" y="28"/>
                    <a:pt x="9491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43"/>
            <p:cNvSpPr/>
            <p:nvPr/>
          </p:nvSpPr>
          <p:spPr>
            <a:xfrm>
              <a:off x="799825" y="2522025"/>
              <a:ext cx="52425" cy="44325"/>
            </a:xfrm>
            <a:custGeom>
              <a:avLst/>
              <a:gdLst/>
              <a:ahLst/>
              <a:cxnLst/>
              <a:rect l="l" t="t" r="r" b="b"/>
              <a:pathLst>
                <a:path w="2097" h="1773" extrusionOk="0">
                  <a:moveTo>
                    <a:pt x="0" y="0"/>
                  </a:moveTo>
                  <a:lnTo>
                    <a:pt x="0" y="1772"/>
                  </a:lnTo>
                  <a:lnTo>
                    <a:pt x="2097" y="1772"/>
                  </a:lnTo>
                  <a:lnTo>
                    <a:pt x="2097" y="19"/>
                  </a:lnTo>
                  <a:lnTo>
                    <a:pt x="1976" y="19"/>
                  </a:lnTo>
                  <a:lnTo>
                    <a:pt x="1976" y="1661"/>
                  </a:lnTo>
                  <a:lnTo>
                    <a:pt x="121" y="1661"/>
                  </a:lnTo>
                  <a:lnTo>
                    <a:pt x="1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43"/>
            <p:cNvSpPr/>
            <p:nvPr/>
          </p:nvSpPr>
          <p:spPr>
            <a:xfrm>
              <a:off x="829050" y="2521100"/>
              <a:ext cx="60550" cy="2800"/>
            </a:xfrm>
            <a:custGeom>
              <a:avLst/>
              <a:gdLst/>
              <a:ahLst/>
              <a:cxnLst/>
              <a:rect l="l" t="t" r="r" b="b"/>
              <a:pathLst>
                <a:path w="2422" h="112" extrusionOk="0">
                  <a:moveTo>
                    <a:pt x="0" y="0"/>
                  </a:moveTo>
                  <a:lnTo>
                    <a:pt x="0" y="112"/>
                  </a:lnTo>
                  <a:lnTo>
                    <a:pt x="2421" y="112"/>
                  </a:lnTo>
                  <a:lnTo>
                    <a:pt x="2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43"/>
            <p:cNvSpPr/>
            <p:nvPr/>
          </p:nvSpPr>
          <p:spPr>
            <a:xfrm>
              <a:off x="829050" y="2492325"/>
              <a:ext cx="60550" cy="3050"/>
            </a:xfrm>
            <a:custGeom>
              <a:avLst/>
              <a:gdLst/>
              <a:ahLst/>
              <a:cxnLst/>
              <a:rect l="l" t="t" r="r" b="b"/>
              <a:pathLst>
                <a:path w="2422" h="122" extrusionOk="0">
                  <a:moveTo>
                    <a:pt x="0" y="1"/>
                  </a:moveTo>
                  <a:lnTo>
                    <a:pt x="0" y="122"/>
                  </a:lnTo>
                  <a:lnTo>
                    <a:pt x="2421" y="122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43"/>
            <p:cNvSpPr/>
            <p:nvPr/>
          </p:nvSpPr>
          <p:spPr>
            <a:xfrm>
              <a:off x="794475" y="2510200"/>
              <a:ext cx="13950" cy="13700"/>
            </a:xfrm>
            <a:custGeom>
              <a:avLst/>
              <a:gdLst/>
              <a:ahLst/>
              <a:cxnLst/>
              <a:rect l="l" t="t" r="r" b="b"/>
              <a:pathLst>
                <a:path w="558" h="548" extrusionOk="0">
                  <a:moveTo>
                    <a:pt x="279" y="121"/>
                  </a:moveTo>
                  <a:cubicBezTo>
                    <a:pt x="363" y="121"/>
                    <a:pt x="437" y="186"/>
                    <a:pt x="437" y="279"/>
                  </a:cubicBezTo>
                  <a:cubicBezTo>
                    <a:pt x="437" y="362"/>
                    <a:pt x="363" y="436"/>
                    <a:pt x="279" y="436"/>
                  </a:cubicBezTo>
                  <a:cubicBezTo>
                    <a:pt x="186" y="436"/>
                    <a:pt x="121" y="362"/>
                    <a:pt x="121" y="279"/>
                  </a:cubicBezTo>
                  <a:cubicBezTo>
                    <a:pt x="121" y="186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27"/>
                    <a:pt x="131" y="548"/>
                    <a:pt x="279" y="548"/>
                  </a:cubicBezTo>
                  <a:cubicBezTo>
                    <a:pt x="428" y="548"/>
                    <a:pt x="557" y="427"/>
                    <a:pt x="557" y="279"/>
                  </a:cubicBezTo>
                  <a:cubicBezTo>
                    <a:pt x="557" y="121"/>
                    <a:pt x="428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43"/>
            <p:cNvSpPr/>
            <p:nvPr/>
          </p:nvSpPr>
          <p:spPr>
            <a:xfrm>
              <a:off x="816975" y="2515750"/>
              <a:ext cx="13700" cy="13725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79" y="112"/>
                  </a:moveTo>
                  <a:cubicBezTo>
                    <a:pt x="362" y="112"/>
                    <a:pt x="437" y="186"/>
                    <a:pt x="437" y="270"/>
                  </a:cubicBezTo>
                  <a:cubicBezTo>
                    <a:pt x="437" y="363"/>
                    <a:pt x="362" y="437"/>
                    <a:pt x="279" y="437"/>
                  </a:cubicBezTo>
                  <a:cubicBezTo>
                    <a:pt x="186" y="437"/>
                    <a:pt x="121" y="363"/>
                    <a:pt x="121" y="270"/>
                  </a:cubicBezTo>
                  <a:cubicBezTo>
                    <a:pt x="121" y="186"/>
                    <a:pt x="186" y="112"/>
                    <a:pt x="279" y="112"/>
                  </a:cubicBezTo>
                  <a:close/>
                  <a:moveTo>
                    <a:pt x="279" y="1"/>
                  </a:moveTo>
                  <a:cubicBezTo>
                    <a:pt x="121" y="1"/>
                    <a:pt x="1" y="121"/>
                    <a:pt x="1" y="270"/>
                  </a:cubicBezTo>
                  <a:cubicBezTo>
                    <a:pt x="1" y="428"/>
                    <a:pt x="121" y="548"/>
                    <a:pt x="279" y="548"/>
                  </a:cubicBezTo>
                  <a:cubicBezTo>
                    <a:pt x="427" y="548"/>
                    <a:pt x="548" y="428"/>
                    <a:pt x="548" y="270"/>
                  </a:cubicBezTo>
                  <a:cubicBezTo>
                    <a:pt x="548" y="121"/>
                    <a:pt x="427" y="1"/>
                    <a:pt x="2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43"/>
            <p:cNvSpPr/>
            <p:nvPr/>
          </p:nvSpPr>
          <p:spPr>
            <a:xfrm>
              <a:off x="816975" y="2486775"/>
              <a:ext cx="13700" cy="13925"/>
            </a:xfrm>
            <a:custGeom>
              <a:avLst/>
              <a:gdLst/>
              <a:ahLst/>
              <a:cxnLst/>
              <a:rect l="l" t="t" r="r" b="b"/>
              <a:pathLst>
                <a:path w="548" h="557" extrusionOk="0">
                  <a:moveTo>
                    <a:pt x="279" y="121"/>
                  </a:moveTo>
                  <a:cubicBezTo>
                    <a:pt x="362" y="121"/>
                    <a:pt x="437" y="195"/>
                    <a:pt x="437" y="279"/>
                  </a:cubicBezTo>
                  <a:cubicBezTo>
                    <a:pt x="437" y="371"/>
                    <a:pt x="362" y="436"/>
                    <a:pt x="279" y="436"/>
                  </a:cubicBezTo>
                  <a:cubicBezTo>
                    <a:pt x="186" y="436"/>
                    <a:pt x="121" y="371"/>
                    <a:pt x="121" y="279"/>
                  </a:cubicBezTo>
                  <a:cubicBezTo>
                    <a:pt x="121" y="195"/>
                    <a:pt x="186" y="121"/>
                    <a:pt x="279" y="121"/>
                  </a:cubicBezTo>
                  <a:close/>
                  <a:moveTo>
                    <a:pt x="279" y="0"/>
                  </a:moveTo>
                  <a:cubicBezTo>
                    <a:pt x="121" y="0"/>
                    <a:pt x="1" y="130"/>
                    <a:pt x="1" y="279"/>
                  </a:cubicBezTo>
                  <a:cubicBezTo>
                    <a:pt x="1" y="427"/>
                    <a:pt x="121" y="557"/>
                    <a:pt x="279" y="557"/>
                  </a:cubicBezTo>
                  <a:cubicBezTo>
                    <a:pt x="427" y="557"/>
                    <a:pt x="548" y="427"/>
                    <a:pt x="548" y="279"/>
                  </a:cubicBezTo>
                  <a:cubicBezTo>
                    <a:pt x="548" y="130"/>
                    <a:pt x="427" y="0"/>
                    <a:pt x="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43"/>
            <p:cNvSpPr/>
            <p:nvPr/>
          </p:nvSpPr>
          <p:spPr>
            <a:xfrm>
              <a:off x="884925" y="2342975"/>
              <a:ext cx="446475" cy="258150"/>
            </a:xfrm>
            <a:custGeom>
              <a:avLst/>
              <a:gdLst/>
              <a:ahLst/>
              <a:cxnLst/>
              <a:rect l="l" t="t" r="r" b="b"/>
              <a:pathLst>
                <a:path w="17859" h="10326" extrusionOk="0">
                  <a:moveTo>
                    <a:pt x="8517" y="1"/>
                  </a:move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lose/>
                </a:path>
              </a:pathLst>
            </a:custGeom>
            <a:solidFill>
              <a:srgbClr val="CACA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43"/>
            <p:cNvSpPr/>
            <p:nvPr/>
          </p:nvSpPr>
          <p:spPr>
            <a:xfrm>
              <a:off x="884925" y="2342975"/>
              <a:ext cx="446475" cy="258150"/>
            </a:xfrm>
            <a:custGeom>
              <a:avLst/>
              <a:gdLst/>
              <a:ahLst/>
              <a:cxnLst/>
              <a:rect l="l" t="t" r="r" b="b"/>
              <a:pathLst>
                <a:path w="17859" h="10326" extrusionOk="0">
                  <a:moveTo>
                    <a:pt x="17728" y="6587"/>
                  </a:moveTo>
                  <a:cubicBezTo>
                    <a:pt x="17728" y="6550"/>
                    <a:pt x="17728" y="6513"/>
                    <a:pt x="17728" y="6476"/>
                  </a:cubicBezTo>
                  <a:cubicBezTo>
                    <a:pt x="17691" y="4537"/>
                    <a:pt x="16003" y="2941"/>
                    <a:pt x="14073" y="2941"/>
                  </a:cubicBezTo>
                  <a:cubicBezTo>
                    <a:pt x="13739" y="2941"/>
                    <a:pt x="13415" y="2988"/>
                    <a:pt x="13109" y="3071"/>
                  </a:cubicBezTo>
                  <a:cubicBezTo>
                    <a:pt x="12367" y="1272"/>
                    <a:pt x="10595" y="1"/>
                    <a:pt x="8517" y="1"/>
                  </a:cubicBezTo>
                  <a:cubicBezTo>
                    <a:pt x="5826" y="1"/>
                    <a:pt x="3637" y="2144"/>
                    <a:pt x="3563" y="4815"/>
                  </a:cubicBezTo>
                  <a:lnTo>
                    <a:pt x="2737" y="4815"/>
                  </a:lnTo>
                  <a:cubicBezTo>
                    <a:pt x="1225" y="4815"/>
                    <a:pt x="1" y="6040"/>
                    <a:pt x="1" y="7552"/>
                  </a:cubicBezTo>
                  <a:lnTo>
                    <a:pt x="1" y="7589"/>
                  </a:lnTo>
                  <a:cubicBezTo>
                    <a:pt x="1" y="9101"/>
                    <a:pt x="1225" y="10326"/>
                    <a:pt x="2737" y="10326"/>
                  </a:cubicBezTo>
                  <a:lnTo>
                    <a:pt x="14445" y="10326"/>
                  </a:lnTo>
                  <a:cubicBezTo>
                    <a:pt x="16513" y="10326"/>
                    <a:pt x="17858" y="8368"/>
                    <a:pt x="17728" y="65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43"/>
            <p:cNvSpPr/>
            <p:nvPr/>
          </p:nvSpPr>
          <p:spPr>
            <a:xfrm>
              <a:off x="885400" y="2326050"/>
              <a:ext cx="446700" cy="258375"/>
            </a:xfrm>
            <a:custGeom>
              <a:avLst/>
              <a:gdLst/>
              <a:ahLst/>
              <a:cxnLst/>
              <a:rect l="l" t="t" r="r" b="b"/>
              <a:pathLst>
                <a:path w="17868" h="10335" extrusionOk="0">
                  <a:moveTo>
                    <a:pt x="8526" y="1"/>
                  </a:moveTo>
                  <a:cubicBezTo>
                    <a:pt x="5835" y="1"/>
                    <a:pt x="3646" y="2153"/>
                    <a:pt x="3572" y="4824"/>
                  </a:cubicBezTo>
                  <a:lnTo>
                    <a:pt x="2746" y="4824"/>
                  </a:lnTo>
                  <a:cubicBezTo>
                    <a:pt x="1234" y="4824"/>
                    <a:pt x="0" y="6049"/>
                    <a:pt x="0" y="7561"/>
                  </a:cubicBezTo>
                  <a:lnTo>
                    <a:pt x="0" y="7598"/>
                  </a:lnTo>
                  <a:cubicBezTo>
                    <a:pt x="0" y="9110"/>
                    <a:pt x="1234" y="10335"/>
                    <a:pt x="2746" y="10335"/>
                  </a:cubicBezTo>
                  <a:lnTo>
                    <a:pt x="14453" y="10335"/>
                  </a:lnTo>
                  <a:cubicBezTo>
                    <a:pt x="16522" y="10335"/>
                    <a:pt x="17867" y="8368"/>
                    <a:pt x="17737" y="6596"/>
                  </a:cubicBezTo>
                  <a:cubicBezTo>
                    <a:pt x="17728" y="6559"/>
                    <a:pt x="17737" y="6522"/>
                    <a:pt x="17737" y="6485"/>
                  </a:cubicBezTo>
                  <a:cubicBezTo>
                    <a:pt x="17700" y="4537"/>
                    <a:pt x="16012" y="2941"/>
                    <a:pt x="14082" y="2941"/>
                  </a:cubicBezTo>
                  <a:cubicBezTo>
                    <a:pt x="13748" y="2941"/>
                    <a:pt x="13424" y="2988"/>
                    <a:pt x="13117" y="3071"/>
                  </a:cubicBezTo>
                  <a:cubicBezTo>
                    <a:pt x="12375" y="1271"/>
                    <a:pt x="10594" y="1"/>
                    <a:pt x="85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43"/>
            <p:cNvSpPr/>
            <p:nvPr/>
          </p:nvSpPr>
          <p:spPr>
            <a:xfrm>
              <a:off x="884000" y="2324650"/>
              <a:ext cx="448100" cy="261175"/>
            </a:xfrm>
            <a:custGeom>
              <a:avLst/>
              <a:gdLst/>
              <a:ahLst/>
              <a:cxnLst/>
              <a:rect l="l" t="t" r="r" b="b"/>
              <a:pathLst>
                <a:path w="17924" h="10447" extrusionOk="0">
                  <a:moveTo>
                    <a:pt x="8582" y="122"/>
                  </a:moveTo>
                  <a:cubicBezTo>
                    <a:pt x="10576" y="122"/>
                    <a:pt x="12357" y="1309"/>
                    <a:pt x="13118" y="3155"/>
                  </a:cubicBezTo>
                  <a:cubicBezTo>
                    <a:pt x="13125" y="3178"/>
                    <a:pt x="13146" y="3194"/>
                    <a:pt x="13168" y="3194"/>
                  </a:cubicBezTo>
                  <a:cubicBezTo>
                    <a:pt x="13173" y="3194"/>
                    <a:pt x="13178" y="3194"/>
                    <a:pt x="13183" y="3192"/>
                  </a:cubicBezTo>
                  <a:cubicBezTo>
                    <a:pt x="13498" y="3109"/>
                    <a:pt x="13814" y="3062"/>
                    <a:pt x="14138" y="3062"/>
                  </a:cubicBezTo>
                  <a:cubicBezTo>
                    <a:pt x="16049" y="3062"/>
                    <a:pt x="17701" y="4658"/>
                    <a:pt x="17728" y="6541"/>
                  </a:cubicBezTo>
                  <a:cubicBezTo>
                    <a:pt x="17728" y="6560"/>
                    <a:pt x="17728" y="6569"/>
                    <a:pt x="17728" y="6587"/>
                  </a:cubicBezTo>
                  <a:cubicBezTo>
                    <a:pt x="17728" y="6606"/>
                    <a:pt x="17728" y="6634"/>
                    <a:pt x="17728" y="6652"/>
                  </a:cubicBezTo>
                  <a:cubicBezTo>
                    <a:pt x="17803" y="7608"/>
                    <a:pt x="17450" y="8600"/>
                    <a:pt x="16782" y="9324"/>
                  </a:cubicBezTo>
                  <a:cubicBezTo>
                    <a:pt x="16179" y="9973"/>
                    <a:pt x="15372" y="10335"/>
                    <a:pt x="14509" y="10335"/>
                  </a:cubicBezTo>
                  <a:lnTo>
                    <a:pt x="2802" y="10335"/>
                  </a:lnTo>
                  <a:cubicBezTo>
                    <a:pt x="1318" y="10335"/>
                    <a:pt x="121" y="9129"/>
                    <a:pt x="121" y="7654"/>
                  </a:cubicBezTo>
                  <a:lnTo>
                    <a:pt x="121" y="7617"/>
                  </a:lnTo>
                  <a:cubicBezTo>
                    <a:pt x="121" y="6142"/>
                    <a:pt x="1318" y="4936"/>
                    <a:pt x="2802" y="4936"/>
                  </a:cubicBezTo>
                  <a:lnTo>
                    <a:pt x="3628" y="4936"/>
                  </a:lnTo>
                  <a:cubicBezTo>
                    <a:pt x="3656" y="4936"/>
                    <a:pt x="3683" y="4918"/>
                    <a:pt x="3683" y="4880"/>
                  </a:cubicBezTo>
                  <a:cubicBezTo>
                    <a:pt x="3758" y="2209"/>
                    <a:pt x="5910" y="122"/>
                    <a:pt x="8582" y="122"/>
                  </a:cubicBezTo>
                  <a:close/>
                  <a:moveTo>
                    <a:pt x="8582" y="1"/>
                  </a:moveTo>
                  <a:cubicBezTo>
                    <a:pt x="5863" y="1"/>
                    <a:pt x="3674" y="2116"/>
                    <a:pt x="3572" y="4815"/>
                  </a:cubicBezTo>
                  <a:lnTo>
                    <a:pt x="2802" y="4815"/>
                  </a:lnTo>
                  <a:cubicBezTo>
                    <a:pt x="1262" y="4815"/>
                    <a:pt x="1" y="6077"/>
                    <a:pt x="1" y="7617"/>
                  </a:cubicBezTo>
                  <a:lnTo>
                    <a:pt x="1" y="7654"/>
                  </a:lnTo>
                  <a:cubicBezTo>
                    <a:pt x="1" y="9194"/>
                    <a:pt x="1262" y="10446"/>
                    <a:pt x="2802" y="10446"/>
                  </a:cubicBezTo>
                  <a:lnTo>
                    <a:pt x="14509" y="10446"/>
                  </a:lnTo>
                  <a:cubicBezTo>
                    <a:pt x="15400" y="10446"/>
                    <a:pt x="16244" y="10075"/>
                    <a:pt x="16866" y="9407"/>
                  </a:cubicBezTo>
                  <a:cubicBezTo>
                    <a:pt x="17552" y="8656"/>
                    <a:pt x="17923" y="7626"/>
                    <a:pt x="17849" y="6643"/>
                  </a:cubicBezTo>
                  <a:cubicBezTo>
                    <a:pt x="17849" y="6624"/>
                    <a:pt x="17849" y="6606"/>
                    <a:pt x="17849" y="6587"/>
                  </a:cubicBezTo>
                  <a:lnTo>
                    <a:pt x="17849" y="6541"/>
                  </a:lnTo>
                  <a:cubicBezTo>
                    <a:pt x="17812" y="4593"/>
                    <a:pt x="16114" y="2942"/>
                    <a:pt x="14138" y="2942"/>
                  </a:cubicBezTo>
                  <a:cubicBezTo>
                    <a:pt x="13823" y="2942"/>
                    <a:pt x="13507" y="2979"/>
                    <a:pt x="13201" y="3062"/>
                  </a:cubicBezTo>
                  <a:cubicBezTo>
                    <a:pt x="12413" y="1198"/>
                    <a:pt x="10604" y="1"/>
                    <a:pt x="8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43"/>
            <p:cNvSpPr/>
            <p:nvPr/>
          </p:nvSpPr>
          <p:spPr>
            <a:xfrm>
              <a:off x="1065600" y="2496750"/>
              <a:ext cx="3025" cy="86050"/>
            </a:xfrm>
            <a:custGeom>
              <a:avLst/>
              <a:gdLst/>
              <a:ahLst/>
              <a:cxnLst/>
              <a:rect l="l" t="t" r="r" b="b"/>
              <a:pathLst>
                <a:path w="121" h="344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28" y="3442"/>
                    <a:pt x="56" y="3442"/>
                  </a:cubicBezTo>
                  <a:cubicBezTo>
                    <a:pt x="93" y="3442"/>
                    <a:pt x="121" y="3423"/>
                    <a:pt x="121" y="338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43"/>
            <p:cNvSpPr/>
            <p:nvPr/>
          </p:nvSpPr>
          <p:spPr>
            <a:xfrm>
              <a:off x="1030100" y="2503225"/>
              <a:ext cx="37850" cy="33200"/>
            </a:xfrm>
            <a:custGeom>
              <a:avLst/>
              <a:gdLst/>
              <a:ahLst/>
              <a:cxnLst/>
              <a:rect l="l" t="t" r="r" b="b"/>
              <a:pathLst>
                <a:path w="1514" h="1328" extrusionOk="0">
                  <a:moveTo>
                    <a:pt x="57" y="1"/>
                  </a:moveTo>
                  <a:cubicBezTo>
                    <a:pt x="19" y="1"/>
                    <a:pt x="1" y="19"/>
                    <a:pt x="1" y="57"/>
                  </a:cubicBezTo>
                  <a:lnTo>
                    <a:pt x="1" y="1272"/>
                  </a:lnTo>
                  <a:cubicBezTo>
                    <a:pt x="1" y="1309"/>
                    <a:pt x="19" y="1327"/>
                    <a:pt x="57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cubicBezTo>
                    <a:pt x="1513" y="1244"/>
                    <a:pt x="1494" y="1216"/>
                    <a:pt x="1457" y="1216"/>
                  </a:cubicBezTo>
                  <a:lnTo>
                    <a:pt x="112" y="1216"/>
                  </a:lnTo>
                  <a:lnTo>
                    <a:pt x="112" y="57"/>
                  </a:lnTo>
                  <a:cubicBezTo>
                    <a:pt x="112" y="19"/>
                    <a:pt x="84" y="1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43"/>
            <p:cNvSpPr/>
            <p:nvPr/>
          </p:nvSpPr>
          <p:spPr>
            <a:xfrm>
              <a:off x="1025700" y="2493950"/>
              <a:ext cx="11850" cy="11850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2"/>
                  </a:moveTo>
                  <a:cubicBezTo>
                    <a:pt x="298" y="112"/>
                    <a:pt x="353" y="168"/>
                    <a:pt x="353" y="233"/>
                  </a:cubicBezTo>
                  <a:cubicBezTo>
                    <a:pt x="353" y="298"/>
                    <a:pt x="298" y="353"/>
                    <a:pt x="233" y="353"/>
                  </a:cubicBezTo>
                  <a:cubicBezTo>
                    <a:pt x="168" y="353"/>
                    <a:pt x="121" y="298"/>
                    <a:pt x="121" y="233"/>
                  </a:cubicBezTo>
                  <a:cubicBezTo>
                    <a:pt x="121" y="168"/>
                    <a:pt x="168" y="112"/>
                    <a:pt x="233" y="112"/>
                  </a:cubicBezTo>
                  <a:close/>
                  <a:moveTo>
                    <a:pt x="233" y="1"/>
                  </a:moveTo>
                  <a:cubicBezTo>
                    <a:pt x="103" y="1"/>
                    <a:pt x="1" y="103"/>
                    <a:pt x="1" y="233"/>
                  </a:cubicBezTo>
                  <a:cubicBezTo>
                    <a:pt x="1" y="363"/>
                    <a:pt x="103" y="474"/>
                    <a:pt x="233" y="474"/>
                  </a:cubicBezTo>
                  <a:cubicBezTo>
                    <a:pt x="362" y="474"/>
                    <a:pt x="474" y="363"/>
                    <a:pt x="474" y="233"/>
                  </a:cubicBezTo>
                  <a:cubicBezTo>
                    <a:pt x="474" y="103"/>
                    <a:pt x="362" y="1"/>
                    <a:pt x="2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43"/>
            <p:cNvSpPr/>
            <p:nvPr/>
          </p:nvSpPr>
          <p:spPr>
            <a:xfrm>
              <a:off x="1105250" y="2456625"/>
              <a:ext cx="2800" cy="126650"/>
            </a:xfrm>
            <a:custGeom>
              <a:avLst/>
              <a:gdLst/>
              <a:ahLst/>
              <a:cxnLst/>
              <a:rect l="l" t="t" r="r" b="b"/>
              <a:pathLst>
                <a:path w="112" h="5066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lnTo>
                    <a:pt x="1" y="5000"/>
                  </a:lnTo>
                  <a:cubicBezTo>
                    <a:pt x="1" y="5038"/>
                    <a:pt x="19" y="5065"/>
                    <a:pt x="56" y="5065"/>
                  </a:cubicBezTo>
                  <a:cubicBezTo>
                    <a:pt x="84" y="5065"/>
                    <a:pt x="112" y="5038"/>
                    <a:pt x="112" y="5000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43"/>
            <p:cNvSpPr/>
            <p:nvPr/>
          </p:nvSpPr>
          <p:spPr>
            <a:xfrm>
              <a:off x="1058175" y="2480975"/>
              <a:ext cx="17875" cy="1787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15" y="557"/>
                    <a:pt x="715" y="353"/>
                  </a:cubicBezTo>
                  <a:cubicBezTo>
                    <a:pt x="71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43"/>
            <p:cNvSpPr/>
            <p:nvPr/>
          </p:nvSpPr>
          <p:spPr>
            <a:xfrm>
              <a:off x="1146075" y="2496750"/>
              <a:ext cx="2800" cy="86050"/>
            </a:xfrm>
            <a:custGeom>
              <a:avLst/>
              <a:gdLst/>
              <a:ahLst/>
              <a:cxnLst/>
              <a:rect l="l" t="t" r="r" b="b"/>
              <a:pathLst>
                <a:path w="112" h="3442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386"/>
                  </a:lnTo>
                  <a:cubicBezTo>
                    <a:pt x="0" y="3423"/>
                    <a:pt x="19" y="3442"/>
                    <a:pt x="56" y="3442"/>
                  </a:cubicBezTo>
                  <a:cubicBezTo>
                    <a:pt x="84" y="3442"/>
                    <a:pt x="112" y="3423"/>
                    <a:pt x="112" y="3386"/>
                  </a:cubicBezTo>
                  <a:lnTo>
                    <a:pt x="112" y="56"/>
                  </a:lnTo>
                  <a:cubicBezTo>
                    <a:pt x="112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43"/>
            <p:cNvSpPr/>
            <p:nvPr/>
          </p:nvSpPr>
          <p:spPr>
            <a:xfrm>
              <a:off x="1146525" y="2503225"/>
              <a:ext cx="37825" cy="33200"/>
            </a:xfrm>
            <a:custGeom>
              <a:avLst/>
              <a:gdLst/>
              <a:ahLst/>
              <a:cxnLst/>
              <a:rect l="l" t="t" r="r" b="b"/>
              <a:pathLst>
                <a:path w="1513" h="1328" extrusionOk="0">
                  <a:moveTo>
                    <a:pt x="1457" y="1"/>
                  </a:moveTo>
                  <a:cubicBezTo>
                    <a:pt x="1429" y="1"/>
                    <a:pt x="1402" y="19"/>
                    <a:pt x="1402" y="57"/>
                  </a:cubicBezTo>
                  <a:lnTo>
                    <a:pt x="1402" y="1216"/>
                  </a:lnTo>
                  <a:lnTo>
                    <a:pt x="56" y="1216"/>
                  </a:lnTo>
                  <a:cubicBezTo>
                    <a:pt x="19" y="1216"/>
                    <a:pt x="1" y="1244"/>
                    <a:pt x="1" y="1272"/>
                  </a:cubicBezTo>
                  <a:cubicBezTo>
                    <a:pt x="1" y="1309"/>
                    <a:pt x="19" y="1327"/>
                    <a:pt x="56" y="1327"/>
                  </a:cubicBezTo>
                  <a:lnTo>
                    <a:pt x="1457" y="1327"/>
                  </a:lnTo>
                  <a:cubicBezTo>
                    <a:pt x="1494" y="1327"/>
                    <a:pt x="1513" y="1309"/>
                    <a:pt x="1513" y="1272"/>
                  </a:cubicBezTo>
                  <a:lnTo>
                    <a:pt x="1513" y="57"/>
                  </a:lnTo>
                  <a:cubicBezTo>
                    <a:pt x="1513" y="19"/>
                    <a:pt x="1494" y="1"/>
                    <a:pt x="14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43"/>
            <p:cNvSpPr/>
            <p:nvPr/>
          </p:nvSpPr>
          <p:spPr>
            <a:xfrm>
              <a:off x="1176925" y="2493950"/>
              <a:ext cx="11850" cy="11850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41" y="112"/>
                  </a:moveTo>
                  <a:cubicBezTo>
                    <a:pt x="306" y="112"/>
                    <a:pt x="362" y="168"/>
                    <a:pt x="362" y="233"/>
                  </a:cubicBezTo>
                  <a:cubicBezTo>
                    <a:pt x="362" y="298"/>
                    <a:pt x="306" y="353"/>
                    <a:pt x="241" y="353"/>
                  </a:cubicBezTo>
                  <a:cubicBezTo>
                    <a:pt x="176" y="353"/>
                    <a:pt x="121" y="298"/>
                    <a:pt x="121" y="233"/>
                  </a:cubicBezTo>
                  <a:cubicBezTo>
                    <a:pt x="121" y="168"/>
                    <a:pt x="176" y="112"/>
                    <a:pt x="241" y="112"/>
                  </a:cubicBezTo>
                  <a:close/>
                  <a:moveTo>
                    <a:pt x="241" y="1"/>
                  </a:moveTo>
                  <a:cubicBezTo>
                    <a:pt x="111" y="1"/>
                    <a:pt x="0" y="103"/>
                    <a:pt x="0" y="233"/>
                  </a:cubicBezTo>
                  <a:cubicBezTo>
                    <a:pt x="0" y="363"/>
                    <a:pt x="111" y="474"/>
                    <a:pt x="241" y="474"/>
                  </a:cubicBezTo>
                  <a:cubicBezTo>
                    <a:pt x="371" y="474"/>
                    <a:pt x="473" y="363"/>
                    <a:pt x="473" y="233"/>
                  </a:cubicBezTo>
                  <a:cubicBezTo>
                    <a:pt x="473" y="103"/>
                    <a:pt x="371" y="1"/>
                    <a:pt x="2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43"/>
            <p:cNvSpPr/>
            <p:nvPr/>
          </p:nvSpPr>
          <p:spPr>
            <a:xfrm>
              <a:off x="1138650" y="2480975"/>
              <a:ext cx="17650" cy="17875"/>
            </a:xfrm>
            <a:custGeom>
              <a:avLst/>
              <a:gdLst/>
              <a:ahLst/>
              <a:cxnLst/>
              <a:rect l="l" t="t" r="r" b="b"/>
              <a:pathLst>
                <a:path w="706" h="715" extrusionOk="0">
                  <a:moveTo>
                    <a:pt x="353" y="112"/>
                  </a:moveTo>
                  <a:cubicBezTo>
                    <a:pt x="483" y="112"/>
                    <a:pt x="594" y="223"/>
                    <a:pt x="594" y="353"/>
                  </a:cubicBezTo>
                  <a:cubicBezTo>
                    <a:pt x="594" y="483"/>
                    <a:pt x="483" y="594"/>
                    <a:pt x="353" y="594"/>
                  </a:cubicBezTo>
                  <a:cubicBezTo>
                    <a:pt x="223" y="594"/>
                    <a:pt x="112" y="483"/>
                    <a:pt x="112" y="353"/>
                  </a:cubicBezTo>
                  <a:cubicBezTo>
                    <a:pt x="112" y="223"/>
                    <a:pt x="223" y="112"/>
                    <a:pt x="353" y="112"/>
                  </a:cubicBezTo>
                  <a:close/>
                  <a:moveTo>
                    <a:pt x="353" y="0"/>
                  </a:moveTo>
                  <a:cubicBezTo>
                    <a:pt x="158" y="0"/>
                    <a:pt x="0" y="158"/>
                    <a:pt x="0" y="353"/>
                  </a:cubicBezTo>
                  <a:cubicBezTo>
                    <a:pt x="0" y="557"/>
                    <a:pt x="158" y="715"/>
                    <a:pt x="353" y="715"/>
                  </a:cubicBezTo>
                  <a:cubicBezTo>
                    <a:pt x="548" y="715"/>
                    <a:pt x="705" y="557"/>
                    <a:pt x="705" y="353"/>
                  </a:cubicBezTo>
                  <a:cubicBezTo>
                    <a:pt x="705" y="158"/>
                    <a:pt x="548" y="0"/>
                    <a:pt x="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43"/>
            <p:cNvSpPr/>
            <p:nvPr/>
          </p:nvSpPr>
          <p:spPr>
            <a:xfrm>
              <a:off x="1096450" y="2437825"/>
              <a:ext cx="20650" cy="20675"/>
            </a:xfrm>
            <a:custGeom>
              <a:avLst/>
              <a:gdLst/>
              <a:ahLst/>
              <a:cxnLst/>
              <a:rect l="l" t="t" r="r" b="b"/>
              <a:pathLst>
                <a:path w="826" h="827" extrusionOk="0">
                  <a:moveTo>
                    <a:pt x="408" y="122"/>
                  </a:moveTo>
                  <a:cubicBezTo>
                    <a:pt x="575" y="122"/>
                    <a:pt x="705" y="251"/>
                    <a:pt x="705" y="418"/>
                  </a:cubicBezTo>
                  <a:cubicBezTo>
                    <a:pt x="705" y="576"/>
                    <a:pt x="575" y="715"/>
                    <a:pt x="408" y="715"/>
                  </a:cubicBezTo>
                  <a:cubicBezTo>
                    <a:pt x="251" y="715"/>
                    <a:pt x="111" y="576"/>
                    <a:pt x="111" y="418"/>
                  </a:cubicBezTo>
                  <a:cubicBezTo>
                    <a:pt x="111" y="251"/>
                    <a:pt x="251" y="122"/>
                    <a:pt x="408" y="122"/>
                  </a:cubicBezTo>
                  <a:close/>
                  <a:moveTo>
                    <a:pt x="408" y="1"/>
                  </a:moveTo>
                  <a:cubicBezTo>
                    <a:pt x="186" y="1"/>
                    <a:pt x="0" y="186"/>
                    <a:pt x="0" y="418"/>
                  </a:cubicBezTo>
                  <a:cubicBezTo>
                    <a:pt x="0" y="641"/>
                    <a:pt x="186" y="827"/>
                    <a:pt x="408" y="827"/>
                  </a:cubicBezTo>
                  <a:cubicBezTo>
                    <a:pt x="640" y="827"/>
                    <a:pt x="826" y="641"/>
                    <a:pt x="826" y="418"/>
                  </a:cubicBezTo>
                  <a:cubicBezTo>
                    <a:pt x="826" y="186"/>
                    <a:pt x="640" y="1"/>
                    <a:pt x="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A25F9D3D-C73B-C4D2-CCB4-902DC132B0D3}"/>
              </a:ext>
            </a:extLst>
          </p:cNvPr>
          <p:cNvSpPr/>
          <p:nvPr/>
        </p:nvSpPr>
        <p:spPr>
          <a:xfrm>
            <a:off x="3982625" y="3574452"/>
            <a:ext cx="4270236" cy="732077"/>
          </a:xfrm>
          <a:prstGeom prst="rect">
            <a:avLst/>
          </a:prstGeom>
          <a:solidFill>
            <a:srgbClr val="F3F3F3"/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22" name="Google Shape;2122;p43"/>
          <p:cNvSpPr txBox="1">
            <a:spLocks noGrp="1"/>
          </p:cNvSpPr>
          <p:nvPr>
            <p:ph type="subTitle" idx="1"/>
          </p:nvPr>
        </p:nvSpPr>
        <p:spPr>
          <a:xfrm>
            <a:off x="4061733" y="1509625"/>
            <a:ext cx="1923892" cy="25958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While ​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If                               ​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Else                           ​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While True                 ​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for                              ​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Def                             ​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Strip                           ​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break</a:t>
            </a:r>
          </a:p>
        </p:txBody>
      </p:sp>
      <p:sp>
        <p:nvSpPr>
          <p:cNvPr id="4" name="Google Shape;2122;p43">
            <a:extLst>
              <a:ext uri="{FF2B5EF4-FFF2-40B4-BE49-F238E27FC236}">
                <a16:creationId xmlns:a16="http://schemas.microsoft.com/office/drawing/2014/main" id="{73A9DC28-FD6C-DDC1-E180-665833B11ED0}"/>
              </a:ext>
            </a:extLst>
          </p:cNvPr>
          <p:cNvSpPr txBox="1">
            <a:spLocks/>
          </p:cNvSpPr>
          <p:nvPr/>
        </p:nvSpPr>
        <p:spPr>
          <a:xfrm>
            <a:off x="5610272" y="1493084"/>
            <a:ext cx="1923892" cy="2302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spcBef>
                <a:spcPts val="1000"/>
              </a:spcBef>
            </a:pPr>
            <a:r>
              <a:rPr lang="en-US" dirty="0"/>
              <a:t>Capitalize</a:t>
            </a:r>
          </a:p>
          <a:p>
            <a:pPr marL="0" indent="0">
              <a:spcBef>
                <a:spcPts val="1000"/>
              </a:spcBef>
            </a:pPr>
            <a:r>
              <a:rPr lang="en-US" dirty="0"/>
              <a:t>Append</a:t>
            </a:r>
          </a:p>
          <a:p>
            <a:pPr marL="0" indent="0">
              <a:spcBef>
                <a:spcPts val="1000"/>
              </a:spcBef>
            </a:pPr>
            <a:r>
              <a:rPr lang="en-US" dirty="0" err="1"/>
              <a:t>Elif</a:t>
            </a:r>
            <a:endParaRPr lang="en-US" dirty="0"/>
          </a:p>
          <a:p>
            <a:pPr marL="0" indent="0">
              <a:spcBef>
                <a:spcPts val="1000"/>
              </a:spcBef>
            </a:pPr>
            <a:r>
              <a:rPr lang="en-US" dirty="0" err="1"/>
              <a:t>Colorama</a:t>
            </a:r>
            <a:endParaRPr lang="en-US" dirty="0"/>
          </a:p>
          <a:p>
            <a:pPr marL="0" indent="0">
              <a:spcBef>
                <a:spcPts val="1000"/>
              </a:spcBef>
            </a:pPr>
            <a:r>
              <a:rPr lang="en-US" dirty="0"/>
              <a:t>Fore</a:t>
            </a:r>
          </a:p>
          <a:p>
            <a:pPr marL="0" indent="0">
              <a:spcBef>
                <a:spcPts val="1000"/>
              </a:spcBef>
            </a:pPr>
            <a:r>
              <a:rPr lang="en-US" dirty="0"/>
              <a:t>Style</a:t>
            </a:r>
          </a:p>
          <a:p>
            <a:pPr marL="0" indent="0">
              <a:spcBef>
                <a:spcPts val="1000"/>
              </a:spcBef>
            </a:pPr>
            <a:r>
              <a:rPr lang="en-US" dirty="0"/>
              <a:t>continue</a:t>
            </a:r>
          </a:p>
        </p:txBody>
      </p:sp>
      <p:grpSp>
        <p:nvGrpSpPr>
          <p:cNvPr id="5" name="Google Shape;2503;p44">
            <a:extLst>
              <a:ext uri="{FF2B5EF4-FFF2-40B4-BE49-F238E27FC236}">
                <a16:creationId xmlns:a16="http://schemas.microsoft.com/office/drawing/2014/main" id="{540BD010-E485-A7E8-2783-595BD73243AD}"/>
              </a:ext>
            </a:extLst>
          </p:cNvPr>
          <p:cNvGrpSpPr/>
          <p:nvPr/>
        </p:nvGrpSpPr>
        <p:grpSpPr>
          <a:xfrm rot="1256014">
            <a:off x="7393099" y="464333"/>
            <a:ext cx="1300270" cy="1054998"/>
            <a:chOff x="5684629" y="1154350"/>
            <a:chExt cx="1101536" cy="882233"/>
          </a:xfrm>
        </p:grpSpPr>
        <p:sp>
          <p:nvSpPr>
            <p:cNvPr id="6" name="Google Shape;2504;p44">
              <a:extLst>
                <a:ext uri="{FF2B5EF4-FFF2-40B4-BE49-F238E27FC236}">
                  <a16:creationId xmlns:a16="http://schemas.microsoft.com/office/drawing/2014/main" id="{A7EC7D20-50CE-3719-7C87-21F047B058B1}"/>
                </a:ext>
              </a:extLst>
            </p:cNvPr>
            <p:cNvSpPr/>
            <p:nvPr/>
          </p:nvSpPr>
          <p:spPr>
            <a:xfrm>
              <a:off x="6333316" y="1154350"/>
              <a:ext cx="130978" cy="130997"/>
            </a:xfrm>
            <a:custGeom>
              <a:avLst/>
              <a:gdLst/>
              <a:ahLst/>
              <a:cxnLst/>
              <a:rect l="l" t="t" r="r" b="b"/>
              <a:pathLst>
                <a:path w="7072" h="7073" extrusionOk="0">
                  <a:moveTo>
                    <a:pt x="3536" y="7072"/>
                  </a:moveTo>
                  <a:lnTo>
                    <a:pt x="3536" y="7072"/>
                  </a:lnTo>
                  <a:cubicBezTo>
                    <a:pt x="3469" y="7072"/>
                    <a:pt x="3369" y="7005"/>
                    <a:pt x="3336" y="6939"/>
                  </a:cubicBezTo>
                  <a:lnTo>
                    <a:pt x="2202" y="4871"/>
                  </a:lnTo>
                  <a:lnTo>
                    <a:pt x="134" y="3703"/>
                  </a:lnTo>
                  <a:cubicBezTo>
                    <a:pt x="34" y="3670"/>
                    <a:pt x="0" y="3603"/>
                    <a:pt x="0" y="3536"/>
                  </a:cubicBezTo>
                  <a:cubicBezTo>
                    <a:pt x="0" y="3436"/>
                    <a:pt x="67" y="3369"/>
                    <a:pt x="134" y="3336"/>
                  </a:cubicBezTo>
                  <a:lnTo>
                    <a:pt x="2202" y="2202"/>
                  </a:lnTo>
                  <a:lnTo>
                    <a:pt x="3369" y="100"/>
                  </a:lnTo>
                  <a:cubicBezTo>
                    <a:pt x="3403" y="34"/>
                    <a:pt x="3469" y="0"/>
                    <a:pt x="3536" y="0"/>
                  </a:cubicBezTo>
                  <a:lnTo>
                    <a:pt x="3536" y="0"/>
                  </a:lnTo>
                  <a:cubicBezTo>
                    <a:pt x="3603" y="0"/>
                    <a:pt x="3703" y="34"/>
                    <a:pt x="3736" y="100"/>
                  </a:cubicBezTo>
                  <a:lnTo>
                    <a:pt x="4870" y="2202"/>
                  </a:lnTo>
                  <a:lnTo>
                    <a:pt x="6938" y="3369"/>
                  </a:lnTo>
                  <a:cubicBezTo>
                    <a:pt x="7039" y="3403"/>
                    <a:pt x="7072" y="3470"/>
                    <a:pt x="7072" y="3536"/>
                  </a:cubicBezTo>
                  <a:cubicBezTo>
                    <a:pt x="7072" y="3603"/>
                    <a:pt x="7005" y="3703"/>
                    <a:pt x="6938" y="3736"/>
                  </a:cubicBezTo>
                  <a:lnTo>
                    <a:pt x="4870" y="4871"/>
                  </a:lnTo>
                  <a:lnTo>
                    <a:pt x="3703" y="6972"/>
                  </a:lnTo>
                  <a:cubicBezTo>
                    <a:pt x="3669" y="7039"/>
                    <a:pt x="3603" y="7072"/>
                    <a:pt x="3536" y="7072"/>
                  </a:cubicBezTo>
                  <a:close/>
                  <a:moveTo>
                    <a:pt x="667" y="3536"/>
                  </a:moveTo>
                  <a:lnTo>
                    <a:pt x="2469" y="4537"/>
                  </a:lnTo>
                  <a:cubicBezTo>
                    <a:pt x="2502" y="4537"/>
                    <a:pt x="2535" y="4570"/>
                    <a:pt x="2535" y="4604"/>
                  </a:cubicBezTo>
                  <a:lnTo>
                    <a:pt x="3536" y="6438"/>
                  </a:lnTo>
                  <a:lnTo>
                    <a:pt x="4537" y="4604"/>
                  </a:lnTo>
                  <a:cubicBezTo>
                    <a:pt x="4537" y="4570"/>
                    <a:pt x="4570" y="4537"/>
                    <a:pt x="4603" y="4537"/>
                  </a:cubicBezTo>
                  <a:lnTo>
                    <a:pt x="6438" y="3536"/>
                  </a:lnTo>
                  <a:lnTo>
                    <a:pt x="4603" y="2536"/>
                  </a:lnTo>
                  <a:cubicBezTo>
                    <a:pt x="4570" y="2536"/>
                    <a:pt x="4537" y="2502"/>
                    <a:pt x="4537" y="2469"/>
                  </a:cubicBezTo>
                  <a:lnTo>
                    <a:pt x="3536" y="668"/>
                  </a:lnTo>
                  <a:lnTo>
                    <a:pt x="2535" y="2469"/>
                  </a:lnTo>
                  <a:cubicBezTo>
                    <a:pt x="2535" y="2502"/>
                    <a:pt x="2502" y="2536"/>
                    <a:pt x="2469" y="25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505;p44">
              <a:extLst>
                <a:ext uri="{FF2B5EF4-FFF2-40B4-BE49-F238E27FC236}">
                  <a16:creationId xmlns:a16="http://schemas.microsoft.com/office/drawing/2014/main" id="{23F17D9D-5B31-8AC1-8DF5-CD9084942901}"/>
                </a:ext>
              </a:extLst>
            </p:cNvPr>
            <p:cNvSpPr/>
            <p:nvPr/>
          </p:nvSpPr>
          <p:spPr>
            <a:xfrm>
              <a:off x="5684629" y="1281661"/>
              <a:ext cx="335484" cy="309444"/>
            </a:xfrm>
            <a:custGeom>
              <a:avLst/>
              <a:gdLst/>
              <a:ahLst/>
              <a:cxnLst/>
              <a:rect l="l" t="t" r="r" b="b"/>
              <a:pathLst>
                <a:path w="18114" h="16708" extrusionOk="0">
                  <a:moveTo>
                    <a:pt x="9061" y="0"/>
                  </a:moveTo>
                  <a:cubicBezTo>
                    <a:pt x="8636" y="0"/>
                    <a:pt x="8206" y="32"/>
                    <a:pt x="7772" y="98"/>
                  </a:cubicBezTo>
                  <a:cubicBezTo>
                    <a:pt x="3169" y="799"/>
                    <a:pt x="0" y="5035"/>
                    <a:pt x="701" y="9605"/>
                  </a:cubicBezTo>
                  <a:cubicBezTo>
                    <a:pt x="1335" y="13745"/>
                    <a:pt x="4926" y="16708"/>
                    <a:pt x="9044" y="16708"/>
                  </a:cubicBezTo>
                  <a:cubicBezTo>
                    <a:pt x="9471" y="16708"/>
                    <a:pt x="9905" y="16676"/>
                    <a:pt x="10341" y="16610"/>
                  </a:cubicBezTo>
                  <a:cubicBezTo>
                    <a:pt x="14944" y="15909"/>
                    <a:pt x="18113" y="11640"/>
                    <a:pt x="17379" y="7070"/>
                  </a:cubicBezTo>
                  <a:cubicBezTo>
                    <a:pt x="16745" y="2960"/>
                    <a:pt x="13154" y="0"/>
                    <a:pt x="90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506;p44">
              <a:extLst>
                <a:ext uri="{FF2B5EF4-FFF2-40B4-BE49-F238E27FC236}">
                  <a16:creationId xmlns:a16="http://schemas.microsoft.com/office/drawing/2014/main" id="{10D0525D-8D75-40E2-02B9-53EFA3BB16CF}"/>
                </a:ext>
              </a:extLst>
            </p:cNvPr>
            <p:cNvSpPr/>
            <p:nvPr/>
          </p:nvSpPr>
          <p:spPr>
            <a:xfrm>
              <a:off x="5707484" y="1255047"/>
              <a:ext cx="335484" cy="331168"/>
            </a:xfrm>
            <a:custGeom>
              <a:avLst/>
              <a:gdLst/>
              <a:ahLst/>
              <a:cxnLst/>
              <a:rect l="l" t="t" r="r" b="b"/>
              <a:pathLst>
                <a:path w="18114" h="17881" extrusionOk="0">
                  <a:moveTo>
                    <a:pt x="17379" y="7673"/>
                  </a:moveTo>
                  <a:cubicBezTo>
                    <a:pt x="18113" y="12243"/>
                    <a:pt x="14944" y="16479"/>
                    <a:pt x="10341" y="17180"/>
                  </a:cubicBezTo>
                  <a:cubicBezTo>
                    <a:pt x="5738" y="17880"/>
                    <a:pt x="1401" y="14744"/>
                    <a:pt x="701" y="10208"/>
                  </a:cubicBezTo>
                  <a:cubicBezTo>
                    <a:pt x="0" y="5638"/>
                    <a:pt x="3169" y="1368"/>
                    <a:pt x="7773" y="668"/>
                  </a:cubicBezTo>
                  <a:cubicBezTo>
                    <a:pt x="12376" y="1"/>
                    <a:pt x="16679" y="3103"/>
                    <a:pt x="17379" y="76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507;p44">
              <a:extLst>
                <a:ext uri="{FF2B5EF4-FFF2-40B4-BE49-F238E27FC236}">
                  <a16:creationId xmlns:a16="http://schemas.microsoft.com/office/drawing/2014/main" id="{41E3743A-4B56-AC35-815B-188891076701}"/>
                </a:ext>
              </a:extLst>
            </p:cNvPr>
            <p:cNvSpPr/>
            <p:nvPr/>
          </p:nvSpPr>
          <p:spPr>
            <a:xfrm>
              <a:off x="5710577" y="1261918"/>
              <a:ext cx="329298" cy="316870"/>
            </a:xfrm>
            <a:custGeom>
              <a:avLst/>
              <a:gdLst/>
              <a:ahLst/>
              <a:cxnLst/>
              <a:rect l="l" t="t" r="r" b="b"/>
              <a:pathLst>
                <a:path w="17780" h="17109" extrusionOk="0">
                  <a:moveTo>
                    <a:pt x="8873" y="430"/>
                  </a:moveTo>
                  <a:cubicBezTo>
                    <a:pt x="12876" y="430"/>
                    <a:pt x="16412" y="3299"/>
                    <a:pt x="17012" y="7335"/>
                  </a:cubicBezTo>
                  <a:cubicBezTo>
                    <a:pt x="17346" y="9470"/>
                    <a:pt x="16812" y="11605"/>
                    <a:pt x="15545" y="13339"/>
                  </a:cubicBezTo>
                  <a:cubicBezTo>
                    <a:pt x="14244" y="15107"/>
                    <a:pt x="12309" y="16275"/>
                    <a:pt x="10141" y="16608"/>
                  </a:cubicBezTo>
                  <a:cubicBezTo>
                    <a:pt x="9723" y="16670"/>
                    <a:pt x="9308" y="16700"/>
                    <a:pt x="8898" y="16700"/>
                  </a:cubicBezTo>
                  <a:cubicBezTo>
                    <a:pt x="4888" y="16700"/>
                    <a:pt x="1369" y="13829"/>
                    <a:pt x="734" y="9804"/>
                  </a:cubicBezTo>
                  <a:cubicBezTo>
                    <a:pt x="400" y="7669"/>
                    <a:pt x="934" y="5534"/>
                    <a:pt x="2202" y="3799"/>
                  </a:cubicBezTo>
                  <a:cubicBezTo>
                    <a:pt x="3503" y="2031"/>
                    <a:pt x="5437" y="864"/>
                    <a:pt x="7639" y="530"/>
                  </a:cubicBezTo>
                  <a:cubicBezTo>
                    <a:pt x="8039" y="464"/>
                    <a:pt x="8473" y="430"/>
                    <a:pt x="8873" y="430"/>
                  </a:cubicBezTo>
                  <a:close/>
                  <a:moveTo>
                    <a:pt x="8867" y="0"/>
                  </a:moveTo>
                  <a:cubicBezTo>
                    <a:pt x="8439" y="0"/>
                    <a:pt x="8007" y="32"/>
                    <a:pt x="7572" y="97"/>
                  </a:cubicBezTo>
                  <a:cubicBezTo>
                    <a:pt x="5271" y="464"/>
                    <a:pt x="3236" y="1664"/>
                    <a:pt x="1868" y="3532"/>
                  </a:cubicBezTo>
                  <a:cubicBezTo>
                    <a:pt x="534" y="5367"/>
                    <a:pt x="0" y="7635"/>
                    <a:pt x="334" y="9870"/>
                  </a:cubicBezTo>
                  <a:cubicBezTo>
                    <a:pt x="1001" y="14073"/>
                    <a:pt x="4670" y="17109"/>
                    <a:pt x="8873" y="17109"/>
                  </a:cubicBezTo>
                  <a:cubicBezTo>
                    <a:pt x="9307" y="17109"/>
                    <a:pt x="9740" y="17075"/>
                    <a:pt x="10207" y="17009"/>
                  </a:cubicBezTo>
                  <a:cubicBezTo>
                    <a:pt x="12509" y="16675"/>
                    <a:pt x="14510" y="15441"/>
                    <a:pt x="15878" y="13606"/>
                  </a:cubicBezTo>
                  <a:cubicBezTo>
                    <a:pt x="17246" y="11772"/>
                    <a:pt x="17779" y="9503"/>
                    <a:pt x="17446" y="7268"/>
                  </a:cubicBezTo>
                  <a:cubicBezTo>
                    <a:pt x="16780" y="3030"/>
                    <a:pt x="13064" y="0"/>
                    <a:pt x="8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508;p44">
              <a:extLst>
                <a:ext uri="{FF2B5EF4-FFF2-40B4-BE49-F238E27FC236}">
                  <a16:creationId xmlns:a16="http://schemas.microsoft.com/office/drawing/2014/main" id="{584D8B53-A90D-B22A-4B5F-CBECCC73DB56}"/>
                </a:ext>
              </a:extLst>
            </p:cNvPr>
            <p:cNvSpPr/>
            <p:nvPr/>
          </p:nvSpPr>
          <p:spPr>
            <a:xfrm>
              <a:off x="5837832" y="1361522"/>
              <a:ext cx="106901" cy="117940"/>
            </a:xfrm>
            <a:custGeom>
              <a:avLst/>
              <a:gdLst/>
              <a:ahLst/>
              <a:cxnLst/>
              <a:rect l="l" t="t" r="r" b="b"/>
              <a:pathLst>
                <a:path w="5772" h="6368" extrusionOk="0">
                  <a:moveTo>
                    <a:pt x="475" y="1"/>
                  </a:moveTo>
                  <a:cubicBezTo>
                    <a:pt x="221" y="1"/>
                    <a:pt x="1" y="205"/>
                    <a:pt x="1" y="489"/>
                  </a:cubicBezTo>
                  <a:lnTo>
                    <a:pt x="1" y="5893"/>
                  </a:lnTo>
                  <a:cubicBezTo>
                    <a:pt x="1" y="6167"/>
                    <a:pt x="205" y="6367"/>
                    <a:pt x="448" y="6367"/>
                  </a:cubicBezTo>
                  <a:cubicBezTo>
                    <a:pt x="530" y="6367"/>
                    <a:pt x="617" y="6344"/>
                    <a:pt x="701" y="6294"/>
                  </a:cubicBezTo>
                  <a:lnTo>
                    <a:pt x="5438" y="3592"/>
                  </a:lnTo>
                  <a:cubicBezTo>
                    <a:pt x="5771" y="3425"/>
                    <a:pt x="5771" y="2958"/>
                    <a:pt x="5438" y="2791"/>
                  </a:cubicBezTo>
                  <a:lnTo>
                    <a:pt x="701" y="56"/>
                  </a:lnTo>
                  <a:cubicBezTo>
                    <a:pt x="626" y="18"/>
                    <a:pt x="549" y="1"/>
                    <a:pt x="4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509;p44">
              <a:extLst>
                <a:ext uri="{FF2B5EF4-FFF2-40B4-BE49-F238E27FC236}">
                  <a16:creationId xmlns:a16="http://schemas.microsoft.com/office/drawing/2014/main" id="{AA3CD753-3189-C135-4A66-3AC69C405B8D}"/>
                </a:ext>
              </a:extLst>
            </p:cNvPr>
            <p:cNvSpPr/>
            <p:nvPr/>
          </p:nvSpPr>
          <p:spPr>
            <a:xfrm>
              <a:off x="5834128" y="1357596"/>
              <a:ext cx="113069" cy="126052"/>
            </a:xfrm>
            <a:custGeom>
              <a:avLst/>
              <a:gdLst/>
              <a:ahLst/>
              <a:cxnLst/>
              <a:rect l="l" t="t" r="r" b="b"/>
              <a:pathLst>
                <a:path w="6105" h="6806" extrusionOk="0">
                  <a:moveTo>
                    <a:pt x="668" y="435"/>
                  </a:moveTo>
                  <a:cubicBezTo>
                    <a:pt x="701" y="435"/>
                    <a:pt x="734" y="435"/>
                    <a:pt x="801" y="468"/>
                  </a:cubicBezTo>
                  <a:lnTo>
                    <a:pt x="5538" y="3170"/>
                  </a:lnTo>
                  <a:cubicBezTo>
                    <a:pt x="5671" y="3237"/>
                    <a:pt x="5671" y="3370"/>
                    <a:pt x="5671" y="3403"/>
                  </a:cubicBezTo>
                  <a:cubicBezTo>
                    <a:pt x="5671" y="3437"/>
                    <a:pt x="5671" y="3570"/>
                    <a:pt x="5538" y="3637"/>
                  </a:cubicBezTo>
                  <a:lnTo>
                    <a:pt x="801" y="6339"/>
                  </a:lnTo>
                  <a:cubicBezTo>
                    <a:pt x="745" y="6367"/>
                    <a:pt x="694" y="6377"/>
                    <a:pt x="652" y="6377"/>
                  </a:cubicBezTo>
                  <a:cubicBezTo>
                    <a:pt x="595" y="6377"/>
                    <a:pt x="554" y="6358"/>
                    <a:pt x="534" y="6339"/>
                  </a:cubicBezTo>
                  <a:cubicBezTo>
                    <a:pt x="501" y="6305"/>
                    <a:pt x="401" y="6239"/>
                    <a:pt x="401" y="6105"/>
                  </a:cubicBezTo>
                  <a:lnTo>
                    <a:pt x="401" y="701"/>
                  </a:lnTo>
                  <a:cubicBezTo>
                    <a:pt x="401" y="568"/>
                    <a:pt x="501" y="501"/>
                    <a:pt x="534" y="468"/>
                  </a:cubicBezTo>
                  <a:cubicBezTo>
                    <a:pt x="568" y="435"/>
                    <a:pt x="601" y="435"/>
                    <a:pt x="668" y="435"/>
                  </a:cubicBezTo>
                  <a:close/>
                  <a:moveTo>
                    <a:pt x="668" y="1"/>
                  </a:moveTo>
                  <a:cubicBezTo>
                    <a:pt x="551" y="1"/>
                    <a:pt x="434" y="34"/>
                    <a:pt x="334" y="101"/>
                  </a:cubicBezTo>
                  <a:cubicBezTo>
                    <a:pt x="101" y="234"/>
                    <a:pt x="1" y="435"/>
                    <a:pt x="1" y="701"/>
                  </a:cubicBezTo>
                  <a:lnTo>
                    <a:pt x="1" y="6105"/>
                  </a:lnTo>
                  <a:cubicBezTo>
                    <a:pt x="1" y="6372"/>
                    <a:pt x="101" y="6572"/>
                    <a:pt x="334" y="6706"/>
                  </a:cubicBezTo>
                  <a:cubicBezTo>
                    <a:pt x="434" y="6772"/>
                    <a:pt x="534" y="6806"/>
                    <a:pt x="668" y="6806"/>
                  </a:cubicBezTo>
                  <a:cubicBezTo>
                    <a:pt x="768" y="6806"/>
                    <a:pt x="901" y="6772"/>
                    <a:pt x="1001" y="6706"/>
                  </a:cubicBezTo>
                  <a:lnTo>
                    <a:pt x="5738" y="4004"/>
                  </a:lnTo>
                  <a:cubicBezTo>
                    <a:pt x="5971" y="3870"/>
                    <a:pt x="6105" y="3637"/>
                    <a:pt x="6105" y="3403"/>
                  </a:cubicBezTo>
                  <a:cubicBezTo>
                    <a:pt x="6105" y="3136"/>
                    <a:pt x="5971" y="2936"/>
                    <a:pt x="5738" y="2803"/>
                  </a:cubicBezTo>
                  <a:lnTo>
                    <a:pt x="1001" y="101"/>
                  </a:lnTo>
                  <a:cubicBezTo>
                    <a:pt x="901" y="34"/>
                    <a:pt x="784" y="1"/>
                    <a:pt x="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510;p44">
              <a:extLst>
                <a:ext uri="{FF2B5EF4-FFF2-40B4-BE49-F238E27FC236}">
                  <a16:creationId xmlns:a16="http://schemas.microsoft.com/office/drawing/2014/main" id="{F438DFD4-7250-CE06-BB75-C3FDE5F49203}"/>
                </a:ext>
              </a:extLst>
            </p:cNvPr>
            <p:cNvSpPr/>
            <p:nvPr/>
          </p:nvSpPr>
          <p:spPr>
            <a:xfrm>
              <a:off x="6138701" y="1463238"/>
              <a:ext cx="647465" cy="573345"/>
            </a:xfrm>
            <a:custGeom>
              <a:avLst/>
              <a:gdLst/>
              <a:ahLst/>
              <a:cxnLst/>
              <a:rect l="l" t="t" r="r" b="b"/>
              <a:pathLst>
                <a:path w="34959" h="30957" extrusionOk="0">
                  <a:moveTo>
                    <a:pt x="501" y="1"/>
                  </a:moveTo>
                  <a:cubicBezTo>
                    <a:pt x="234" y="1"/>
                    <a:pt x="1" y="234"/>
                    <a:pt x="1" y="501"/>
                  </a:cubicBezTo>
                  <a:lnTo>
                    <a:pt x="1" y="30456"/>
                  </a:lnTo>
                  <a:cubicBezTo>
                    <a:pt x="1" y="30723"/>
                    <a:pt x="201" y="30923"/>
                    <a:pt x="468" y="30923"/>
                  </a:cubicBezTo>
                  <a:lnTo>
                    <a:pt x="34459" y="30956"/>
                  </a:lnTo>
                  <a:cubicBezTo>
                    <a:pt x="34726" y="30956"/>
                    <a:pt x="34926" y="30723"/>
                    <a:pt x="34926" y="30456"/>
                  </a:cubicBezTo>
                  <a:lnTo>
                    <a:pt x="34959" y="501"/>
                  </a:lnTo>
                  <a:cubicBezTo>
                    <a:pt x="34959" y="234"/>
                    <a:pt x="34726" y="34"/>
                    <a:pt x="34459" y="34"/>
                  </a:cubicBezTo>
                  <a:lnTo>
                    <a:pt x="5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511;p44">
              <a:extLst>
                <a:ext uri="{FF2B5EF4-FFF2-40B4-BE49-F238E27FC236}">
                  <a16:creationId xmlns:a16="http://schemas.microsoft.com/office/drawing/2014/main" id="{300CDA8C-7F7D-ED21-AC83-9E3192ACD1F6}"/>
                </a:ext>
              </a:extLst>
            </p:cNvPr>
            <p:cNvSpPr/>
            <p:nvPr/>
          </p:nvSpPr>
          <p:spPr>
            <a:xfrm>
              <a:off x="6122032" y="1447810"/>
              <a:ext cx="647465" cy="573326"/>
            </a:xfrm>
            <a:custGeom>
              <a:avLst/>
              <a:gdLst/>
              <a:ahLst/>
              <a:cxnLst/>
              <a:rect l="l" t="t" r="r" b="b"/>
              <a:pathLst>
                <a:path w="34959" h="30956" extrusionOk="0">
                  <a:moveTo>
                    <a:pt x="500" y="0"/>
                  </a:moveTo>
                  <a:cubicBezTo>
                    <a:pt x="234" y="0"/>
                    <a:pt x="0" y="234"/>
                    <a:pt x="0" y="500"/>
                  </a:cubicBezTo>
                  <a:lnTo>
                    <a:pt x="0" y="30455"/>
                  </a:lnTo>
                  <a:cubicBezTo>
                    <a:pt x="0" y="30722"/>
                    <a:pt x="200" y="30922"/>
                    <a:pt x="467" y="30922"/>
                  </a:cubicBezTo>
                  <a:lnTo>
                    <a:pt x="34458" y="30956"/>
                  </a:lnTo>
                  <a:cubicBezTo>
                    <a:pt x="34725" y="30956"/>
                    <a:pt x="34925" y="30722"/>
                    <a:pt x="34925" y="30455"/>
                  </a:cubicBezTo>
                  <a:lnTo>
                    <a:pt x="34958" y="500"/>
                  </a:lnTo>
                  <a:cubicBezTo>
                    <a:pt x="34958" y="234"/>
                    <a:pt x="34725" y="0"/>
                    <a:pt x="34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512;p44">
              <a:extLst>
                <a:ext uri="{FF2B5EF4-FFF2-40B4-BE49-F238E27FC236}">
                  <a16:creationId xmlns:a16="http://schemas.microsoft.com/office/drawing/2014/main" id="{02EF6032-9924-B2A2-9DDE-CB7C9D41CE29}"/>
                </a:ext>
              </a:extLst>
            </p:cNvPr>
            <p:cNvSpPr/>
            <p:nvPr/>
          </p:nvSpPr>
          <p:spPr>
            <a:xfrm>
              <a:off x="6117698" y="1444087"/>
              <a:ext cx="655503" cy="580753"/>
            </a:xfrm>
            <a:custGeom>
              <a:avLst/>
              <a:gdLst/>
              <a:ahLst/>
              <a:cxnLst/>
              <a:rect l="l" t="t" r="r" b="b"/>
              <a:pathLst>
                <a:path w="35393" h="31357" extrusionOk="0">
                  <a:moveTo>
                    <a:pt x="734" y="401"/>
                  </a:moveTo>
                  <a:lnTo>
                    <a:pt x="34692" y="435"/>
                  </a:lnTo>
                  <a:cubicBezTo>
                    <a:pt x="34859" y="435"/>
                    <a:pt x="34992" y="535"/>
                    <a:pt x="34992" y="701"/>
                  </a:cubicBezTo>
                  <a:lnTo>
                    <a:pt x="34959" y="30656"/>
                  </a:lnTo>
                  <a:cubicBezTo>
                    <a:pt x="34959" y="30823"/>
                    <a:pt x="34825" y="30923"/>
                    <a:pt x="34692" y="30923"/>
                  </a:cubicBezTo>
                  <a:lnTo>
                    <a:pt x="701" y="30923"/>
                  </a:lnTo>
                  <a:cubicBezTo>
                    <a:pt x="568" y="30923"/>
                    <a:pt x="434" y="30790"/>
                    <a:pt x="434" y="30656"/>
                  </a:cubicBezTo>
                  <a:lnTo>
                    <a:pt x="434" y="668"/>
                  </a:lnTo>
                  <a:cubicBezTo>
                    <a:pt x="434" y="601"/>
                    <a:pt x="468" y="535"/>
                    <a:pt x="534" y="501"/>
                  </a:cubicBezTo>
                  <a:cubicBezTo>
                    <a:pt x="601" y="435"/>
                    <a:pt x="668" y="401"/>
                    <a:pt x="734" y="401"/>
                  </a:cubicBezTo>
                  <a:close/>
                  <a:moveTo>
                    <a:pt x="734" y="1"/>
                  </a:moveTo>
                  <a:cubicBezTo>
                    <a:pt x="534" y="1"/>
                    <a:pt x="367" y="68"/>
                    <a:pt x="234" y="201"/>
                  </a:cubicBezTo>
                  <a:cubicBezTo>
                    <a:pt x="101" y="334"/>
                    <a:pt x="34" y="501"/>
                    <a:pt x="34" y="701"/>
                  </a:cubicBezTo>
                  <a:lnTo>
                    <a:pt x="1" y="30656"/>
                  </a:lnTo>
                  <a:cubicBezTo>
                    <a:pt x="1" y="31023"/>
                    <a:pt x="334" y="31357"/>
                    <a:pt x="701" y="31357"/>
                  </a:cubicBezTo>
                  <a:lnTo>
                    <a:pt x="34692" y="31357"/>
                  </a:lnTo>
                  <a:cubicBezTo>
                    <a:pt x="35059" y="31357"/>
                    <a:pt x="35359" y="31056"/>
                    <a:pt x="35393" y="30656"/>
                  </a:cubicBezTo>
                  <a:lnTo>
                    <a:pt x="35393" y="701"/>
                  </a:lnTo>
                  <a:cubicBezTo>
                    <a:pt x="35393" y="334"/>
                    <a:pt x="35092" y="1"/>
                    <a:pt x="346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513;p44">
              <a:extLst>
                <a:ext uri="{FF2B5EF4-FFF2-40B4-BE49-F238E27FC236}">
                  <a16:creationId xmlns:a16="http://schemas.microsoft.com/office/drawing/2014/main" id="{7919EEB4-8DF8-C7CC-68BA-10EDA520EE88}"/>
                </a:ext>
              </a:extLst>
            </p:cNvPr>
            <p:cNvSpPr/>
            <p:nvPr/>
          </p:nvSpPr>
          <p:spPr>
            <a:xfrm>
              <a:off x="6122032" y="1447810"/>
              <a:ext cx="647465" cy="56840"/>
            </a:xfrm>
            <a:custGeom>
              <a:avLst/>
              <a:gdLst/>
              <a:ahLst/>
              <a:cxnLst/>
              <a:rect l="l" t="t" r="r" b="b"/>
              <a:pathLst>
                <a:path w="34959" h="3069" extrusionOk="0">
                  <a:moveTo>
                    <a:pt x="34958" y="3069"/>
                  </a:moveTo>
                  <a:lnTo>
                    <a:pt x="0" y="3069"/>
                  </a:lnTo>
                  <a:lnTo>
                    <a:pt x="0" y="500"/>
                  </a:lnTo>
                  <a:cubicBezTo>
                    <a:pt x="0" y="234"/>
                    <a:pt x="234" y="0"/>
                    <a:pt x="500" y="0"/>
                  </a:cubicBezTo>
                  <a:lnTo>
                    <a:pt x="34458" y="33"/>
                  </a:lnTo>
                  <a:cubicBezTo>
                    <a:pt x="34725" y="33"/>
                    <a:pt x="34958" y="234"/>
                    <a:pt x="34958" y="5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14;p44">
              <a:extLst>
                <a:ext uri="{FF2B5EF4-FFF2-40B4-BE49-F238E27FC236}">
                  <a16:creationId xmlns:a16="http://schemas.microsoft.com/office/drawing/2014/main" id="{FC87D73E-39B3-69E2-C3EC-E626F05A8026}"/>
                </a:ext>
              </a:extLst>
            </p:cNvPr>
            <p:cNvSpPr/>
            <p:nvPr/>
          </p:nvSpPr>
          <p:spPr>
            <a:xfrm>
              <a:off x="6118309" y="1444087"/>
              <a:ext cx="654891" cy="64285"/>
            </a:xfrm>
            <a:custGeom>
              <a:avLst/>
              <a:gdLst/>
              <a:ahLst/>
              <a:cxnLst/>
              <a:rect l="l" t="t" r="r" b="b"/>
              <a:pathLst>
                <a:path w="35360" h="3471" extrusionOk="0">
                  <a:moveTo>
                    <a:pt x="701" y="401"/>
                  </a:moveTo>
                  <a:lnTo>
                    <a:pt x="34659" y="435"/>
                  </a:lnTo>
                  <a:cubicBezTo>
                    <a:pt x="34726" y="435"/>
                    <a:pt x="34792" y="468"/>
                    <a:pt x="34859" y="501"/>
                  </a:cubicBezTo>
                  <a:cubicBezTo>
                    <a:pt x="34926" y="568"/>
                    <a:pt x="34926" y="635"/>
                    <a:pt x="34926" y="701"/>
                  </a:cubicBezTo>
                  <a:lnTo>
                    <a:pt x="34926" y="3070"/>
                  </a:lnTo>
                  <a:lnTo>
                    <a:pt x="401" y="3036"/>
                  </a:lnTo>
                  <a:lnTo>
                    <a:pt x="401" y="668"/>
                  </a:lnTo>
                  <a:cubicBezTo>
                    <a:pt x="435" y="535"/>
                    <a:pt x="535" y="401"/>
                    <a:pt x="701" y="401"/>
                  </a:cubicBezTo>
                  <a:close/>
                  <a:moveTo>
                    <a:pt x="701" y="1"/>
                  </a:moveTo>
                  <a:cubicBezTo>
                    <a:pt x="301" y="1"/>
                    <a:pt x="1" y="301"/>
                    <a:pt x="1" y="701"/>
                  </a:cubicBezTo>
                  <a:lnTo>
                    <a:pt x="1" y="3270"/>
                  </a:lnTo>
                  <a:cubicBezTo>
                    <a:pt x="1" y="3303"/>
                    <a:pt x="34" y="3370"/>
                    <a:pt x="68" y="3403"/>
                  </a:cubicBezTo>
                  <a:cubicBezTo>
                    <a:pt x="101" y="3437"/>
                    <a:pt x="168" y="3470"/>
                    <a:pt x="201" y="3470"/>
                  </a:cubicBezTo>
                  <a:lnTo>
                    <a:pt x="35159" y="3470"/>
                  </a:lnTo>
                  <a:cubicBezTo>
                    <a:pt x="35259" y="3470"/>
                    <a:pt x="35360" y="3370"/>
                    <a:pt x="35360" y="3270"/>
                  </a:cubicBezTo>
                  <a:lnTo>
                    <a:pt x="35360" y="701"/>
                  </a:lnTo>
                  <a:cubicBezTo>
                    <a:pt x="35360" y="535"/>
                    <a:pt x="35293" y="334"/>
                    <a:pt x="35159" y="201"/>
                  </a:cubicBezTo>
                  <a:cubicBezTo>
                    <a:pt x="35026" y="68"/>
                    <a:pt x="34859" y="1"/>
                    <a:pt x="346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15;p44">
              <a:extLst>
                <a:ext uri="{FF2B5EF4-FFF2-40B4-BE49-F238E27FC236}">
                  <a16:creationId xmlns:a16="http://schemas.microsoft.com/office/drawing/2014/main" id="{43CFEAD9-0ABF-0F43-751D-8B50B0D4695D}"/>
                </a:ext>
              </a:extLst>
            </p:cNvPr>
            <p:cNvSpPr/>
            <p:nvPr/>
          </p:nvSpPr>
          <p:spPr>
            <a:xfrm>
              <a:off x="6721287" y="1464942"/>
              <a:ext cx="23503" cy="22410"/>
            </a:xfrm>
            <a:custGeom>
              <a:avLst/>
              <a:gdLst/>
              <a:ahLst/>
              <a:cxnLst/>
              <a:rect l="l" t="t" r="r" b="b"/>
              <a:pathLst>
                <a:path w="1269" h="1210" extrusionOk="0">
                  <a:moveTo>
                    <a:pt x="230" y="1"/>
                  </a:moveTo>
                  <a:cubicBezTo>
                    <a:pt x="176" y="1"/>
                    <a:pt x="117" y="26"/>
                    <a:pt x="67" y="76"/>
                  </a:cubicBezTo>
                  <a:cubicBezTo>
                    <a:pt x="1" y="142"/>
                    <a:pt x="1" y="276"/>
                    <a:pt x="67" y="343"/>
                  </a:cubicBezTo>
                  <a:lnTo>
                    <a:pt x="868" y="1143"/>
                  </a:lnTo>
                  <a:cubicBezTo>
                    <a:pt x="901" y="1210"/>
                    <a:pt x="968" y="1210"/>
                    <a:pt x="1035" y="1210"/>
                  </a:cubicBezTo>
                  <a:cubicBezTo>
                    <a:pt x="1068" y="1210"/>
                    <a:pt x="1135" y="1210"/>
                    <a:pt x="1168" y="1143"/>
                  </a:cubicBezTo>
                  <a:cubicBezTo>
                    <a:pt x="1268" y="1076"/>
                    <a:pt x="1268" y="943"/>
                    <a:pt x="1168" y="876"/>
                  </a:cubicBezTo>
                  <a:lnTo>
                    <a:pt x="367" y="76"/>
                  </a:lnTo>
                  <a:cubicBezTo>
                    <a:pt x="334" y="26"/>
                    <a:pt x="284" y="1"/>
                    <a:pt x="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516;p44">
              <a:extLst>
                <a:ext uri="{FF2B5EF4-FFF2-40B4-BE49-F238E27FC236}">
                  <a16:creationId xmlns:a16="http://schemas.microsoft.com/office/drawing/2014/main" id="{1AD6FC26-7C4E-402B-AB2B-B96B9970C663}"/>
                </a:ext>
              </a:extLst>
            </p:cNvPr>
            <p:cNvSpPr/>
            <p:nvPr/>
          </p:nvSpPr>
          <p:spPr>
            <a:xfrm>
              <a:off x="6721287" y="1464942"/>
              <a:ext cx="22873" cy="22410"/>
            </a:xfrm>
            <a:custGeom>
              <a:avLst/>
              <a:gdLst/>
              <a:ahLst/>
              <a:cxnLst/>
              <a:rect l="l" t="t" r="r" b="b"/>
              <a:pathLst>
                <a:path w="1235" h="1210" extrusionOk="0">
                  <a:moveTo>
                    <a:pt x="1030" y="1"/>
                  </a:moveTo>
                  <a:cubicBezTo>
                    <a:pt x="976" y="1"/>
                    <a:pt x="918" y="26"/>
                    <a:pt x="868" y="76"/>
                  </a:cubicBezTo>
                  <a:lnTo>
                    <a:pt x="67" y="876"/>
                  </a:lnTo>
                  <a:cubicBezTo>
                    <a:pt x="1" y="943"/>
                    <a:pt x="1" y="1076"/>
                    <a:pt x="67" y="1143"/>
                  </a:cubicBezTo>
                  <a:cubicBezTo>
                    <a:pt x="101" y="1210"/>
                    <a:pt x="167" y="1210"/>
                    <a:pt x="234" y="1210"/>
                  </a:cubicBezTo>
                  <a:cubicBezTo>
                    <a:pt x="267" y="1210"/>
                    <a:pt x="334" y="1210"/>
                    <a:pt x="367" y="1143"/>
                  </a:cubicBezTo>
                  <a:lnTo>
                    <a:pt x="1168" y="343"/>
                  </a:lnTo>
                  <a:cubicBezTo>
                    <a:pt x="1235" y="276"/>
                    <a:pt x="1235" y="142"/>
                    <a:pt x="1168" y="76"/>
                  </a:cubicBezTo>
                  <a:cubicBezTo>
                    <a:pt x="1135" y="26"/>
                    <a:pt x="1085" y="1"/>
                    <a:pt x="10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517;p44">
              <a:extLst>
                <a:ext uri="{FF2B5EF4-FFF2-40B4-BE49-F238E27FC236}">
                  <a16:creationId xmlns:a16="http://schemas.microsoft.com/office/drawing/2014/main" id="{8C510DFF-6BD2-C593-6CCB-BBA55C706898}"/>
                </a:ext>
              </a:extLst>
            </p:cNvPr>
            <p:cNvSpPr/>
            <p:nvPr/>
          </p:nvSpPr>
          <p:spPr>
            <a:xfrm>
              <a:off x="6271531" y="1572602"/>
              <a:ext cx="364524" cy="364506"/>
            </a:xfrm>
            <a:custGeom>
              <a:avLst/>
              <a:gdLst/>
              <a:ahLst/>
              <a:cxnLst/>
              <a:rect l="l" t="t" r="r" b="b"/>
              <a:pathLst>
                <a:path w="19682" h="19681" extrusionOk="0">
                  <a:moveTo>
                    <a:pt x="9841" y="434"/>
                  </a:moveTo>
                  <a:cubicBezTo>
                    <a:pt x="15045" y="434"/>
                    <a:pt x="19281" y="4637"/>
                    <a:pt x="19281" y="9841"/>
                  </a:cubicBezTo>
                  <a:cubicBezTo>
                    <a:pt x="19281" y="15044"/>
                    <a:pt x="15045" y="19281"/>
                    <a:pt x="9841" y="19281"/>
                  </a:cubicBezTo>
                  <a:cubicBezTo>
                    <a:pt x="4637" y="19281"/>
                    <a:pt x="434" y="15044"/>
                    <a:pt x="434" y="9841"/>
                  </a:cubicBezTo>
                  <a:cubicBezTo>
                    <a:pt x="434" y="4637"/>
                    <a:pt x="4637" y="434"/>
                    <a:pt x="9841" y="434"/>
                  </a:cubicBezTo>
                  <a:close/>
                  <a:moveTo>
                    <a:pt x="9841" y="0"/>
                  </a:moveTo>
                  <a:cubicBezTo>
                    <a:pt x="4404" y="0"/>
                    <a:pt x="0" y="4403"/>
                    <a:pt x="0" y="9841"/>
                  </a:cubicBezTo>
                  <a:cubicBezTo>
                    <a:pt x="0" y="15278"/>
                    <a:pt x="4437" y="19681"/>
                    <a:pt x="9841" y="19681"/>
                  </a:cubicBezTo>
                  <a:cubicBezTo>
                    <a:pt x="15278" y="19681"/>
                    <a:pt x="19681" y="15278"/>
                    <a:pt x="19681" y="9841"/>
                  </a:cubicBezTo>
                  <a:cubicBezTo>
                    <a:pt x="19681" y="4403"/>
                    <a:pt x="15278" y="0"/>
                    <a:pt x="9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518;p44">
              <a:extLst>
                <a:ext uri="{FF2B5EF4-FFF2-40B4-BE49-F238E27FC236}">
                  <a16:creationId xmlns:a16="http://schemas.microsoft.com/office/drawing/2014/main" id="{0B177B54-1B8F-0D7D-E441-9B7CA319347A}"/>
                </a:ext>
              </a:extLst>
            </p:cNvPr>
            <p:cNvSpPr/>
            <p:nvPr/>
          </p:nvSpPr>
          <p:spPr>
            <a:xfrm>
              <a:off x="6395712" y="1572602"/>
              <a:ext cx="114310" cy="364506"/>
            </a:xfrm>
            <a:custGeom>
              <a:avLst/>
              <a:gdLst/>
              <a:ahLst/>
              <a:cxnLst/>
              <a:rect l="l" t="t" r="r" b="b"/>
              <a:pathLst>
                <a:path w="6172" h="19681" extrusionOk="0">
                  <a:moveTo>
                    <a:pt x="3069" y="434"/>
                  </a:moveTo>
                  <a:cubicBezTo>
                    <a:pt x="4370" y="434"/>
                    <a:pt x="5738" y="4203"/>
                    <a:pt x="5738" y="9841"/>
                  </a:cubicBezTo>
                  <a:cubicBezTo>
                    <a:pt x="5738" y="15478"/>
                    <a:pt x="4370" y="19281"/>
                    <a:pt x="3069" y="19281"/>
                  </a:cubicBezTo>
                  <a:cubicBezTo>
                    <a:pt x="1802" y="19281"/>
                    <a:pt x="434" y="15478"/>
                    <a:pt x="434" y="9841"/>
                  </a:cubicBezTo>
                  <a:cubicBezTo>
                    <a:pt x="434" y="4203"/>
                    <a:pt x="1802" y="434"/>
                    <a:pt x="3069" y="434"/>
                  </a:cubicBezTo>
                  <a:close/>
                  <a:moveTo>
                    <a:pt x="3069" y="0"/>
                  </a:moveTo>
                  <a:cubicBezTo>
                    <a:pt x="1168" y="0"/>
                    <a:pt x="0" y="5004"/>
                    <a:pt x="0" y="9841"/>
                  </a:cubicBezTo>
                  <a:cubicBezTo>
                    <a:pt x="0" y="14677"/>
                    <a:pt x="1168" y="19681"/>
                    <a:pt x="3069" y="19681"/>
                  </a:cubicBezTo>
                  <a:cubicBezTo>
                    <a:pt x="5004" y="19681"/>
                    <a:pt x="6171" y="14677"/>
                    <a:pt x="6171" y="9841"/>
                  </a:cubicBezTo>
                  <a:cubicBezTo>
                    <a:pt x="6171" y="5004"/>
                    <a:pt x="5004" y="0"/>
                    <a:pt x="3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519;p44">
              <a:extLst>
                <a:ext uri="{FF2B5EF4-FFF2-40B4-BE49-F238E27FC236}">
                  <a16:creationId xmlns:a16="http://schemas.microsoft.com/office/drawing/2014/main" id="{E583DAB2-EF55-F75E-49AB-501F0AB1D4DC}"/>
                </a:ext>
              </a:extLst>
            </p:cNvPr>
            <p:cNvSpPr/>
            <p:nvPr/>
          </p:nvSpPr>
          <p:spPr>
            <a:xfrm>
              <a:off x="6283884" y="1693691"/>
              <a:ext cx="337336" cy="8038"/>
            </a:xfrm>
            <a:custGeom>
              <a:avLst/>
              <a:gdLst/>
              <a:ahLst/>
              <a:cxnLst/>
              <a:rect l="l" t="t" r="r" b="b"/>
              <a:pathLst>
                <a:path w="18214" h="434" extrusionOk="0">
                  <a:moveTo>
                    <a:pt x="1" y="0"/>
                  </a:moveTo>
                  <a:lnTo>
                    <a:pt x="1" y="434"/>
                  </a:lnTo>
                  <a:lnTo>
                    <a:pt x="18214" y="434"/>
                  </a:lnTo>
                  <a:lnTo>
                    <a:pt x="182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520;p44">
              <a:extLst>
                <a:ext uri="{FF2B5EF4-FFF2-40B4-BE49-F238E27FC236}">
                  <a16:creationId xmlns:a16="http://schemas.microsoft.com/office/drawing/2014/main" id="{9E894AB4-A9E5-7FAE-3AA2-D52E78731074}"/>
                </a:ext>
              </a:extLst>
            </p:cNvPr>
            <p:cNvSpPr/>
            <p:nvPr/>
          </p:nvSpPr>
          <p:spPr>
            <a:xfrm>
              <a:off x="6283884" y="1814779"/>
              <a:ext cx="337336" cy="7427"/>
            </a:xfrm>
            <a:custGeom>
              <a:avLst/>
              <a:gdLst/>
              <a:ahLst/>
              <a:cxnLst/>
              <a:rect l="l" t="t" r="r" b="b"/>
              <a:pathLst>
                <a:path w="18214" h="401" extrusionOk="0">
                  <a:moveTo>
                    <a:pt x="1" y="0"/>
                  </a:moveTo>
                  <a:lnTo>
                    <a:pt x="1" y="401"/>
                  </a:lnTo>
                  <a:lnTo>
                    <a:pt x="18214" y="401"/>
                  </a:lnTo>
                  <a:lnTo>
                    <a:pt x="182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521;p44">
              <a:extLst>
                <a:ext uri="{FF2B5EF4-FFF2-40B4-BE49-F238E27FC236}">
                  <a16:creationId xmlns:a16="http://schemas.microsoft.com/office/drawing/2014/main" id="{B39BB802-EC40-9EE9-805E-814F2B8F61AC}"/>
                </a:ext>
              </a:extLst>
            </p:cNvPr>
            <p:cNvSpPr/>
            <p:nvPr/>
          </p:nvSpPr>
          <p:spPr>
            <a:xfrm>
              <a:off x="6380877" y="1675151"/>
              <a:ext cx="45116" cy="45116"/>
            </a:xfrm>
            <a:custGeom>
              <a:avLst/>
              <a:gdLst/>
              <a:ahLst/>
              <a:cxnLst/>
              <a:rect l="l" t="t" r="r" b="b"/>
              <a:pathLst>
                <a:path w="2436" h="2436" extrusionOk="0">
                  <a:moveTo>
                    <a:pt x="2436" y="1235"/>
                  </a:moveTo>
                  <a:cubicBezTo>
                    <a:pt x="2436" y="1902"/>
                    <a:pt x="1902" y="2436"/>
                    <a:pt x="1235" y="2436"/>
                  </a:cubicBezTo>
                  <a:cubicBezTo>
                    <a:pt x="534" y="2436"/>
                    <a:pt x="1" y="1902"/>
                    <a:pt x="1" y="1235"/>
                  </a:cubicBezTo>
                  <a:cubicBezTo>
                    <a:pt x="1" y="534"/>
                    <a:pt x="534" y="1"/>
                    <a:pt x="1235" y="1"/>
                  </a:cubicBezTo>
                  <a:cubicBezTo>
                    <a:pt x="1902" y="1"/>
                    <a:pt x="2436" y="534"/>
                    <a:pt x="2436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522;p44">
              <a:extLst>
                <a:ext uri="{FF2B5EF4-FFF2-40B4-BE49-F238E27FC236}">
                  <a16:creationId xmlns:a16="http://schemas.microsoft.com/office/drawing/2014/main" id="{E4DE400F-9270-A613-A843-4D1AD0FC7E98}"/>
                </a:ext>
              </a:extLst>
            </p:cNvPr>
            <p:cNvSpPr/>
            <p:nvPr/>
          </p:nvSpPr>
          <p:spPr>
            <a:xfrm>
              <a:off x="6377173" y="1671447"/>
              <a:ext cx="53154" cy="53154"/>
            </a:xfrm>
            <a:custGeom>
              <a:avLst/>
              <a:gdLst/>
              <a:ahLst/>
              <a:cxnLst/>
              <a:rect l="l" t="t" r="r" b="b"/>
              <a:pathLst>
                <a:path w="2870" h="2870" extrusionOk="0">
                  <a:moveTo>
                    <a:pt x="1435" y="401"/>
                  </a:moveTo>
                  <a:cubicBezTo>
                    <a:pt x="1969" y="401"/>
                    <a:pt x="2436" y="868"/>
                    <a:pt x="2436" y="1435"/>
                  </a:cubicBezTo>
                  <a:cubicBezTo>
                    <a:pt x="2436" y="2002"/>
                    <a:pt x="1969" y="2435"/>
                    <a:pt x="1435" y="2435"/>
                  </a:cubicBezTo>
                  <a:cubicBezTo>
                    <a:pt x="868" y="2435"/>
                    <a:pt x="401" y="1968"/>
                    <a:pt x="401" y="1435"/>
                  </a:cubicBezTo>
                  <a:cubicBezTo>
                    <a:pt x="401" y="868"/>
                    <a:pt x="868" y="401"/>
                    <a:pt x="1435" y="401"/>
                  </a:cubicBezTo>
                  <a:close/>
                  <a:moveTo>
                    <a:pt x="1435" y="0"/>
                  </a:moveTo>
                  <a:cubicBezTo>
                    <a:pt x="634" y="0"/>
                    <a:pt x="1" y="634"/>
                    <a:pt x="1" y="1435"/>
                  </a:cubicBezTo>
                  <a:cubicBezTo>
                    <a:pt x="1" y="2202"/>
                    <a:pt x="634" y="2869"/>
                    <a:pt x="1435" y="2869"/>
                  </a:cubicBezTo>
                  <a:cubicBezTo>
                    <a:pt x="2202" y="2869"/>
                    <a:pt x="2869" y="2202"/>
                    <a:pt x="2869" y="1435"/>
                  </a:cubicBezTo>
                  <a:cubicBezTo>
                    <a:pt x="2869" y="634"/>
                    <a:pt x="2202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23;p44">
              <a:extLst>
                <a:ext uri="{FF2B5EF4-FFF2-40B4-BE49-F238E27FC236}">
                  <a16:creationId xmlns:a16="http://schemas.microsoft.com/office/drawing/2014/main" id="{BE302CBE-6AD3-8B45-7C49-D80BD612CF47}"/>
                </a:ext>
              </a:extLst>
            </p:cNvPr>
            <p:cNvSpPr/>
            <p:nvPr/>
          </p:nvSpPr>
          <p:spPr>
            <a:xfrm>
              <a:off x="6480352" y="1794999"/>
              <a:ext cx="45728" cy="45116"/>
            </a:xfrm>
            <a:custGeom>
              <a:avLst/>
              <a:gdLst/>
              <a:ahLst/>
              <a:cxnLst/>
              <a:rect l="l" t="t" r="r" b="b"/>
              <a:pathLst>
                <a:path w="2469" h="2436" extrusionOk="0">
                  <a:moveTo>
                    <a:pt x="2469" y="1235"/>
                  </a:moveTo>
                  <a:cubicBezTo>
                    <a:pt x="2469" y="1902"/>
                    <a:pt x="1902" y="2436"/>
                    <a:pt x="1234" y="2436"/>
                  </a:cubicBezTo>
                  <a:cubicBezTo>
                    <a:pt x="567" y="2436"/>
                    <a:pt x="0" y="1902"/>
                    <a:pt x="0" y="1235"/>
                  </a:cubicBezTo>
                  <a:cubicBezTo>
                    <a:pt x="0" y="535"/>
                    <a:pt x="567" y="1"/>
                    <a:pt x="1234" y="1"/>
                  </a:cubicBezTo>
                  <a:cubicBezTo>
                    <a:pt x="1902" y="1"/>
                    <a:pt x="2469" y="535"/>
                    <a:pt x="2469" y="12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524;p44">
              <a:extLst>
                <a:ext uri="{FF2B5EF4-FFF2-40B4-BE49-F238E27FC236}">
                  <a16:creationId xmlns:a16="http://schemas.microsoft.com/office/drawing/2014/main" id="{0E70EF12-A0BD-36C9-222A-1842A7FBC523}"/>
                </a:ext>
              </a:extLst>
            </p:cNvPr>
            <p:cNvSpPr/>
            <p:nvPr/>
          </p:nvSpPr>
          <p:spPr>
            <a:xfrm>
              <a:off x="6476648" y="1790683"/>
              <a:ext cx="53136" cy="53154"/>
            </a:xfrm>
            <a:custGeom>
              <a:avLst/>
              <a:gdLst/>
              <a:ahLst/>
              <a:cxnLst/>
              <a:rect l="l" t="t" r="r" b="b"/>
              <a:pathLst>
                <a:path w="2869" h="2870" extrusionOk="0">
                  <a:moveTo>
                    <a:pt x="1434" y="434"/>
                  </a:moveTo>
                  <a:cubicBezTo>
                    <a:pt x="2001" y="434"/>
                    <a:pt x="2468" y="901"/>
                    <a:pt x="2468" y="1468"/>
                  </a:cubicBezTo>
                  <a:cubicBezTo>
                    <a:pt x="2468" y="2002"/>
                    <a:pt x="2001" y="2469"/>
                    <a:pt x="1434" y="2469"/>
                  </a:cubicBezTo>
                  <a:cubicBezTo>
                    <a:pt x="867" y="2469"/>
                    <a:pt x="434" y="2002"/>
                    <a:pt x="434" y="1468"/>
                  </a:cubicBezTo>
                  <a:cubicBezTo>
                    <a:pt x="434" y="901"/>
                    <a:pt x="867" y="434"/>
                    <a:pt x="1434" y="434"/>
                  </a:cubicBezTo>
                  <a:close/>
                  <a:moveTo>
                    <a:pt x="1434" y="0"/>
                  </a:moveTo>
                  <a:cubicBezTo>
                    <a:pt x="634" y="0"/>
                    <a:pt x="0" y="667"/>
                    <a:pt x="0" y="1435"/>
                  </a:cubicBezTo>
                  <a:cubicBezTo>
                    <a:pt x="0" y="2235"/>
                    <a:pt x="634" y="2869"/>
                    <a:pt x="1434" y="2869"/>
                  </a:cubicBezTo>
                  <a:cubicBezTo>
                    <a:pt x="2235" y="2869"/>
                    <a:pt x="2869" y="2235"/>
                    <a:pt x="2869" y="1435"/>
                  </a:cubicBezTo>
                  <a:cubicBezTo>
                    <a:pt x="2869" y="667"/>
                    <a:pt x="2235" y="0"/>
                    <a:pt x="1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25;p44">
              <a:extLst>
                <a:ext uri="{FF2B5EF4-FFF2-40B4-BE49-F238E27FC236}">
                  <a16:creationId xmlns:a16="http://schemas.microsoft.com/office/drawing/2014/main" id="{569D61A7-948A-EC6C-79AE-D5B748A33989}"/>
                </a:ext>
              </a:extLst>
            </p:cNvPr>
            <p:cNvSpPr/>
            <p:nvPr/>
          </p:nvSpPr>
          <p:spPr>
            <a:xfrm>
              <a:off x="6557565" y="1609662"/>
              <a:ext cx="45746" cy="45746"/>
            </a:xfrm>
            <a:custGeom>
              <a:avLst/>
              <a:gdLst/>
              <a:ahLst/>
              <a:cxnLst/>
              <a:rect l="l" t="t" r="r" b="b"/>
              <a:pathLst>
                <a:path w="2470" h="2470" extrusionOk="0">
                  <a:moveTo>
                    <a:pt x="2469" y="1235"/>
                  </a:moveTo>
                  <a:cubicBezTo>
                    <a:pt x="2469" y="1902"/>
                    <a:pt x="1902" y="2469"/>
                    <a:pt x="1235" y="2469"/>
                  </a:cubicBezTo>
                  <a:cubicBezTo>
                    <a:pt x="568" y="2469"/>
                    <a:pt x="1" y="1902"/>
                    <a:pt x="1" y="1235"/>
                  </a:cubicBezTo>
                  <a:cubicBezTo>
                    <a:pt x="1" y="568"/>
                    <a:pt x="568" y="1"/>
                    <a:pt x="1235" y="1"/>
                  </a:cubicBezTo>
                  <a:cubicBezTo>
                    <a:pt x="1902" y="1"/>
                    <a:pt x="2469" y="568"/>
                    <a:pt x="2469" y="12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26;p44">
              <a:extLst>
                <a:ext uri="{FF2B5EF4-FFF2-40B4-BE49-F238E27FC236}">
                  <a16:creationId xmlns:a16="http://schemas.microsoft.com/office/drawing/2014/main" id="{2DEE58A8-56A6-D4F0-F209-F3FDADE160FE}"/>
                </a:ext>
              </a:extLst>
            </p:cNvPr>
            <p:cNvSpPr/>
            <p:nvPr/>
          </p:nvSpPr>
          <p:spPr>
            <a:xfrm>
              <a:off x="6553860" y="1605958"/>
              <a:ext cx="53154" cy="53154"/>
            </a:xfrm>
            <a:custGeom>
              <a:avLst/>
              <a:gdLst/>
              <a:ahLst/>
              <a:cxnLst/>
              <a:rect l="l" t="t" r="r" b="b"/>
              <a:pathLst>
                <a:path w="2870" h="2870" extrusionOk="0">
                  <a:moveTo>
                    <a:pt x="1435" y="401"/>
                  </a:moveTo>
                  <a:cubicBezTo>
                    <a:pt x="2002" y="401"/>
                    <a:pt x="2436" y="868"/>
                    <a:pt x="2469" y="1435"/>
                  </a:cubicBezTo>
                  <a:cubicBezTo>
                    <a:pt x="2469" y="2002"/>
                    <a:pt x="2002" y="2436"/>
                    <a:pt x="1435" y="2436"/>
                  </a:cubicBezTo>
                  <a:cubicBezTo>
                    <a:pt x="868" y="2436"/>
                    <a:pt x="434" y="2002"/>
                    <a:pt x="434" y="1435"/>
                  </a:cubicBezTo>
                  <a:cubicBezTo>
                    <a:pt x="434" y="868"/>
                    <a:pt x="868" y="401"/>
                    <a:pt x="1435" y="401"/>
                  </a:cubicBezTo>
                  <a:close/>
                  <a:moveTo>
                    <a:pt x="1435" y="1"/>
                  </a:moveTo>
                  <a:cubicBezTo>
                    <a:pt x="634" y="1"/>
                    <a:pt x="1" y="634"/>
                    <a:pt x="1" y="1435"/>
                  </a:cubicBezTo>
                  <a:cubicBezTo>
                    <a:pt x="1" y="2202"/>
                    <a:pt x="634" y="2869"/>
                    <a:pt x="1435" y="2869"/>
                  </a:cubicBezTo>
                  <a:cubicBezTo>
                    <a:pt x="2236" y="2869"/>
                    <a:pt x="2869" y="2202"/>
                    <a:pt x="2869" y="1435"/>
                  </a:cubicBezTo>
                  <a:cubicBezTo>
                    <a:pt x="2869" y="634"/>
                    <a:pt x="2236" y="1"/>
                    <a:pt x="1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7;p44">
              <a:extLst>
                <a:ext uri="{FF2B5EF4-FFF2-40B4-BE49-F238E27FC236}">
                  <a16:creationId xmlns:a16="http://schemas.microsoft.com/office/drawing/2014/main" id="{290CFD48-F231-49EB-C94B-101861F9601A}"/>
                </a:ext>
              </a:extLst>
            </p:cNvPr>
            <p:cNvSpPr/>
            <p:nvPr/>
          </p:nvSpPr>
          <p:spPr>
            <a:xfrm>
              <a:off x="6304276" y="1859247"/>
              <a:ext cx="45728" cy="45746"/>
            </a:xfrm>
            <a:custGeom>
              <a:avLst/>
              <a:gdLst/>
              <a:ahLst/>
              <a:cxnLst/>
              <a:rect l="l" t="t" r="r" b="b"/>
              <a:pathLst>
                <a:path w="2469" h="2470" extrusionOk="0">
                  <a:moveTo>
                    <a:pt x="2469" y="1235"/>
                  </a:moveTo>
                  <a:cubicBezTo>
                    <a:pt x="2469" y="1902"/>
                    <a:pt x="1902" y="2469"/>
                    <a:pt x="1235" y="2469"/>
                  </a:cubicBezTo>
                  <a:cubicBezTo>
                    <a:pt x="567" y="2469"/>
                    <a:pt x="0" y="1902"/>
                    <a:pt x="0" y="1235"/>
                  </a:cubicBezTo>
                  <a:cubicBezTo>
                    <a:pt x="0" y="568"/>
                    <a:pt x="567" y="1"/>
                    <a:pt x="1235" y="1"/>
                  </a:cubicBezTo>
                  <a:cubicBezTo>
                    <a:pt x="1902" y="1"/>
                    <a:pt x="2469" y="568"/>
                    <a:pt x="2469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28;p44">
              <a:extLst>
                <a:ext uri="{FF2B5EF4-FFF2-40B4-BE49-F238E27FC236}">
                  <a16:creationId xmlns:a16="http://schemas.microsoft.com/office/drawing/2014/main" id="{0BC03AE9-DE9B-D54E-817D-56E51458270C}"/>
                </a:ext>
              </a:extLst>
            </p:cNvPr>
            <p:cNvSpPr/>
            <p:nvPr/>
          </p:nvSpPr>
          <p:spPr>
            <a:xfrm>
              <a:off x="6300572" y="1855543"/>
              <a:ext cx="53136" cy="53154"/>
            </a:xfrm>
            <a:custGeom>
              <a:avLst/>
              <a:gdLst/>
              <a:ahLst/>
              <a:cxnLst/>
              <a:rect l="l" t="t" r="r" b="b"/>
              <a:pathLst>
                <a:path w="2869" h="2870" extrusionOk="0">
                  <a:moveTo>
                    <a:pt x="1435" y="401"/>
                  </a:moveTo>
                  <a:cubicBezTo>
                    <a:pt x="2002" y="401"/>
                    <a:pt x="2469" y="868"/>
                    <a:pt x="2469" y="1435"/>
                  </a:cubicBezTo>
                  <a:cubicBezTo>
                    <a:pt x="2469" y="2002"/>
                    <a:pt x="2002" y="2436"/>
                    <a:pt x="1435" y="2436"/>
                  </a:cubicBezTo>
                  <a:cubicBezTo>
                    <a:pt x="868" y="2436"/>
                    <a:pt x="434" y="2002"/>
                    <a:pt x="434" y="1435"/>
                  </a:cubicBezTo>
                  <a:cubicBezTo>
                    <a:pt x="434" y="868"/>
                    <a:pt x="868" y="401"/>
                    <a:pt x="1435" y="401"/>
                  </a:cubicBezTo>
                  <a:close/>
                  <a:moveTo>
                    <a:pt x="1435" y="1"/>
                  </a:moveTo>
                  <a:cubicBezTo>
                    <a:pt x="634" y="1"/>
                    <a:pt x="0" y="635"/>
                    <a:pt x="0" y="1435"/>
                  </a:cubicBezTo>
                  <a:cubicBezTo>
                    <a:pt x="0" y="2236"/>
                    <a:pt x="634" y="2870"/>
                    <a:pt x="1435" y="2870"/>
                  </a:cubicBezTo>
                  <a:cubicBezTo>
                    <a:pt x="2235" y="2870"/>
                    <a:pt x="2869" y="2236"/>
                    <a:pt x="2869" y="1435"/>
                  </a:cubicBezTo>
                  <a:cubicBezTo>
                    <a:pt x="2869" y="635"/>
                    <a:pt x="2235" y="1"/>
                    <a:pt x="1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AE4D066-A9C9-1296-6CF9-F125E03BF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47" y="1278716"/>
            <a:ext cx="7986105" cy="2586068"/>
          </a:xfrm>
          <a:prstGeom prst="rect">
            <a:avLst/>
          </a:prstGeom>
        </p:spPr>
      </p:pic>
      <p:grpSp>
        <p:nvGrpSpPr>
          <p:cNvPr id="1598" name="Google Shape;1598;p30"/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599" name="Google Shape;1599;p30"/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/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/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/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/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/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/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/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/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/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D5E70CEB-A3F0-D727-4A3E-FABEB7289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10CB8D5-F7B4-BC4C-EEE0-3DC52E767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04" y="1029091"/>
            <a:ext cx="8158192" cy="3008315"/>
          </a:xfrm>
          <a:prstGeom prst="rect">
            <a:avLst/>
          </a:prstGeom>
        </p:spPr>
      </p:pic>
      <p:grpSp>
        <p:nvGrpSpPr>
          <p:cNvPr id="1598" name="Google Shape;1598;p30">
            <a:extLst>
              <a:ext uri="{FF2B5EF4-FFF2-40B4-BE49-F238E27FC236}">
                <a16:creationId xmlns:a16="http://schemas.microsoft.com/office/drawing/2014/main" id="{11437C5E-9237-78E2-D8C7-2711AAA1CE4D}"/>
              </a:ext>
            </a:extLst>
          </p:cNvPr>
          <p:cNvGrpSpPr/>
          <p:nvPr/>
        </p:nvGrpSpPr>
        <p:grpSpPr>
          <a:xfrm>
            <a:off x="7939580" y="3567912"/>
            <a:ext cx="887675" cy="801288"/>
            <a:chOff x="6544194" y="2365864"/>
            <a:chExt cx="529544" cy="478038"/>
          </a:xfrm>
        </p:grpSpPr>
        <p:sp>
          <p:nvSpPr>
            <p:cNvPr id="1599" name="Google Shape;1599;p30">
              <a:extLst>
                <a:ext uri="{FF2B5EF4-FFF2-40B4-BE49-F238E27FC236}">
                  <a16:creationId xmlns:a16="http://schemas.microsoft.com/office/drawing/2014/main" id="{AC3DEFD6-2E17-BC5A-EE61-956B5CB0B39D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>
              <a:extLst>
                <a:ext uri="{FF2B5EF4-FFF2-40B4-BE49-F238E27FC236}">
                  <a16:creationId xmlns:a16="http://schemas.microsoft.com/office/drawing/2014/main" id="{A0629C61-361B-363F-321F-B997BE78440F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>
              <a:extLst>
                <a:ext uri="{FF2B5EF4-FFF2-40B4-BE49-F238E27FC236}">
                  <a16:creationId xmlns:a16="http://schemas.microsoft.com/office/drawing/2014/main" id="{263D4D58-9CAB-A09E-3927-8F4C3B87589F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>
              <a:extLst>
                <a:ext uri="{FF2B5EF4-FFF2-40B4-BE49-F238E27FC236}">
                  <a16:creationId xmlns:a16="http://schemas.microsoft.com/office/drawing/2014/main" id="{F6EBB2E9-E01A-DEDB-870C-F22E5AFDE4EF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>
              <a:extLst>
                <a:ext uri="{FF2B5EF4-FFF2-40B4-BE49-F238E27FC236}">
                  <a16:creationId xmlns:a16="http://schemas.microsoft.com/office/drawing/2014/main" id="{3C510256-A7B9-97B7-09EB-64C19C1DBB5B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>
              <a:extLst>
                <a:ext uri="{FF2B5EF4-FFF2-40B4-BE49-F238E27FC236}">
                  <a16:creationId xmlns:a16="http://schemas.microsoft.com/office/drawing/2014/main" id="{477E038E-9B13-F6DB-F34E-A50DBBB293AD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>
              <a:extLst>
                <a:ext uri="{FF2B5EF4-FFF2-40B4-BE49-F238E27FC236}">
                  <a16:creationId xmlns:a16="http://schemas.microsoft.com/office/drawing/2014/main" id="{14D6D218-18FE-2407-DCDA-CE65416D1A94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>
              <a:extLst>
                <a:ext uri="{FF2B5EF4-FFF2-40B4-BE49-F238E27FC236}">
                  <a16:creationId xmlns:a16="http://schemas.microsoft.com/office/drawing/2014/main" id="{FC989397-8412-5664-076F-828C5FBD5AD1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>
              <a:extLst>
                <a:ext uri="{FF2B5EF4-FFF2-40B4-BE49-F238E27FC236}">
                  <a16:creationId xmlns:a16="http://schemas.microsoft.com/office/drawing/2014/main" id="{6879B48D-411C-51A3-5D62-3D468C2013A5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>
              <a:extLst>
                <a:ext uri="{FF2B5EF4-FFF2-40B4-BE49-F238E27FC236}">
                  <a16:creationId xmlns:a16="http://schemas.microsoft.com/office/drawing/2014/main" id="{291D2B91-E3D6-EC67-7F43-DAA0AB07DCFB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04797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AC9E6277-E6B4-7241-F8F4-0AACB4A6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4C8F996-6765-94A3-FE94-ABAA38912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77" y="1299245"/>
            <a:ext cx="8039846" cy="2545010"/>
          </a:xfrm>
          <a:prstGeom prst="rect">
            <a:avLst/>
          </a:prstGeom>
        </p:spPr>
      </p:pic>
      <p:grpSp>
        <p:nvGrpSpPr>
          <p:cNvPr id="1598" name="Google Shape;1598;p30">
            <a:extLst>
              <a:ext uri="{FF2B5EF4-FFF2-40B4-BE49-F238E27FC236}">
                <a16:creationId xmlns:a16="http://schemas.microsoft.com/office/drawing/2014/main" id="{2D9BE314-921E-B9CD-6B72-86170EA8AF51}"/>
              </a:ext>
            </a:extLst>
          </p:cNvPr>
          <p:cNvGrpSpPr/>
          <p:nvPr/>
        </p:nvGrpSpPr>
        <p:grpSpPr>
          <a:xfrm>
            <a:off x="7814889" y="900912"/>
            <a:ext cx="887675" cy="801288"/>
            <a:chOff x="6544194" y="2365864"/>
            <a:chExt cx="529544" cy="478038"/>
          </a:xfrm>
        </p:grpSpPr>
        <p:sp>
          <p:nvSpPr>
            <p:cNvPr id="1599" name="Google Shape;1599;p30">
              <a:extLst>
                <a:ext uri="{FF2B5EF4-FFF2-40B4-BE49-F238E27FC236}">
                  <a16:creationId xmlns:a16="http://schemas.microsoft.com/office/drawing/2014/main" id="{D91247D5-AB37-02E1-9C7A-B5387A4BF621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>
              <a:extLst>
                <a:ext uri="{FF2B5EF4-FFF2-40B4-BE49-F238E27FC236}">
                  <a16:creationId xmlns:a16="http://schemas.microsoft.com/office/drawing/2014/main" id="{5C824B2A-D8E6-AC43-BEBB-F710BDF58861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>
              <a:extLst>
                <a:ext uri="{FF2B5EF4-FFF2-40B4-BE49-F238E27FC236}">
                  <a16:creationId xmlns:a16="http://schemas.microsoft.com/office/drawing/2014/main" id="{1ECA4E3E-88A5-0684-82DB-A6873FFB265F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>
              <a:extLst>
                <a:ext uri="{FF2B5EF4-FFF2-40B4-BE49-F238E27FC236}">
                  <a16:creationId xmlns:a16="http://schemas.microsoft.com/office/drawing/2014/main" id="{B273A873-FC3B-668B-01D7-AAF8C56A7A6C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>
              <a:extLst>
                <a:ext uri="{FF2B5EF4-FFF2-40B4-BE49-F238E27FC236}">
                  <a16:creationId xmlns:a16="http://schemas.microsoft.com/office/drawing/2014/main" id="{BA6E0A93-1499-E99D-EE04-65724A04801A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>
              <a:extLst>
                <a:ext uri="{FF2B5EF4-FFF2-40B4-BE49-F238E27FC236}">
                  <a16:creationId xmlns:a16="http://schemas.microsoft.com/office/drawing/2014/main" id="{76FEB811-1FFC-BC65-EA96-EB242C9FEED9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>
              <a:extLst>
                <a:ext uri="{FF2B5EF4-FFF2-40B4-BE49-F238E27FC236}">
                  <a16:creationId xmlns:a16="http://schemas.microsoft.com/office/drawing/2014/main" id="{C0DAD83E-6062-0675-D70A-1F2D139366E7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>
              <a:extLst>
                <a:ext uri="{FF2B5EF4-FFF2-40B4-BE49-F238E27FC236}">
                  <a16:creationId xmlns:a16="http://schemas.microsoft.com/office/drawing/2014/main" id="{7B9FF7C4-E6A1-001C-216C-0F91817D3E65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>
              <a:extLst>
                <a:ext uri="{FF2B5EF4-FFF2-40B4-BE49-F238E27FC236}">
                  <a16:creationId xmlns:a16="http://schemas.microsoft.com/office/drawing/2014/main" id="{F0FAA25C-9200-23E1-958D-3C92BFED8BC6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>
              <a:extLst>
                <a:ext uri="{FF2B5EF4-FFF2-40B4-BE49-F238E27FC236}">
                  <a16:creationId xmlns:a16="http://schemas.microsoft.com/office/drawing/2014/main" id="{ACBCCF7E-CFCB-8E5F-88A6-0079B26FBEB5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7BED81A4-09E4-8ABA-AD6B-A3C7BCBDD3D4}"/>
              </a:ext>
            </a:extLst>
          </p:cNvPr>
          <p:cNvSpPr txBox="1"/>
          <p:nvPr/>
        </p:nvSpPr>
        <p:spPr>
          <a:xfrm>
            <a:off x="655986" y="670079"/>
            <a:ext cx="6283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191919"/>
                </a:solidFill>
                <a:latin typeface="Sora" panose="020B0604020202020204" charset="0"/>
                <a:cs typeface="Sora" panose="020B0604020202020204" charset="0"/>
              </a:rPr>
              <a:t>FUNCIÓN 1</a:t>
            </a:r>
            <a:endParaRPr lang="es-CO" sz="2400" b="1" dirty="0">
              <a:solidFill>
                <a:srgbClr val="191919"/>
              </a:solidFill>
              <a:latin typeface="Sora" panose="020B0604020202020204" charset="0"/>
              <a:cs typeface="Sor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9054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C21CA3E8-6EBA-4750-B43B-9A1BA78DF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FD730D-3AC8-BB12-9C00-0373E71CA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84" y="965599"/>
            <a:ext cx="8050032" cy="3270935"/>
          </a:xfrm>
          <a:prstGeom prst="rect">
            <a:avLst/>
          </a:prstGeom>
        </p:spPr>
      </p:pic>
      <p:grpSp>
        <p:nvGrpSpPr>
          <p:cNvPr id="1598" name="Google Shape;1598;p30">
            <a:extLst>
              <a:ext uri="{FF2B5EF4-FFF2-40B4-BE49-F238E27FC236}">
                <a16:creationId xmlns:a16="http://schemas.microsoft.com/office/drawing/2014/main" id="{B626F0A4-977C-0B9F-8F9A-B717090ACD86}"/>
              </a:ext>
            </a:extLst>
          </p:cNvPr>
          <p:cNvGrpSpPr/>
          <p:nvPr/>
        </p:nvGrpSpPr>
        <p:grpSpPr>
          <a:xfrm>
            <a:off x="7848557" y="3651040"/>
            <a:ext cx="887675" cy="801288"/>
            <a:chOff x="6544194" y="2365864"/>
            <a:chExt cx="529544" cy="478038"/>
          </a:xfrm>
        </p:grpSpPr>
        <p:sp>
          <p:nvSpPr>
            <p:cNvPr id="1599" name="Google Shape;1599;p30">
              <a:extLst>
                <a:ext uri="{FF2B5EF4-FFF2-40B4-BE49-F238E27FC236}">
                  <a16:creationId xmlns:a16="http://schemas.microsoft.com/office/drawing/2014/main" id="{1E09876D-0C10-95DF-971F-740E2E20D771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>
              <a:extLst>
                <a:ext uri="{FF2B5EF4-FFF2-40B4-BE49-F238E27FC236}">
                  <a16:creationId xmlns:a16="http://schemas.microsoft.com/office/drawing/2014/main" id="{9A22755C-B2D1-D496-9B99-3011CB5FCE72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>
              <a:extLst>
                <a:ext uri="{FF2B5EF4-FFF2-40B4-BE49-F238E27FC236}">
                  <a16:creationId xmlns:a16="http://schemas.microsoft.com/office/drawing/2014/main" id="{5B5BC10D-8F2E-3C21-05A1-1D763CCAAF7F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>
              <a:extLst>
                <a:ext uri="{FF2B5EF4-FFF2-40B4-BE49-F238E27FC236}">
                  <a16:creationId xmlns:a16="http://schemas.microsoft.com/office/drawing/2014/main" id="{D0C613B7-40A0-ACB0-3D2C-1C22EF705F0A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>
              <a:extLst>
                <a:ext uri="{FF2B5EF4-FFF2-40B4-BE49-F238E27FC236}">
                  <a16:creationId xmlns:a16="http://schemas.microsoft.com/office/drawing/2014/main" id="{D65A6ADA-D9BF-4326-D5E0-3834CD0E7FAF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>
              <a:extLst>
                <a:ext uri="{FF2B5EF4-FFF2-40B4-BE49-F238E27FC236}">
                  <a16:creationId xmlns:a16="http://schemas.microsoft.com/office/drawing/2014/main" id="{24C58024-D4BF-851C-DC59-E00047482D27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5" name="Google Shape;1605;p30">
              <a:extLst>
                <a:ext uri="{FF2B5EF4-FFF2-40B4-BE49-F238E27FC236}">
                  <a16:creationId xmlns:a16="http://schemas.microsoft.com/office/drawing/2014/main" id="{FA7A48C1-D9E7-BDF1-BC10-CCE52D424616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>
              <a:extLst>
                <a:ext uri="{FF2B5EF4-FFF2-40B4-BE49-F238E27FC236}">
                  <a16:creationId xmlns:a16="http://schemas.microsoft.com/office/drawing/2014/main" id="{09D6DBD8-5F2C-B7A0-03DF-ED2D26D77F14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>
              <a:extLst>
                <a:ext uri="{FF2B5EF4-FFF2-40B4-BE49-F238E27FC236}">
                  <a16:creationId xmlns:a16="http://schemas.microsoft.com/office/drawing/2014/main" id="{762BE250-6185-BF6F-C6D9-F9D3B7A96578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>
              <a:extLst>
                <a:ext uri="{FF2B5EF4-FFF2-40B4-BE49-F238E27FC236}">
                  <a16:creationId xmlns:a16="http://schemas.microsoft.com/office/drawing/2014/main" id="{DA0CA4F4-8AEF-538A-D033-E545D3131E78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191013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93B5806C-6B12-37E4-A481-81DE3E621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8" name="Google Shape;1598;p30">
            <a:extLst>
              <a:ext uri="{FF2B5EF4-FFF2-40B4-BE49-F238E27FC236}">
                <a16:creationId xmlns:a16="http://schemas.microsoft.com/office/drawing/2014/main" id="{BD55C355-653C-1517-967C-250BCC0FD129}"/>
              </a:ext>
            </a:extLst>
          </p:cNvPr>
          <p:cNvGrpSpPr/>
          <p:nvPr/>
        </p:nvGrpSpPr>
        <p:grpSpPr>
          <a:xfrm>
            <a:off x="7810898" y="755439"/>
            <a:ext cx="887675" cy="801288"/>
            <a:chOff x="6544194" y="2365864"/>
            <a:chExt cx="529544" cy="478038"/>
          </a:xfrm>
        </p:grpSpPr>
        <p:sp>
          <p:nvSpPr>
            <p:cNvPr id="1599" name="Google Shape;1599;p30">
              <a:extLst>
                <a:ext uri="{FF2B5EF4-FFF2-40B4-BE49-F238E27FC236}">
                  <a16:creationId xmlns:a16="http://schemas.microsoft.com/office/drawing/2014/main" id="{F948B875-0B4A-DFE1-54F1-2EEEDB69D295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>
              <a:extLst>
                <a:ext uri="{FF2B5EF4-FFF2-40B4-BE49-F238E27FC236}">
                  <a16:creationId xmlns:a16="http://schemas.microsoft.com/office/drawing/2014/main" id="{33F07D40-4FE5-CFDF-3C68-4A1A2E8EE56D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>
              <a:extLst>
                <a:ext uri="{FF2B5EF4-FFF2-40B4-BE49-F238E27FC236}">
                  <a16:creationId xmlns:a16="http://schemas.microsoft.com/office/drawing/2014/main" id="{C87E515F-76E3-CE37-B335-1D4E1735C2B8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>
              <a:extLst>
                <a:ext uri="{FF2B5EF4-FFF2-40B4-BE49-F238E27FC236}">
                  <a16:creationId xmlns:a16="http://schemas.microsoft.com/office/drawing/2014/main" id="{4BEB936C-671D-E12B-52D1-60B7C1FD7944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>
              <a:extLst>
                <a:ext uri="{FF2B5EF4-FFF2-40B4-BE49-F238E27FC236}">
                  <a16:creationId xmlns:a16="http://schemas.microsoft.com/office/drawing/2014/main" id="{B3DD716A-D672-BB55-35FA-0921FCD93A42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>
              <a:extLst>
                <a:ext uri="{FF2B5EF4-FFF2-40B4-BE49-F238E27FC236}">
                  <a16:creationId xmlns:a16="http://schemas.microsoft.com/office/drawing/2014/main" id="{9EE92710-5D73-50F5-7771-37241049D5A5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>
              <a:extLst>
                <a:ext uri="{FF2B5EF4-FFF2-40B4-BE49-F238E27FC236}">
                  <a16:creationId xmlns:a16="http://schemas.microsoft.com/office/drawing/2014/main" id="{B9EDD080-5ECD-2494-A9A3-2F3AB6F66A31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>
              <a:extLst>
                <a:ext uri="{FF2B5EF4-FFF2-40B4-BE49-F238E27FC236}">
                  <a16:creationId xmlns:a16="http://schemas.microsoft.com/office/drawing/2014/main" id="{D337774D-7F19-F12B-9862-EE872DF90420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>
              <a:extLst>
                <a:ext uri="{FF2B5EF4-FFF2-40B4-BE49-F238E27FC236}">
                  <a16:creationId xmlns:a16="http://schemas.microsoft.com/office/drawing/2014/main" id="{6247B886-E8B3-D502-F89C-F2D7B838DA42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>
              <a:extLst>
                <a:ext uri="{FF2B5EF4-FFF2-40B4-BE49-F238E27FC236}">
                  <a16:creationId xmlns:a16="http://schemas.microsoft.com/office/drawing/2014/main" id="{1101B3F5-3C49-4BA0-49F2-6C538061EFB8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56A3379B-E0C1-28BF-40A4-B44D76836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91" y="1667989"/>
            <a:ext cx="8269082" cy="169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920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B64FED05-FC23-10CF-D630-77CA34E03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2B1DAAF-6F08-B04C-356C-8649C4F339C8}"/>
              </a:ext>
            </a:extLst>
          </p:cNvPr>
          <p:cNvSpPr txBox="1"/>
          <p:nvPr/>
        </p:nvSpPr>
        <p:spPr>
          <a:xfrm>
            <a:off x="655986" y="670079"/>
            <a:ext cx="6283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191919"/>
                </a:solidFill>
                <a:latin typeface="Sora" panose="020B0604020202020204" charset="0"/>
                <a:cs typeface="Sora" panose="020B0604020202020204" charset="0"/>
              </a:rPr>
              <a:t>FUNCIÓN 2</a:t>
            </a:r>
            <a:endParaRPr lang="es-CO" sz="2400" b="1" dirty="0">
              <a:solidFill>
                <a:srgbClr val="191919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141BB7-3A9E-52F9-E830-1ED720E77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93" y="1590653"/>
            <a:ext cx="8128213" cy="1686521"/>
          </a:xfrm>
          <a:prstGeom prst="rect">
            <a:avLst/>
          </a:prstGeom>
        </p:spPr>
      </p:pic>
      <p:grpSp>
        <p:nvGrpSpPr>
          <p:cNvPr id="1598" name="Google Shape;1598;p30">
            <a:extLst>
              <a:ext uri="{FF2B5EF4-FFF2-40B4-BE49-F238E27FC236}">
                <a16:creationId xmlns:a16="http://schemas.microsoft.com/office/drawing/2014/main" id="{5F67C72B-7BC6-7307-4934-2CB4F4BBE629}"/>
              </a:ext>
            </a:extLst>
          </p:cNvPr>
          <p:cNvGrpSpPr/>
          <p:nvPr/>
        </p:nvGrpSpPr>
        <p:grpSpPr>
          <a:xfrm>
            <a:off x="7821816" y="2956130"/>
            <a:ext cx="887675" cy="801288"/>
            <a:chOff x="6544194" y="2365864"/>
            <a:chExt cx="529544" cy="478038"/>
          </a:xfrm>
        </p:grpSpPr>
        <p:sp>
          <p:nvSpPr>
            <p:cNvPr id="1599" name="Google Shape;1599;p30">
              <a:extLst>
                <a:ext uri="{FF2B5EF4-FFF2-40B4-BE49-F238E27FC236}">
                  <a16:creationId xmlns:a16="http://schemas.microsoft.com/office/drawing/2014/main" id="{9CDE8E23-73DB-8C7F-9E9C-CD65C9020064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>
              <a:extLst>
                <a:ext uri="{FF2B5EF4-FFF2-40B4-BE49-F238E27FC236}">
                  <a16:creationId xmlns:a16="http://schemas.microsoft.com/office/drawing/2014/main" id="{EC0B06EA-68AA-62C7-3467-CC242F41C0C3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>
              <a:extLst>
                <a:ext uri="{FF2B5EF4-FFF2-40B4-BE49-F238E27FC236}">
                  <a16:creationId xmlns:a16="http://schemas.microsoft.com/office/drawing/2014/main" id="{A9BD1BEC-D9E7-5CAC-DB4B-464301CE2FF7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>
              <a:extLst>
                <a:ext uri="{FF2B5EF4-FFF2-40B4-BE49-F238E27FC236}">
                  <a16:creationId xmlns:a16="http://schemas.microsoft.com/office/drawing/2014/main" id="{E5BDDA30-F72B-4E6C-A5CD-8D3851827C80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>
              <a:extLst>
                <a:ext uri="{FF2B5EF4-FFF2-40B4-BE49-F238E27FC236}">
                  <a16:creationId xmlns:a16="http://schemas.microsoft.com/office/drawing/2014/main" id="{116D4176-11EE-A460-5A29-59F9B8D4AEEC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>
              <a:extLst>
                <a:ext uri="{FF2B5EF4-FFF2-40B4-BE49-F238E27FC236}">
                  <a16:creationId xmlns:a16="http://schemas.microsoft.com/office/drawing/2014/main" id="{7514424F-1F60-ECBE-FBB3-44E0EEB21377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>
              <a:extLst>
                <a:ext uri="{FF2B5EF4-FFF2-40B4-BE49-F238E27FC236}">
                  <a16:creationId xmlns:a16="http://schemas.microsoft.com/office/drawing/2014/main" id="{1065D147-5EA8-1FBD-3993-51C9BAAD918A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>
              <a:extLst>
                <a:ext uri="{FF2B5EF4-FFF2-40B4-BE49-F238E27FC236}">
                  <a16:creationId xmlns:a16="http://schemas.microsoft.com/office/drawing/2014/main" id="{6447B9C8-50B1-2612-B23C-30BEFED7BF52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>
              <a:extLst>
                <a:ext uri="{FF2B5EF4-FFF2-40B4-BE49-F238E27FC236}">
                  <a16:creationId xmlns:a16="http://schemas.microsoft.com/office/drawing/2014/main" id="{86FA546D-AA0D-07D3-6524-5FECD29DC1F9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>
              <a:extLst>
                <a:ext uri="{FF2B5EF4-FFF2-40B4-BE49-F238E27FC236}">
                  <a16:creationId xmlns:a16="http://schemas.microsoft.com/office/drawing/2014/main" id="{660BEF80-278F-2583-8398-1C185BFAB94B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948108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36D973FC-29E9-987C-05E2-09A1B8C5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D47F472-8D34-96CC-3D28-D955A55173F9}"/>
              </a:ext>
            </a:extLst>
          </p:cNvPr>
          <p:cNvSpPr txBox="1"/>
          <p:nvPr/>
        </p:nvSpPr>
        <p:spPr>
          <a:xfrm>
            <a:off x="655986" y="670079"/>
            <a:ext cx="6283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191919"/>
                </a:solidFill>
                <a:latin typeface="Sora" panose="020B0604020202020204" charset="0"/>
                <a:cs typeface="Sora" panose="020B0604020202020204" charset="0"/>
              </a:rPr>
              <a:t>FUNCIÓN 3</a:t>
            </a:r>
            <a:endParaRPr lang="es-CO" sz="2400" b="1" dirty="0">
              <a:solidFill>
                <a:srgbClr val="191919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B9FB98-D13B-861E-3C6F-E49915E43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64" y="1344544"/>
            <a:ext cx="7876309" cy="2454411"/>
          </a:xfrm>
          <a:prstGeom prst="rect">
            <a:avLst/>
          </a:prstGeom>
        </p:spPr>
      </p:pic>
      <p:grpSp>
        <p:nvGrpSpPr>
          <p:cNvPr id="1598" name="Google Shape;1598;p30">
            <a:extLst>
              <a:ext uri="{FF2B5EF4-FFF2-40B4-BE49-F238E27FC236}">
                <a16:creationId xmlns:a16="http://schemas.microsoft.com/office/drawing/2014/main" id="{4B5EE652-18CD-1553-B20C-2E4B0DF3D31D}"/>
              </a:ext>
            </a:extLst>
          </p:cNvPr>
          <p:cNvGrpSpPr/>
          <p:nvPr/>
        </p:nvGrpSpPr>
        <p:grpSpPr>
          <a:xfrm>
            <a:off x="7821816" y="1131744"/>
            <a:ext cx="887675" cy="801288"/>
            <a:chOff x="6544194" y="2365864"/>
            <a:chExt cx="529544" cy="478038"/>
          </a:xfrm>
        </p:grpSpPr>
        <p:sp>
          <p:nvSpPr>
            <p:cNvPr id="1599" name="Google Shape;1599;p30">
              <a:extLst>
                <a:ext uri="{FF2B5EF4-FFF2-40B4-BE49-F238E27FC236}">
                  <a16:creationId xmlns:a16="http://schemas.microsoft.com/office/drawing/2014/main" id="{2902CCB6-B2D3-6961-D2C8-4572820E994A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>
              <a:extLst>
                <a:ext uri="{FF2B5EF4-FFF2-40B4-BE49-F238E27FC236}">
                  <a16:creationId xmlns:a16="http://schemas.microsoft.com/office/drawing/2014/main" id="{972FEDBA-9157-6234-4F69-A554BB9177F5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>
              <a:extLst>
                <a:ext uri="{FF2B5EF4-FFF2-40B4-BE49-F238E27FC236}">
                  <a16:creationId xmlns:a16="http://schemas.microsoft.com/office/drawing/2014/main" id="{C6A11EB2-F325-A2D3-992A-269371E78AEC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>
              <a:extLst>
                <a:ext uri="{FF2B5EF4-FFF2-40B4-BE49-F238E27FC236}">
                  <a16:creationId xmlns:a16="http://schemas.microsoft.com/office/drawing/2014/main" id="{51DF2DED-168A-DC87-3CBC-096626D216E2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>
              <a:extLst>
                <a:ext uri="{FF2B5EF4-FFF2-40B4-BE49-F238E27FC236}">
                  <a16:creationId xmlns:a16="http://schemas.microsoft.com/office/drawing/2014/main" id="{BD4559BF-81D6-36F5-9F71-FB64570A4B78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>
              <a:extLst>
                <a:ext uri="{FF2B5EF4-FFF2-40B4-BE49-F238E27FC236}">
                  <a16:creationId xmlns:a16="http://schemas.microsoft.com/office/drawing/2014/main" id="{322E6803-5735-C699-23AB-F9479BD58A17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>
              <a:extLst>
                <a:ext uri="{FF2B5EF4-FFF2-40B4-BE49-F238E27FC236}">
                  <a16:creationId xmlns:a16="http://schemas.microsoft.com/office/drawing/2014/main" id="{10BF3215-8210-C58B-9C2C-149E0F0DDBA0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>
              <a:extLst>
                <a:ext uri="{FF2B5EF4-FFF2-40B4-BE49-F238E27FC236}">
                  <a16:creationId xmlns:a16="http://schemas.microsoft.com/office/drawing/2014/main" id="{B5D9D2AE-4288-A562-0838-642D46A5A0B8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>
              <a:extLst>
                <a:ext uri="{FF2B5EF4-FFF2-40B4-BE49-F238E27FC236}">
                  <a16:creationId xmlns:a16="http://schemas.microsoft.com/office/drawing/2014/main" id="{43EE9C93-6DDD-EA1D-CE09-3BEF85D1FA4F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>
              <a:extLst>
                <a:ext uri="{FF2B5EF4-FFF2-40B4-BE49-F238E27FC236}">
                  <a16:creationId xmlns:a16="http://schemas.microsoft.com/office/drawing/2014/main" id="{FBB3ECA9-FB33-CAE9-B526-895176CBB39F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683774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3EA9F906-544E-F71D-A5D1-3D7EE7C20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7B01987-A78C-3775-1FF3-7393E8482465}"/>
              </a:ext>
            </a:extLst>
          </p:cNvPr>
          <p:cNvSpPr txBox="1"/>
          <p:nvPr/>
        </p:nvSpPr>
        <p:spPr>
          <a:xfrm>
            <a:off x="655986" y="670079"/>
            <a:ext cx="6283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191919"/>
                </a:solidFill>
                <a:latin typeface="Sora" panose="020B0604020202020204" charset="0"/>
                <a:cs typeface="Sora" panose="020B0604020202020204" charset="0"/>
              </a:rPr>
              <a:t>FUNCIÓN 4</a:t>
            </a:r>
            <a:endParaRPr lang="es-CO" sz="2400" b="1" dirty="0">
              <a:solidFill>
                <a:srgbClr val="191919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92FC15-99FD-36CF-2E01-8DC71DDFB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65" y="1185747"/>
            <a:ext cx="8154270" cy="2670732"/>
          </a:xfrm>
          <a:prstGeom prst="rect">
            <a:avLst/>
          </a:prstGeom>
        </p:spPr>
      </p:pic>
      <p:grpSp>
        <p:nvGrpSpPr>
          <p:cNvPr id="1598" name="Google Shape;1598;p30">
            <a:extLst>
              <a:ext uri="{FF2B5EF4-FFF2-40B4-BE49-F238E27FC236}">
                <a16:creationId xmlns:a16="http://schemas.microsoft.com/office/drawing/2014/main" id="{2C7D561A-8DC7-E4D8-F37F-58772E57EF52}"/>
              </a:ext>
            </a:extLst>
          </p:cNvPr>
          <p:cNvGrpSpPr/>
          <p:nvPr/>
        </p:nvGrpSpPr>
        <p:grpSpPr>
          <a:xfrm>
            <a:off x="7761460" y="3347144"/>
            <a:ext cx="887675" cy="801288"/>
            <a:chOff x="6544194" y="2365864"/>
            <a:chExt cx="529544" cy="478038"/>
          </a:xfrm>
        </p:grpSpPr>
        <p:sp>
          <p:nvSpPr>
            <p:cNvPr id="1599" name="Google Shape;1599;p30">
              <a:extLst>
                <a:ext uri="{FF2B5EF4-FFF2-40B4-BE49-F238E27FC236}">
                  <a16:creationId xmlns:a16="http://schemas.microsoft.com/office/drawing/2014/main" id="{461B6B4A-8E3D-86B2-8150-B5725631A7B2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>
              <a:extLst>
                <a:ext uri="{FF2B5EF4-FFF2-40B4-BE49-F238E27FC236}">
                  <a16:creationId xmlns:a16="http://schemas.microsoft.com/office/drawing/2014/main" id="{0CF80227-7DDA-9713-A41F-6119CE156E4C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>
              <a:extLst>
                <a:ext uri="{FF2B5EF4-FFF2-40B4-BE49-F238E27FC236}">
                  <a16:creationId xmlns:a16="http://schemas.microsoft.com/office/drawing/2014/main" id="{0F8588A0-44C3-53D9-677F-54169B7E5EAB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>
              <a:extLst>
                <a:ext uri="{FF2B5EF4-FFF2-40B4-BE49-F238E27FC236}">
                  <a16:creationId xmlns:a16="http://schemas.microsoft.com/office/drawing/2014/main" id="{D5CCA4B6-080C-65A4-9EDE-2E57603557ED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>
              <a:extLst>
                <a:ext uri="{FF2B5EF4-FFF2-40B4-BE49-F238E27FC236}">
                  <a16:creationId xmlns:a16="http://schemas.microsoft.com/office/drawing/2014/main" id="{FF06628B-DD35-5A28-62B1-DA230BA3B742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>
              <a:extLst>
                <a:ext uri="{FF2B5EF4-FFF2-40B4-BE49-F238E27FC236}">
                  <a16:creationId xmlns:a16="http://schemas.microsoft.com/office/drawing/2014/main" id="{79DB2287-FA12-DCEA-ACC0-FBF2616129EF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>
              <a:extLst>
                <a:ext uri="{FF2B5EF4-FFF2-40B4-BE49-F238E27FC236}">
                  <a16:creationId xmlns:a16="http://schemas.microsoft.com/office/drawing/2014/main" id="{91D874A6-8797-1A96-83E2-A2139AB9FFCB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>
              <a:extLst>
                <a:ext uri="{FF2B5EF4-FFF2-40B4-BE49-F238E27FC236}">
                  <a16:creationId xmlns:a16="http://schemas.microsoft.com/office/drawing/2014/main" id="{F6FB86BC-7EC2-7D7E-B3FA-590F6FE69247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>
              <a:extLst>
                <a:ext uri="{FF2B5EF4-FFF2-40B4-BE49-F238E27FC236}">
                  <a16:creationId xmlns:a16="http://schemas.microsoft.com/office/drawing/2014/main" id="{64499FC2-DE52-A93E-6CA5-DF851462FD10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>
              <a:extLst>
                <a:ext uri="{FF2B5EF4-FFF2-40B4-BE49-F238E27FC236}">
                  <a16:creationId xmlns:a16="http://schemas.microsoft.com/office/drawing/2014/main" id="{5D250EEA-292D-FAE5-8AC7-9E1A5589F800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696025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81B24D1C-B4D0-FB0C-2463-5B74C738C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7E968C5-A591-ACF2-4049-4E59DF90B9DC}"/>
              </a:ext>
            </a:extLst>
          </p:cNvPr>
          <p:cNvSpPr txBox="1"/>
          <p:nvPr/>
        </p:nvSpPr>
        <p:spPr>
          <a:xfrm>
            <a:off x="655986" y="670079"/>
            <a:ext cx="6283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191919"/>
                </a:solidFill>
                <a:latin typeface="Sora" panose="020B0604020202020204" charset="0"/>
                <a:cs typeface="Sora" panose="020B0604020202020204" charset="0"/>
              </a:rPr>
              <a:t>FUNCIÓN 5</a:t>
            </a:r>
            <a:endParaRPr lang="es-CO" sz="2400" b="1" dirty="0">
              <a:solidFill>
                <a:srgbClr val="191919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grpSp>
        <p:nvGrpSpPr>
          <p:cNvPr id="1598" name="Google Shape;1598;p30">
            <a:extLst>
              <a:ext uri="{FF2B5EF4-FFF2-40B4-BE49-F238E27FC236}">
                <a16:creationId xmlns:a16="http://schemas.microsoft.com/office/drawing/2014/main" id="{83571605-1269-968C-B7CE-B9003AEA9CF0}"/>
              </a:ext>
            </a:extLst>
          </p:cNvPr>
          <p:cNvGrpSpPr/>
          <p:nvPr/>
        </p:nvGrpSpPr>
        <p:grpSpPr>
          <a:xfrm>
            <a:off x="7821816" y="1131744"/>
            <a:ext cx="887675" cy="801288"/>
            <a:chOff x="6544194" y="2365864"/>
            <a:chExt cx="529544" cy="478038"/>
          </a:xfrm>
        </p:grpSpPr>
        <p:sp>
          <p:nvSpPr>
            <p:cNvPr id="1599" name="Google Shape;1599;p30">
              <a:extLst>
                <a:ext uri="{FF2B5EF4-FFF2-40B4-BE49-F238E27FC236}">
                  <a16:creationId xmlns:a16="http://schemas.microsoft.com/office/drawing/2014/main" id="{AC837D73-E1DD-D70A-F1C2-C24A0570C54A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>
              <a:extLst>
                <a:ext uri="{FF2B5EF4-FFF2-40B4-BE49-F238E27FC236}">
                  <a16:creationId xmlns:a16="http://schemas.microsoft.com/office/drawing/2014/main" id="{219F6E41-3FFC-69EB-6EF1-6EB038D9561B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>
              <a:extLst>
                <a:ext uri="{FF2B5EF4-FFF2-40B4-BE49-F238E27FC236}">
                  <a16:creationId xmlns:a16="http://schemas.microsoft.com/office/drawing/2014/main" id="{6E539F95-77E3-3BAA-A279-701B45DBF6B4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>
              <a:extLst>
                <a:ext uri="{FF2B5EF4-FFF2-40B4-BE49-F238E27FC236}">
                  <a16:creationId xmlns:a16="http://schemas.microsoft.com/office/drawing/2014/main" id="{F9F6F5F2-EFEF-6FC9-15F6-7A7F89050D62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>
              <a:extLst>
                <a:ext uri="{FF2B5EF4-FFF2-40B4-BE49-F238E27FC236}">
                  <a16:creationId xmlns:a16="http://schemas.microsoft.com/office/drawing/2014/main" id="{B27EE560-F004-0A56-D062-691E13360A82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>
              <a:extLst>
                <a:ext uri="{FF2B5EF4-FFF2-40B4-BE49-F238E27FC236}">
                  <a16:creationId xmlns:a16="http://schemas.microsoft.com/office/drawing/2014/main" id="{DDC54CDD-B9A9-7D65-F6AF-D989D4569593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>
              <a:extLst>
                <a:ext uri="{FF2B5EF4-FFF2-40B4-BE49-F238E27FC236}">
                  <a16:creationId xmlns:a16="http://schemas.microsoft.com/office/drawing/2014/main" id="{35E99325-C9E9-EE8F-3B22-3E24906412BC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>
              <a:extLst>
                <a:ext uri="{FF2B5EF4-FFF2-40B4-BE49-F238E27FC236}">
                  <a16:creationId xmlns:a16="http://schemas.microsoft.com/office/drawing/2014/main" id="{136E05D4-643D-4A13-D7E1-E2A798556E70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>
              <a:extLst>
                <a:ext uri="{FF2B5EF4-FFF2-40B4-BE49-F238E27FC236}">
                  <a16:creationId xmlns:a16="http://schemas.microsoft.com/office/drawing/2014/main" id="{A42A74E2-7816-78BE-D195-300146887D5B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>
              <a:extLst>
                <a:ext uri="{FF2B5EF4-FFF2-40B4-BE49-F238E27FC236}">
                  <a16:creationId xmlns:a16="http://schemas.microsoft.com/office/drawing/2014/main" id="{F78409B1-579B-9E5F-B9C5-59CC15EED822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3369E82A-B866-F8CE-8D7C-7CBC7A046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91" y="1918091"/>
            <a:ext cx="8132618" cy="117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747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>
          <a:extLst>
            <a:ext uri="{FF2B5EF4-FFF2-40B4-BE49-F238E27FC236}">
              <a16:creationId xmlns:a16="http://schemas.microsoft.com/office/drawing/2014/main" id="{04C3267A-AB44-E15E-7034-CA47A369F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A8D60DD-4DB6-E024-D57C-EDBCF7A96F3B}"/>
              </a:ext>
            </a:extLst>
          </p:cNvPr>
          <p:cNvSpPr txBox="1"/>
          <p:nvPr/>
        </p:nvSpPr>
        <p:spPr>
          <a:xfrm>
            <a:off x="655986" y="670079"/>
            <a:ext cx="6283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191919"/>
                </a:solidFill>
                <a:latin typeface="Sora" panose="020B0604020202020204" charset="0"/>
                <a:cs typeface="Sora" panose="020B0604020202020204" charset="0"/>
              </a:rPr>
              <a:t>FUNCIÓN 6</a:t>
            </a:r>
            <a:endParaRPr lang="es-CO" sz="2400" b="1" dirty="0">
              <a:solidFill>
                <a:srgbClr val="191919"/>
              </a:solidFill>
              <a:latin typeface="Sora" panose="020B0604020202020204" charset="0"/>
              <a:cs typeface="Sora" panose="020B060402020202020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3A43F7-80D8-8A24-CA3A-5F2BC39BA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470" y="1933486"/>
            <a:ext cx="4725059" cy="1276528"/>
          </a:xfrm>
          <a:prstGeom prst="rect">
            <a:avLst/>
          </a:prstGeom>
        </p:spPr>
      </p:pic>
      <p:grpSp>
        <p:nvGrpSpPr>
          <p:cNvPr id="1598" name="Google Shape;1598;p30">
            <a:extLst>
              <a:ext uri="{FF2B5EF4-FFF2-40B4-BE49-F238E27FC236}">
                <a16:creationId xmlns:a16="http://schemas.microsoft.com/office/drawing/2014/main" id="{8144AD1E-8E5D-270A-83C7-2275F865547F}"/>
              </a:ext>
            </a:extLst>
          </p:cNvPr>
          <p:cNvGrpSpPr/>
          <p:nvPr/>
        </p:nvGrpSpPr>
        <p:grpSpPr>
          <a:xfrm>
            <a:off x="6490691" y="2884344"/>
            <a:ext cx="887675" cy="801288"/>
            <a:chOff x="6544194" y="2365864"/>
            <a:chExt cx="529544" cy="478038"/>
          </a:xfrm>
        </p:grpSpPr>
        <p:sp>
          <p:nvSpPr>
            <p:cNvPr id="1599" name="Google Shape;1599;p30">
              <a:extLst>
                <a:ext uri="{FF2B5EF4-FFF2-40B4-BE49-F238E27FC236}">
                  <a16:creationId xmlns:a16="http://schemas.microsoft.com/office/drawing/2014/main" id="{A6EF8CDD-C31C-C071-BB36-10820BC7ECBC}"/>
                </a:ext>
              </a:extLst>
            </p:cNvPr>
            <p:cNvSpPr/>
            <p:nvPr/>
          </p:nvSpPr>
          <p:spPr>
            <a:xfrm>
              <a:off x="6546068" y="2488273"/>
              <a:ext cx="190780" cy="188197"/>
            </a:xfrm>
            <a:custGeom>
              <a:avLst/>
              <a:gdLst/>
              <a:ahLst/>
              <a:cxnLst/>
              <a:rect l="l" t="t" r="r" b="b"/>
              <a:pathLst>
                <a:path w="3767" h="3716" extrusionOk="0">
                  <a:moveTo>
                    <a:pt x="1887" y="845"/>
                  </a:moveTo>
                  <a:cubicBezTo>
                    <a:pt x="2071" y="845"/>
                    <a:pt x="2257" y="896"/>
                    <a:pt x="2422" y="1001"/>
                  </a:cubicBezTo>
                  <a:cubicBezTo>
                    <a:pt x="2895" y="1307"/>
                    <a:pt x="3034" y="1929"/>
                    <a:pt x="2737" y="2402"/>
                  </a:cubicBezTo>
                  <a:cubicBezTo>
                    <a:pt x="2541" y="2705"/>
                    <a:pt x="2216" y="2871"/>
                    <a:pt x="1883" y="2871"/>
                  </a:cubicBezTo>
                  <a:cubicBezTo>
                    <a:pt x="1696" y="2871"/>
                    <a:pt x="1507" y="2818"/>
                    <a:pt x="1336" y="2708"/>
                  </a:cubicBezTo>
                  <a:cubicBezTo>
                    <a:pt x="863" y="2411"/>
                    <a:pt x="724" y="1780"/>
                    <a:pt x="1030" y="1317"/>
                  </a:cubicBezTo>
                  <a:cubicBezTo>
                    <a:pt x="1222" y="1012"/>
                    <a:pt x="1552" y="845"/>
                    <a:pt x="1887" y="845"/>
                  </a:cubicBezTo>
                  <a:close/>
                  <a:moveTo>
                    <a:pt x="1535" y="0"/>
                  </a:moveTo>
                  <a:cubicBezTo>
                    <a:pt x="1515" y="0"/>
                    <a:pt x="1495" y="3"/>
                    <a:pt x="1476" y="9"/>
                  </a:cubicBezTo>
                  <a:cubicBezTo>
                    <a:pt x="1336" y="36"/>
                    <a:pt x="1253" y="166"/>
                    <a:pt x="1281" y="305"/>
                  </a:cubicBezTo>
                  <a:lnTo>
                    <a:pt x="1346" y="565"/>
                  </a:lnTo>
                  <a:cubicBezTo>
                    <a:pt x="1160" y="639"/>
                    <a:pt x="993" y="760"/>
                    <a:pt x="854" y="908"/>
                  </a:cubicBezTo>
                  <a:lnTo>
                    <a:pt x="622" y="760"/>
                  </a:lnTo>
                  <a:cubicBezTo>
                    <a:pt x="583" y="734"/>
                    <a:pt x="537" y="721"/>
                    <a:pt x="492" y="721"/>
                  </a:cubicBezTo>
                  <a:cubicBezTo>
                    <a:pt x="410" y="721"/>
                    <a:pt x="327" y="762"/>
                    <a:pt x="279" y="834"/>
                  </a:cubicBezTo>
                  <a:cubicBezTo>
                    <a:pt x="205" y="955"/>
                    <a:pt x="242" y="1103"/>
                    <a:pt x="362" y="1177"/>
                  </a:cubicBezTo>
                  <a:lnTo>
                    <a:pt x="585" y="1326"/>
                  </a:lnTo>
                  <a:cubicBezTo>
                    <a:pt x="511" y="1511"/>
                    <a:pt x="474" y="1716"/>
                    <a:pt x="483" y="1910"/>
                  </a:cubicBezTo>
                  <a:lnTo>
                    <a:pt x="214" y="1966"/>
                  </a:lnTo>
                  <a:cubicBezTo>
                    <a:pt x="84" y="2003"/>
                    <a:pt x="1" y="2133"/>
                    <a:pt x="28" y="2263"/>
                  </a:cubicBezTo>
                  <a:cubicBezTo>
                    <a:pt x="53" y="2384"/>
                    <a:pt x="161" y="2463"/>
                    <a:pt x="275" y="2463"/>
                  </a:cubicBezTo>
                  <a:cubicBezTo>
                    <a:pt x="292" y="2463"/>
                    <a:pt x="309" y="2461"/>
                    <a:pt x="325" y="2458"/>
                  </a:cubicBezTo>
                  <a:lnTo>
                    <a:pt x="594" y="2402"/>
                  </a:lnTo>
                  <a:cubicBezTo>
                    <a:pt x="669" y="2578"/>
                    <a:pt x="780" y="2745"/>
                    <a:pt x="928" y="2884"/>
                  </a:cubicBezTo>
                  <a:lnTo>
                    <a:pt x="789" y="3116"/>
                  </a:lnTo>
                  <a:cubicBezTo>
                    <a:pt x="715" y="3228"/>
                    <a:pt x="743" y="3385"/>
                    <a:pt x="863" y="3460"/>
                  </a:cubicBezTo>
                  <a:cubicBezTo>
                    <a:pt x="903" y="3486"/>
                    <a:pt x="948" y="3498"/>
                    <a:pt x="993" y="3498"/>
                  </a:cubicBezTo>
                  <a:cubicBezTo>
                    <a:pt x="1076" y="3498"/>
                    <a:pt x="1159" y="3457"/>
                    <a:pt x="1207" y="3385"/>
                  </a:cubicBezTo>
                  <a:lnTo>
                    <a:pt x="1346" y="3153"/>
                  </a:lnTo>
                  <a:cubicBezTo>
                    <a:pt x="1521" y="3220"/>
                    <a:pt x="1696" y="3257"/>
                    <a:pt x="1878" y="3257"/>
                  </a:cubicBezTo>
                  <a:cubicBezTo>
                    <a:pt x="1898" y="3257"/>
                    <a:pt x="1919" y="3256"/>
                    <a:pt x="1939" y="3255"/>
                  </a:cubicBezTo>
                  <a:lnTo>
                    <a:pt x="1995" y="3524"/>
                  </a:lnTo>
                  <a:cubicBezTo>
                    <a:pt x="2019" y="3637"/>
                    <a:pt x="2121" y="3715"/>
                    <a:pt x="2238" y="3715"/>
                  </a:cubicBezTo>
                  <a:cubicBezTo>
                    <a:pt x="2256" y="3715"/>
                    <a:pt x="2274" y="3714"/>
                    <a:pt x="2292" y="3710"/>
                  </a:cubicBezTo>
                  <a:cubicBezTo>
                    <a:pt x="2422" y="3682"/>
                    <a:pt x="2505" y="3552"/>
                    <a:pt x="2477" y="3413"/>
                  </a:cubicBezTo>
                  <a:lnTo>
                    <a:pt x="2422" y="3153"/>
                  </a:lnTo>
                  <a:cubicBezTo>
                    <a:pt x="2607" y="3070"/>
                    <a:pt x="2774" y="2959"/>
                    <a:pt x="2904" y="2810"/>
                  </a:cubicBezTo>
                  <a:lnTo>
                    <a:pt x="3136" y="2959"/>
                  </a:lnTo>
                  <a:cubicBezTo>
                    <a:pt x="3178" y="2981"/>
                    <a:pt x="3224" y="2993"/>
                    <a:pt x="3269" y="2993"/>
                  </a:cubicBezTo>
                  <a:cubicBezTo>
                    <a:pt x="3352" y="2993"/>
                    <a:pt x="3431" y="2953"/>
                    <a:pt x="3479" y="2875"/>
                  </a:cubicBezTo>
                  <a:cubicBezTo>
                    <a:pt x="3554" y="2764"/>
                    <a:pt x="3516" y="2615"/>
                    <a:pt x="3405" y="2541"/>
                  </a:cubicBezTo>
                  <a:lnTo>
                    <a:pt x="3173" y="2393"/>
                  </a:lnTo>
                  <a:cubicBezTo>
                    <a:pt x="3257" y="2198"/>
                    <a:pt x="3285" y="2003"/>
                    <a:pt x="3285" y="1808"/>
                  </a:cubicBezTo>
                  <a:lnTo>
                    <a:pt x="3544" y="1743"/>
                  </a:lnTo>
                  <a:cubicBezTo>
                    <a:pt x="3683" y="1716"/>
                    <a:pt x="3767" y="1586"/>
                    <a:pt x="3730" y="1446"/>
                  </a:cubicBezTo>
                  <a:cubicBezTo>
                    <a:pt x="3706" y="1334"/>
                    <a:pt x="3604" y="1256"/>
                    <a:pt x="3487" y="1256"/>
                  </a:cubicBezTo>
                  <a:cubicBezTo>
                    <a:pt x="3469" y="1256"/>
                    <a:pt x="3451" y="1257"/>
                    <a:pt x="3433" y="1261"/>
                  </a:cubicBezTo>
                  <a:lnTo>
                    <a:pt x="3173" y="1317"/>
                  </a:lnTo>
                  <a:cubicBezTo>
                    <a:pt x="3099" y="1140"/>
                    <a:pt x="2978" y="973"/>
                    <a:pt x="2830" y="834"/>
                  </a:cubicBezTo>
                  <a:lnTo>
                    <a:pt x="2978" y="602"/>
                  </a:lnTo>
                  <a:cubicBezTo>
                    <a:pt x="3053" y="491"/>
                    <a:pt x="3016" y="333"/>
                    <a:pt x="2904" y="259"/>
                  </a:cubicBezTo>
                  <a:cubicBezTo>
                    <a:pt x="2861" y="233"/>
                    <a:pt x="2815" y="220"/>
                    <a:pt x="2770" y="220"/>
                  </a:cubicBezTo>
                  <a:cubicBezTo>
                    <a:pt x="2688" y="220"/>
                    <a:pt x="2609" y="261"/>
                    <a:pt x="2561" y="333"/>
                  </a:cubicBezTo>
                  <a:lnTo>
                    <a:pt x="2413" y="565"/>
                  </a:lnTo>
                  <a:cubicBezTo>
                    <a:pt x="2250" y="492"/>
                    <a:pt x="2072" y="461"/>
                    <a:pt x="1899" y="461"/>
                  </a:cubicBezTo>
                  <a:cubicBezTo>
                    <a:pt x="1876" y="461"/>
                    <a:pt x="1852" y="462"/>
                    <a:pt x="1828" y="463"/>
                  </a:cubicBezTo>
                  <a:lnTo>
                    <a:pt x="1772" y="194"/>
                  </a:lnTo>
                  <a:cubicBezTo>
                    <a:pt x="1749" y="84"/>
                    <a:pt x="1645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>
              <a:extLst>
                <a:ext uri="{FF2B5EF4-FFF2-40B4-BE49-F238E27FC236}">
                  <a16:creationId xmlns:a16="http://schemas.microsoft.com/office/drawing/2014/main" id="{5266359A-A3AF-9618-759E-935E815241AD}"/>
                </a:ext>
              </a:extLst>
            </p:cNvPr>
            <p:cNvSpPr/>
            <p:nvPr/>
          </p:nvSpPr>
          <p:spPr>
            <a:xfrm>
              <a:off x="6544194" y="2485487"/>
              <a:ext cx="195490" cy="193515"/>
            </a:xfrm>
            <a:custGeom>
              <a:avLst/>
              <a:gdLst/>
              <a:ahLst/>
              <a:cxnLst/>
              <a:rect l="l" t="t" r="r" b="b"/>
              <a:pathLst>
                <a:path w="3860" h="3821" extrusionOk="0">
                  <a:moveTo>
                    <a:pt x="1921" y="954"/>
                  </a:moveTo>
                  <a:cubicBezTo>
                    <a:pt x="2106" y="954"/>
                    <a:pt x="2283" y="1001"/>
                    <a:pt x="2431" y="1103"/>
                  </a:cubicBezTo>
                  <a:cubicBezTo>
                    <a:pt x="2654" y="1242"/>
                    <a:pt x="2802" y="1455"/>
                    <a:pt x="2858" y="1706"/>
                  </a:cubicBezTo>
                  <a:cubicBezTo>
                    <a:pt x="2913" y="1956"/>
                    <a:pt x="2867" y="2216"/>
                    <a:pt x="2728" y="2429"/>
                  </a:cubicBezTo>
                  <a:cubicBezTo>
                    <a:pt x="2542" y="2716"/>
                    <a:pt x="2230" y="2872"/>
                    <a:pt x="1912" y="2872"/>
                  </a:cubicBezTo>
                  <a:cubicBezTo>
                    <a:pt x="1736" y="2872"/>
                    <a:pt x="1559" y="2825"/>
                    <a:pt x="1401" y="2726"/>
                  </a:cubicBezTo>
                  <a:cubicBezTo>
                    <a:pt x="956" y="2438"/>
                    <a:pt x="826" y="1845"/>
                    <a:pt x="1114" y="1399"/>
                  </a:cubicBezTo>
                  <a:cubicBezTo>
                    <a:pt x="1244" y="1177"/>
                    <a:pt x="1466" y="1028"/>
                    <a:pt x="1717" y="973"/>
                  </a:cubicBezTo>
                  <a:cubicBezTo>
                    <a:pt x="1782" y="963"/>
                    <a:pt x="1856" y="954"/>
                    <a:pt x="1921" y="954"/>
                  </a:cubicBezTo>
                  <a:close/>
                  <a:moveTo>
                    <a:pt x="1915" y="848"/>
                  </a:moveTo>
                  <a:cubicBezTo>
                    <a:pt x="1840" y="848"/>
                    <a:pt x="1764" y="856"/>
                    <a:pt x="1689" y="871"/>
                  </a:cubicBezTo>
                  <a:cubicBezTo>
                    <a:pt x="1411" y="936"/>
                    <a:pt x="1169" y="1103"/>
                    <a:pt x="1021" y="1344"/>
                  </a:cubicBezTo>
                  <a:cubicBezTo>
                    <a:pt x="863" y="1585"/>
                    <a:pt x="817" y="1863"/>
                    <a:pt x="882" y="2142"/>
                  </a:cubicBezTo>
                  <a:cubicBezTo>
                    <a:pt x="937" y="2420"/>
                    <a:pt x="1104" y="2661"/>
                    <a:pt x="1346" y="2810"/>
                  </a:cubicBezTo>
                  <a:cubicBezTo>
                    <a:pt x="1522" y="2921"/>
                    <a:pt x="1717" y="2976"/>
                    <a:pt x="1921" y="2976"/>
                  </a:cubicBezTo>
                  <a:cubicBezTo>
                    <a:pt x="1995" y="2976"/>
                    <a:pt x="2069" y="2967"/>
                    <a:pt x="2143" y="2949"/>
                  </a:cubicBezTo>
                  <a:cubicBezTo>
                    <a:pt x="2422" y="2893"/>
                    <a:pt x="2663" y="2726"/>
                    <a:pt x="2811" y="2485"/>
                  </a:cubicBezTo>
                  <a:cubicBezTo>
                    <a:pt x="2969" y="2244"/>
                    <a:pt x="3015" y="1965"/>
                    <a:pt x="2960" y="1687"/>
                  </a:cubicBezTo>
                  <a:cubicBezTo>
                    <a:pt x="2895" y="1409"/>
                    <a:pt x="2728" y="1168"/>
                    <a:pt x="2487" y="1019"/>
                  </a:cubicBezTo>
                  <a:cubicBezTo>
                    <a:pt x="2317" y="904"/>
                    <a:pt x="2118" y="848"/>
                    <a:pt x="1915" y="848"/>
                  </a:cubicBezTo>
                  <a:close/>
                  <a:moveTo>
                    <a:pt x="1557" y="107"/>
                  </a:moveTo>
                  <a:cubicBezTo>
                    <a:pt x="1648" y="107"/>
                    <a:pt x="1737" y="168"/>
                    <a:pt x="1754" y="258"/>
                  </a:cubicBezTo>
                  <a:lnTo>
                    <a:pt x="1809" y="527"/>
                  </a:lnTo>
                  <a:cubicBezTo>
                    <a:pt x="1819" y="546"/>
                    <a:pt x="1837" y="565"/>
                    <a:pt x="1865" y="565"/>
                  </a:cubicBezTo>
                  <a:cubicBezTo>
                    <a:pt x="1885" y="564"/>
                    <a:pt x="1904" y="563"/>
                    <a:pt x="1924" y="563"/>
                  </a:cubicBezTo>
                  <a:cubicBezTo>
                    <a:pt x="2099" y="563"/>
                    <a:pt x="2273" y="600"/>
                    <a:pt x="2431" y="667"/>
                  </a:cubicBezTo>
                  <a:cubicBezTo>
                    <a:pt x="2436" y="669"/>
                    <a:pt x="2442" y="670"/>
                    <a:pt x="2448" y="670"/>
                  </a:cubicBezTo>
                  <a:cubicBezTo>
                    <a:pt x="2464" y="670"/>
                    <a:pt x="2482" y="662"/>
                    <a:pt x="2496" y="648"/>
                  </a:cubicBezTo>
                  <a:lnTo>
                    <a:pt x="2635" y="416"/>
                  </a:lnTo>
                  <a:cubicBezTo>
                    <a:pt x="2663" y="370"/>
                    <a:pt x="2709" y="342"/>
                    <a:pt x="2765" y="333"/>
                  </a:cubicBezTo>
                  <a:cubicBezTo>
                    <a:pt x="2777" y="330"/>
                    <a:pt x="2789" y="329"/>
                    <a:pt x="2801" y="329"/>
                  </a:cubicBezTo>
                  <a:cubicBezTo>
                    <a:pt x="2839" y="329"/>
                    <a:pt x="2879" y="340"/>
                    <a:pt x="2913" y="360"/>
                  </a:cubicBezTo>
                  <a:cubicBezTo>
                    <a:pt x="3006" y="416"/>
                    <a:pt x="3025" y="537"/>
                    <a:pt x="2969" y="629"/>
                  </a:cubicBezTo>
                  <a:lnTo>
                    <a:pt x="2821" y="861"/>
                  </a:lnTo>
                  <a:cubicBezTo>
                    <a:pt x="2811" y="880"/>
                    <a:pt x="2811" y="908"/>
                    <a:pt x="2830" y="926"/>
                  </a:cubicBezTo>
                  <a:cubicBezTo>
                    <a:pt x="2978" y="1056"/>
                    <a:pt x="3090" y="1214"/>
                    <a:pt x="3164" y="1390"/>
                  </a:cubicBezTo>
                  <a:cubicBezTo>
                    <a:pt x="3173" y="1418"/>
                    <a:pt x="3192" y="1427"/>
                    <a:pt x="3220" y="1427"/>
                  </a:cubicBezTo>
                  <a:lnTo>
                    <a:pt x="3489" y="1372"/>
                  </a:lnTo>
                  <a:cubicBezTo>
                    <a:pt x="3504" y="1367"/>
                    <a:pt x="3520" y="1365"/>
                    <a:pt x="3536" y="1365"/>
                  </a:cubicBezTo>
                  <a:cubicBezTo>
                    <a:pt x="3621" y="1365"/>
                    <a:pt x="3697" y="1426"/>
                    <a:pt x="3720" y="1520"/>
                  </a:cubicBezTo>
                  <a:cubicBezTo>
                    <a:pt x="3739" y="1622"/>
                    <a:pt x="3674" y="1724"/>
                    <a:pt x="3572" y="1752"/>
                  </a:cubicBezTo>
                  <a:lnTo>
                    <a:pt x="3303" y="1808"/>
                  </a:lnTo>
                  <a:cubicBezTo>
                    <a:pt x="3284" y="1817"/>
                    <a:pt x="3266" y="1835"/>
                    <a:pt x="3266" y="1863"/>
                  </a:cubicBezTo>
                  <a:cubicBezTo>
                    <a:pt x="3275" y="2058"/>
                    <a:pt x="3238" y="2244"/>
                    <a:pt x="3164" y="2429"/>
                  </a:cubicBezTo>
                  <a:cubicBezTo>
                    <a:pt x="3155" y="2448"/>
                    <a:pt x="3164" y="2476"/>
                    <a:pt x="3182" y="2494"/>
                  </a:cubicBezTo>
                  <a:lnTo>
                    <a:pt x="3414" y="2633"/>
                  </a:lnTo>
                  <a:cubicBezTo>
                    <a:pt x="3507" y="2698"/>
                    <a:pt x="3535" y="2819"/>
                    <a:pt x="3470" y="2912"/>
                  </a:cubicBezTo>
                  <a:cubicBezTo>
                    <a:pt x="3442" y="2949"/>
                    <a:pt x="3405" y="2986"/>
                    <a:pt x="3349" y="2995"/>
                  </a:cubicBezTo>
                  <a:cubicBezTo>
                    <a:pt x="3338" y="2997"/>
                    <a:pt x="3326" y="2999"/>
                    <a:pt x="3313" y="2999"/>
                  </a:cubicBezTo>
                  <a:cubicBezTo>
                    <a:pt x="3276" y="2999"/>
                    <a:pt x="3236" y="2988"/>
                    <a:pt x="3201" y="2967"/>
                  </a:cubicBezTo>
                  <a:lnTo>
                    <a:pt x="2978" y="2819"/>
                  </a:lnTo>
                  <a:cubicBezTo>
                    <a:pt x="2967" y="2815"/>
                    <a:pt x="2955" y="2813"/>
                    <a:pt x="2944" y="2813"/>
                  </a:cubicBezTo>
                  <a:cubicBezTo>
                    <a:pt x="2929" y="2813"/>
                    <a:pt x="2915" y="2817"/>
                    <a:pt x="2904" y="2828"/>
                  </a:cubicBezTo>
                  <a:cubicBezTo>
                    <a:pt x="2774" y="2967"/>
                    <a:pt x="2617" y="3079"/>
                    <a:pt x="2440" y="3153"/>
                  </a:cubicBezTo>
                  <a:cubicBezTo>
                    <a:pt x="2412" y="3162"/>
                    <a:pt x="2403" y="3190"/>
                    <a:pt x="2403" y="3218"/>
                  </a:cubicBezTo>
                  <a:lnTo>
                    <a:pt x="2468" y="3477"/>
                  </a:lnTo>
                  <a:cubicBezTo>
                    <a:pt x="2477" y="3533"/>
                    <a:pt x="2468" y="3589"/>
                    <a:pt x="2440" y="3626"/>
                  </a:cubicBezTo>
                  <a:cubicBezTo>
                    <a:pt x="2412" y="3672"/>
                    <a:pt x="2366" y="3700"/>
                    <a:pt x="2320" y="3719"/>
                  </a:cubicBezTo>
                  <a:cubicBezTo>
                    <a:pt x="2307" y="3721"/>
                    <a:pt x="2294" y="3722"/>
                    <a:pt x="2282" y="3722"/>
                  </a:cubicBezTo>
                  <a:cubicBezTo>
                    <a:pt x="2186" y="3722"/>
                    <a:pt x="2103" y="3660"/>
                    <a:pt x="2078" y="3561"/>
                  </a:cubicBezTo>
                  <a:lnTo>
                    <a:pt x="2023" y="3301"/>
                  </a:lnTo>
                  <a:cubicBezTo>
                    <a:pt x="2014" y="3273"/>
                    <a:pt x="1995" y="3264"/>
                    <a:pt x="1976" y="3264"/>
                  </a:cubicBezTo>
                  <a:lnTo>
                    <a:pt x="1967" y="3264"/>
                  </a:lnTo>
                  <a:cubicBezTo>
                    <a:pt x="1947" y="3265"/>
                    <a:pt x="1928" y="3265"/>
                    <a:pt x="1908" y="3265"/>
                  </a:cubicBezTo>
                  <a:cubicBezTo>
                    <a:pt x="1735" y="3265"/>
                    <a:pt x="1568" y="3229"/>
                    <a:pt x="1401" y="3162"/>
                  </a:cubicBezTo>
                  <a:cubicBezTo>
                    <a:pt x="1396" y="3160"/>
                    <a:pt x="1391" y="3158"/>
                    <a:pt x="1385" y="3158"/>
                  </a:cubicBezTo>
                  <a:cubicBezTo>
                    <a:pt x="1369" y="3158"/>
                    <a:pt x="1352" y="3167"/>
                    <a:pt x="1346" y="3181"/>
                  </a:cubicBezTo>
                  <a:lnTo>
                    <a:pt x="1197" y="3412"/>
                  </a:lnTo>
                  <a:cubicBezTo>
                    <a:pt x="1169" y="3450"/>
                    <a:pt x="1123" y="3487"/>
                    <a:pt x="1077" y="3496"/>
                  </a:cubicBezTo>
                  <a:cubicBezTo>
                    <a:pt x="1063" y="3498"/>
                    <a:pt x="1049" y="3499"/>
                    <a:pt x="1035" y="3499"/>
                  </a:cubicBezTo>
                  <a:cubicBezTo>
                    <a:pt x="994" y="3499"/>
                    <a:pt x="956" y="3489"/>
                    <a:pt x="928" y="3468"/>
                  </a:cubicBezTo>
                  <a:cubicBezTo>
                    <a:pt x="882" y="3440"/>
                    <a:pt x="854" y="3394"/>
                    <a:pt x="835" y="3348"/>
                  </a:cubicBezTo>
                  <a:cubicBezTo>
                    <a:pt x="826" y="3292"/>
                    <a:pt x="835" y="3246"/>
                    <a:pt x="863" y="3199"/>
                  </a:cubicBezTo>
                  <a:lnTo>
                    <a:pt x="1012" y="2967"/>
                  </a:lnTo>
                  <a:cubicBezTo>
                    <a:pt x="1021" y="2949"/>
                    <a:pt x="1021" y="2921"/>
                    <a:pt x="1002" y="2902"/>
                  </a:cubicBezTo>
                  <a:cubicBezTo>
                    <a:pt x="863" y="2772"/>
                    <a:pt x="752" y="2615"/>
                    <a:pt x="678" y="2429"/>
                  </a:cubicBezTo>
                  <a:cubicBezTo>
                    <a:pt x="668" y="2411"/>
                    <a:pt x="641" y="2401"/>
                    <a:pt x="613" y="2401"/>
                  </a:cubicBezTo>
                  <a:lnTo>
                    <a:pt x="353" y="2457"/>
                  </a:lnTo>
                  <a:cubicBezTo>
                    <a:pt x="339" y="2459"/>
                    <a:pt x="326" y="2460"/>
                    <a:pt x="313" y="2460"/>
                  </a:cubicBezTo>
                  <a:cubicBezTo>
                    <a:pt x="274" y="2460"/>
                    <a:pt x="239" y="2450"/>
                    <a:pt x="205" y="2429"/>
                  </a:cubicBezTo>
                  <a:cubicBezTo>
                    <a:pt x="158" y="2401"/>
                    <a:pt x="130" y="2364"/>
                    <a:pt x="121" y="2309"/>
                  </a:cubicBezTo>
                  <a:cubicBezTo>
                    <a:pt x="103" y="2262"/>
                    <a:pt x="112" y="2207"/>
                    <a:pt x="140" y="2160"/>
                  </a:cubicBezTo>
                  <a:cubicBezTo>
                    <a:pt x="167" y="2114"/>
                    <a:pt x="214" y="2086"/>
                    <a:pt x="270" y="2077"/>
                  </a:cubicBezTo>
                  <a:lnTo>
                    <a:pt x="529" y="2021"/>
                  </a:lnTo>
                  <a:cubicBezTo>
                    <a:pt x="557" y="2012"/>
                    <a:pt x="576" y="1993"/>
                    <a:pt x="576" y="1965"/>
                  </a:cubicBezTo>
                  <a:cubicBezTo>
                    <a:pt x="566" y="1771"/>
                    <a:pt x="594" y="1585"/>
                    <a:pt x="668" y="1399"/>
                  </a:cubicBezTo>
                  <a:cubicBezTo>
                    <a:pt x="678" y="1381"/>
                    <a:pt x="668" y="1353"/>
                    <a:pt x="650" y="1335"/>
                  </a:cubicBezTo>
                  <a:lnTo>
                    <a:pt x="427" y="1195"/>
                  </a:lnTo>
                  <a:cubicBezTo>
                    <a:pt x="334" y="1130"/>
                    <a:pt x="307" y="1010"/>
                    <a:pt x="362" y="917"/>
                  </a:cubicBezTo>
                  <a:cubicBezTo>
                    <a:pt x="397" y="859"/>
                    <a:pt x="457" y="830"/>
                    <a:pt x="520" y="830"/>
                  </a:cubicBezTo>
                  <a:cubicBezTo>
                    <a:pt x="558" y="830"/>
                    <a:pt x="597" y="841"/>
                    <a:pt x="631" y="861"/>
                  </a:cubicBezTo>
                  <a:lnTo>
                    <a:pt x="863" y="1010"/>
                  </a:lnTo>
                  <a:cubicBezTo>
                    <a:pt x="871" y="1014"/>
                    <a:pt x="880" y="1016"/>
                    <a:pt x="890" y="1016"/>
                  </a:cubicBezTo>
                  <a:cubicBezTo>
                    <a:pt x="903" y="1016"/>
                    <a:pt x="917" y="1011"/>
                    <a:pt x="928" y="1001"/>
                  </a:cubicBezTo>
                  <a:cubicBezTo>
                    <a:pt x="1058" y="852"/>
                    <a:pt x="1216" y="741"/>
                    <a:pt x="1401" y="667"/>
                  </a:cubicBezTo>
                  <a:cubicBezTo>
                    <a:pt x="1420" y="657"/>
                    <a:pt x="1438" y="639"/>
                    <a:pt x="1429" y="611"/>
                  </a:cubicBezTo>
                  <a:lnTo>
                    <a:pt x="1373" y="342"/>
                  </a:lnTo>
                  <a:cubicBezTo>
                    <a:pt x="1364" y="296"/>
                    <a:pt x="1373" y="240"/>
                    <a:pt x="1401" y="193"/>
                  </a:cubicBezTo>
                  <a:cubicBezTo>
                    <a:pt x="1429" y="156"/>
                    <a:pt x="1466" y="119"/>
                    <a:pt x="1522" y="110"/>
                  </a:cubicBezTo>
                  <a:cubicBezTo>
                    <a:pt x="1534" y="108"/>
                    <a:pt x="1545" y="107"/>
                    <a:pt x="1557" y="107"/>
                  </a:cubicBezTo>
                  <a:close/>
                  <a:moveTo>
                    <a:pt x="1569" y="0"/>
                  </a:moveTo>
                  <a:cubicBezTo>
                    <a:pt x="1547" y="0"/>
                    <a:pt x="1525" y="3"/>
                    <a:pt x="1503" y="8"/>
                  </a:cubicBezTo>
                  <a:cubicBezTo>
                    <a:pt x="1420" y="27"/>
                    <a:pt x="1355" y="73"/>
                    <a:pt x="1309" y="138"/>
                  </a:cubicBezTo>
                  <a:cubicBezTo>
                    <a:pt x="1271" y="212"/>
                    <a:pt x="1253" y="286"/>
                    <a:pt x="1271" y="370"/>
                  </a:cubicBezTo>
                  <a:lnTo>
                    <a:pt x="1318" y="592"/>
                  </a:lnTo>
                  <a:cubicBezTo>
                    <a:pt x="1160" y="667"/>
                    <a:pt x="1012" y="769"/>
                    <a:pt x="882" y="899"/>
                  </a:cubicBezTo>
                  <a:lnTo>
                    <a:pt x="696" y="769"/>
                  </a:lnTo>
                  <a:cubicBezTo>
                    <a:pt x="647" y="739"/>
                    <a:pt x="590" y="724"/>
                    <a:pt x="534" y="724"/>
                  </a:cubicBezTo>
                  <a:cubicBezTo>
                    <a:pt x="433" y="724"/>
                    <a:pt x="333" y="772"/>
                    <a:pt x="279" y="861"/>
                  </a:cubicBezTo>
                  <a:cubicBezTo>
                    <a:pt x="186" y="1001"/>
                    <a:pt x="232" y="1186"/>
                    <a:pt x="372" y="1279"/>
                  </a:cubicBezTo>
                  <a:lnTo>
                    <a:pt x="557" y="1399"/>
                  </a:lnTo>
                  <a:cubicBezTo>
                    <a:pt x="501" y="1566"/>
                    <a:pt x="464" y="1743"/>
                    <a:pt x="464" y="1928"/>
                  </a:cubicBezTo>
                  <a:lnTo>
                    <a:pt x="242" y="1975"/>
                  </a:lnTo>
                  <a:cubicBezTo>
                    <a:pt x="167" y="1993"/>
                    <a:pt x="103" y="2040"/>
                    <a:pt x="56" y="2104"/>
                  </a:cubicBezTo>
                  <a:cubicBezTo>
                    <a:pt x="10" y="2169"/>
                    <a:pt x="1" y="2253"/>
                    <a:pt x="19" y="2327"/>
                  </a:cubicBezTo>
                  <a:cubicBezTo>
                    <a:pt x="38" y="2411"/>
                    <a:pt x="84" y="2476"/>
                    <a:pt x="149" y="2522"/>
                  </a:cubicBezTo>
                  <a:cubicBezTo>
                    <a:pt x="193" y="2554"/>
                    <a:pt x="246" y="2568"/>
                    <a:pt x="299" y="2568"/>
                  </a:cubicBezTo>
                  <a:cubicBezTo>
                    <a:pt x="324" y="2568"/>
                    <a:pt x="348" y="2565"/>
                    <a:pt x="372" y="2559"/>
                  </a:cubicBezTo>
                  <a:lnTo>
                    <a:pt x="594" y="2513"/>
                  </a:lnTo>
                  <a:cubicBezTo>
                    <a:pt x="668" y="2680"/>
                    <a:pt x="770" y="2819"/>
                    <a:pt x="900" y="2949"/>
                  </a:cubicBezTo>
                  <a:lnTo>
                    <a:pt x="780" y="3143"/>
                  </a:lnTo>
                  <a:cubicBezTo>
                    <a:pt x="733" y="3208"/>
                    <a:pt x="724" y="3292"/>
                    <a:pt x="733" y="3366"/>
                  </a:cubicBezTo>
                  <a:cubicBezTo>
                    <a:pt x="752" y="3450"/>
                    <a:pt x="808" y="3515"/>
                    <a:pt x="873" y="3552"/>
                  </a:cubicBezTo>
                  <a:cubicBezTo>
                    <a:pt x="921" y="3586"/>
                    <a:pt x="979" y="3605"/>
                    <a:pt x="1036" y="3605"/>
                  </a:cubicBezTo>
                  <a:cubicBezTo>
                    <a:pt x="1056" y="3605"/>
                    <a:pt x="1076" y="3603"/>
                    <a:pt x="1095" y="3598"/>
                  </a:cubicBezTo>
                  <a:cubicBezTo>
                    <a:pt x="1179" y="3579"/>
                    <a:pt x="1244" y="3533"/>
                    <a:pt x="1290" y="3468"/>
                  </a:cubicBezTo>
                  <a:lnTo>
                    <a:pt x="1411" y="3273"/>
                  </a:lnTo>
                  <a:cubicBezTo>
                    <a:pt x="1578" y="3338"/>
                    <a:pt x="1754" y="3366"/>
                    <a:pt x="1930" y="3366"/>
                  </a:cubicBezTo>
                  <a:lnTo>
                    <a:pt x="1976" y="3589"/>
                  </a:lnTo>
                  <a:cubicBezTo>
                    <a:pt x="2014" y="3728"/>
                    <a:pt x="2134" y="3821"/>
                    <a:pt x="2273" y="3821"/>
                  </a:cubicBezTo>
                  <a:lnTo>
                    <a:pt x="2338" y="3821"/>
                  </a:lnTo>
                  <a:cubicBezTo>
                    <a:pt x="2505" y="3784"/>
                    <a:pt x="2607" y="3617"/>
                    <a:pt x="2570" y="3459"/>
                  </a:cubicBezTo>
                  <a:lnTo>
                    <a:pt x="2524" y="3236"/>
                  </a:lnTo>
                  <a:cubicBezTo>
                    <a:pt x="2681" y="3162"/>
                    <a:pt x="2830" y="3060"/>
                    <a:pt x="2960" y="2930"/>
                  </a:cubicBezTo>
                  <a:lnTo>
                    <a:pt x="3145" y="3051"/>
                  </a:lnTo>
                  <a:cubicBezTo>
                    <a:pt x="3200" y="3085"/>
                    <a:pt x="3255" y="3104"/>
                    <a:pt x="3314" y="3104"/>
                  </a:cubicBezTo>
                  <a:cubicBezTo>
                    <a:pt x="3335" y="3104"/>
                    <a:pt x="3356" y="3102"/>
                    <a:pt x="3377" y="3097"/>
                  </a:cubicBezTo>
                  <a:cubicBezTo>
                    <a:pt x="3451" y="3079"/>
                    <a:pt x="3516" y="3032"/>
                    <a:pt x="3563" y="2967"/>
                  </a:cubicBezTo>
                  <a:cubicBezTo>
                    <a:pt x="3656" y="2828"/>
                    <a:pt x="3609" y="2643"/>
                    <a:pt x="3470" y="2550"/>
                  </a:cubicBezTo>
                  <a:lnTo>
                    <a:pt x="3275" y="2429"/>
                  </a:lnTo>
                  <a:cubicBezTo>
                    <a:pt x="3340" y="2262"/>
                    <a:pt x="3377" y="2086"/>
                    <a:pt x="3368" y="1900"/>
                  </a:cubicBezTo>
                  <a:lnTo>
                    <a:pt x="3591" y="1854"/>
                  </a:lnTo>
                  <a:cubicBezTo>
                    <a:pt x="3758" y="1817"/>
                    <a:pt x="3860" y="1659"/>
                    <a:pt x="3823" y="1492"/>
                  </a:cubicBezTo>
                  <a:cubicBezTo>
                    <a:pt x="3791" y="1356"/>
                    <a:pt x="3669" y="1262"/>
                    <a:pt x="3530" y="1262"/>
                  </a:cubicBezTo>
                  <a:cubicBezTo>
                    <a:pt x="3507" y="1262"/>
                    <a:pt x="3484" y="1264"/>
                    <a:pt x="3461" y="1270"/>
                  </a:cubicBezTo>
                  <a:lnTo>
                    <a:pt x="3238" y="1316"/>
                  </a:lnTo>
                  <a:cubicBezTo>
                    <a:pt x="3173" y="1149"/>
                    <a:pt x="3062" y="1001"/>
                    <a:pt x="2941" y="880"/>
                  </a:cubicBezTo>
                  <a:lnTo>
                    <a:pt x="3062" y="685"/>
                  </a:lnTo>
                  <a:cubicBezTo>
                    <a:pt x="3155" y="546"/>
                    <a:pt x="3108" y="360"/>
                    <a:pt x="2969" y="268"/>
                  </a:cubicBezTo>
                  <a:cubicBezTo>
                    <a:pt x="2922" y="241"/>
                    <a:pt x="2864" y="223"/>
                    <a:pt x="2808" y="223"/>
                  </a:cubicBezTo>
                  <a:cubicBezTo>
                    <a:pt x="2787" y="223"/>
                    <a:pt x="2766" y="226"/>
                    <a:pt x="2746" y="231"/>
                  </a:cubicBezTo>
                  <a:cubicBezTo>
                    <a:pt x="2663" y="249"/>
                    <a:pt x="2598" y="296"/>
                    <a:pt x="2552" y="360"/>
                  </a:cubicBezTo>
                  <a:lnTo>
                    <a:pt x="2431" y="555"/>
                  </a:lnTo>
                  <a:cubicBezTo>
                    <a:pt x="2264" y="490"/>
                    <a:pt x="2088" y="463"/>
                    <a:pt x="1912" y="463"/>
                  </a:cubicBezTo>
                  <a:lnTo>
                    <a:pt x="1856" y="240"/>
                  </a:lnTo>
                  <a:cubicBezTo>
                    <a:pt x="1832" y="96"/>
                    <a:pt x="1705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>
              <a:extLst>
                <a:ext uri="{FF2B5EF4-FFF2-40B4-BE49-F238E27FC236}">
                  <a16:creationId xmlns:a16="http://schemas.microsoft.com/office/drawing/2014/main" id="{F8C32238-C5D6-65E6-13EB-F8BD777983BD}"/>
                </a:ext>
              </a:extLst>
            </p:cNvPr>
            <p:cNvSpPr/>
            <p:nvPr/>
          </p:nvSpPr>
          <p:spPr>
            <a:xfrm>
              <a:off x="6726465" y="2372093"/>
              <a:ext cx="344892" cy="340385"/>
            </a:xfrm>
            <a:custGeom>
              <a:avLst/>
              <a:gdLst/>
              <a:ahLst/>
              <a:cxnLst/>
              <a:rect l="l" t="t" r="r" b="b"/>
              <a:pathLst>
                <a:path w="6810" h="6721" extrusionOk="0">
                  <a:moveTo>
                    <a:pt x="3401" y="1530"/>
                  </a:moveTo>
                  <a:cubicBezTo>
                    <a:pt x="4005" y="1530"/>
                    <a:pt x="4595" y="1827"/>
                    <a:pt x="4945" y="2368"/>
                  </a:cubicBezTo>
                  <a:cubicBezTo>
                    <a:pt x="5493" y="3221"/>
                    <a:pt x="5242" y="4353"/>
                    <a:pt x="4389" y="4900"/>
                  </a:cubicBezTo>
                  <a:cubicBezTo>
                    <a:pt x="4085" y="5097"/>
                    <a:pt x="3744" y="5191"/>
                    <a:pt x="3407" y="5191"/>
                  </a:cubicBezTo>
                  <a:cubicBezTo>
                    <a:pt x="2806" y="5191"/>
                    <a:pt x="2216" y="4893"/>
                    <a:pt x="1865" y="4353"/>
                  </a:cubicBezTo>
                  <a:cubicBezTo>
                    <a:pt x="1318" y="3499"/>
                    <a:pt x="1569" y="2368"/>
                    <a:pt x="2413" y="1820"/>
                  </a:cubicBezTo>
                  <a:cubicBezTo>
                    <a:pt x="2720" y="1623"/>
                    <a:pt x="3063" y="1530"/>
                    <a:pt x="3401" y="1530"/>
                  </a:cubicBezTo>
                  <a:close/>
                  <a:moveTo>
                    <a:pt x="4037" y="0"/>
                  </a:moveTo>
                  <a:cubicBezTo>
                    <a:pt x="3828" y="0"/>
                    <a:pt x="3648" y="146"/>
                    <a:pt x="3600" y="355"/>
                  </a:cubicBezTo>
                  <a:lnTo>
                    <a:pt x="3498" y="837"/>
                  </a:lnTo>
                  <a:cubicBezTo>
                    <a:pt x="3458" y="835"/>
                    <a:pt x="3417" y="834"/>
                    <a:pt x="3377" y="834"/>
                  </a:cubicBezTo>
                  <a:cubicBezTo>
                    <a:pt x="3058" y="834"/>
                    <a:pt x="2745" y="899"/>
                    <a:pt x="2441" y="1022"/>
                  </a:cubicBezTo>
                  <a:lnTo>
                    <a:pt x="2172" y="614"/>
                  </a:lnTo>
                  <a:cubicBezTo>
                    <a:pt x="2088" y="478"/>
                    <a:pt x="1944" y="406"/>
                    <a:pt x="1796" y="406"/>
                  </a:cubicBezTo>
                  <a:cubicBezTo>
                    <a:pt x="1712" y="406"/>
                    <a:pt x="1627" y="428"/>
                    <a:pt x="1550" y="475"/>
                  </a:cubicBezTo>
                  <a:cubicBezTo>
                    <a:pt x="1346" y="605"/>
                    <a:pt x="1281" y="883"/>
                    <a:pt x="1420" y="1097"/>
                  </a:cubicBezTo>
                  <a:lnTo>
                    <a:pt x="1680" y="1505"/>
                  </a:lnTo>
                  <a:cubicBezTo>
                    <a:pt x="1411" y="1755"/>
                    <a:pt x="1207" y="2061"/>
                    <a:pt x="1068" y="2386"/>
                  </a:cubicBezTo>
                  <a:lnTo>
                    <a:pt x="585" y="2284"/>
                  </a:lnTo>
                  <a:cubicBezTo>
                    <a:pt x="552" y="2276"/>
                    <a:pt x="520" y="2273"/>
                    <a:pt x="488" y="2273"/>
                  </a:cubicBezTo>
                  <a:cubicBezTo>
                    <a:pt x="284" y="2273"/>
                    <a:pt x="105" y="2419"/>
                    <a:pt x="57" y="2627"/>
                  </a:cubicBezTo>
                  <a:cubicBezTo>
                    <a:pt x="1" y="2868"/>
                    <a:pt x="159" y="3110"/>
                    <a:pt x="400" y="3165"/>
                  </a:cubicBezTo>
                  <a:lnTo>
                    <a:pt x="873" y="3267"/>
                  </a:lnTo>
                  <a:cubicBezTo>
                    <a:pt x="864" y="3620"/>
                    <a:pt x="929" y="3982"/>
                    <a:pt x="1068" y="4325"/>
                  </a:cubicBezTo>
                  <a:lnTo>
                    <a:pt x="650" y="4594"/>
                  </a:lnTo>
                  <a:cubicBezTo>
                    <a:pt x="446" y="4724"/>
                    <a:pt x="381" y="5002"/>
                    <a:pt x="520" y="5206"/>
                  </a:cubicBezTo>
                  <a:cubicBezTo>
                    <a:pt x="604" y="5343"/>
                    <a:pt x="748" y="5415"/>
                    <a:pt x="896" y="5415"/>
                  </a:cubicBezTo>
                  <a:cubicBezTo>
                    <a:pt x="980" y="5415"/>
                    <a:pt x="1065" y="5392"/>
                    <a:pt x="1142" y="5345"/>
                  </a:cubicBezTo>
                  <a:lnTo>
                    <a:pt x="1550" y="5086"/>
                  </a:lnTo>
                  <a:cubicBezTo>
                    <a:pt x="1801" y="5355"/>
                    <a:pt x="2107" y="5559"/>
                    <a:pt x="2431" y="5698"/>
                  </a:cubicBezTo>
                  <a:lnTo>
                    <a:pt x="2329" y="6171"/>
                  </a:lnTo>
                  <a:cubicBezTo>
                    <a:pt x="2274" y="6412"/>
                    <a:pt x="2431" y="6653"/>
                    <a:pt x="2673" y="6709"/>
                  </a:cubicBezTo>
                  <a:cubicBezTo>
                    <a:pt x="2705" y="6717"/>
                    <a:pt x="2738" y="6720"/>
                    <a:pt x="2771" y="6720"/>
                  </a:cubicBezTo>
                  <a:cubicBezTo>
                    <a:pt x="2976" y="6720"/>
                    <a:pt x="3163" y="6574"/>
                    <a:pt x="3211" y="6366"/>
                  </a:cubicBezTo>
                  <a:lnTo>
                    <a:pt x="3313" y="5883"/>
                  </a:lnTo>
                  <a:cubicBezTo>
                    <a:pt x="3352" y="5885"/>
                    <a:pt x="3392" y="5887"/>
                    <a:pt x="3431" y="5887"/>
                  </a:cubicBezTo>
                  <a:cubicBezTo>
                    <a:pt x="3746" y="5887"/>
                    <a:pt x="4065" y="5821"/>
                    <a:pt x="4370" y="5698"/>
                  </a:cubicBezTo>
                  <a:lnTo>
                    <a:pt x="4630" y="6106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2"/>
                    <a:pt x="5251" y="6245"/>
                  </a:cubicBezTo>
                  <a:cubicBezTo>
                    <a:pt x="5465" y="6115"/>
                    <a:pt x="5520" y="5837"/>
                    <a:pt x="5391" y="5624"/>
                  </a:cubicBezTo>
                  <a:lnTo>
                    <a:pt x="5122" y="5215"/>
                  </a:lnTo>
                  <a:cubicBezTo>
                    <a:pt x="5400" y="4956"/>
                    <a:pt x="5604" y="4659"/>
                    <a:pt x="5743" y="4325"/>
                  </a:cubicBezTo>
                  <a:lnTo>
                    <a:pt x="6216" y="4436"/>
                  </a:lnTo>
                  <a:cubicBezTo>
                    <a:pt x="6246" y="4442"/>
                    <a:pt x="6276" y="4445"/>
                    <a:pt x="6305" y="4445"/>
                  </a:cubicBezTo>
                  <a:cubicBezTo>
                    <a:pt x="6514" y="4445"/>
                    <a:pt x="6705" y="4305"/>
                    <a:pt x="6754" y="4093"/>
                  </a:cubicBezTo>
                  <a:cubicBezTo>
                    <a:pt x="6810" y="3852"/>
                    <a:pt x="6652" y="3611"/>
                    <a:pt x="6411" y="3555"/>
                  </a:cubicBezTo>
                  <a:lnTo>
                    <a:pt x="5929" y="3453"/>
                  </a:lnTo>
                  <a:cubicBezTo>
                    <a:pt x="5938" y="3091"/>
                    <a:pt x="5882" y="2739"/>
                    <a:pt x="5743" y="2395"/>
                  </a:cubicBezTo>
                  <a:lnTo>
                    <a:pt x="6151" y="2126"/>
                  </a:lnTo>
                  <a:cubicBezTo>
                    <a:pt x="6365" y="1996"/>
                    <a:pt x="6420" y="1718"/>
                    <a:pt x="6290" y="1505"/>
                  </a:cubicBezTo>
                  <a:cubicBezTo>
                    <a:pt x="6202" y="1375"/>
                    <a:pt x="6056" y="1301"/>
                    <a:pt x="5909" y="1301"/>
                  </a:cubicBezTo>
                  <a:cubicBezTo>
                    <a:pt x="5826" y="1301"/>
                    <a:pt x="5743" y="1325"/>
                    <a:pt x="5669" y="1375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2"/>
                  </a:cubicBezTo>
                  <a:lnTo>
                    <a:pt x="4482" y="549"/>
                  </a:lnTo>
                  <a:cubicBezTo>
                    <a:pt x="4528" y="299"/>
                    <a:pt x="4379" y="67"/>
                    <a:pt x="4138" y="11"/>
                  </a:cubicBezTo>
                  <a:cubicBezTo>
                    <a:pt x="4104" y="4"/>
                    <a:pt x="4070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>
              <a:extLst>
                <a:ext uri="{FF2B5EF4-FFF2-40B4-BE49-F238E27FC236}">
                  <a16:creationId xmlns:a16="http://schemas.microsoft.com/office/drawing/2014/main" id="{3B3258B8-C637-90AF-9B65-DF4B54FA5AF3}"/>
                </a:ext>
              </a:extLst>
            </p:cNvPr>
            <p:cNvSpPr/>
            <p:nvPr/>
          </p:nvSpPr>
          <p:spPr>
            <a:xfrm>
              <a:off x="6723680" y="2369611"/>
              <a:ext cx="350058" cy="345551"/>
            </a:xfrm>
            <a:custGeom>
              <a:avLst/>
              <a:gdLst/>
              <a:ahLst/>
              <a:cxnLst/>
              <a:rect l="l" t="t" r="r" b="b"/>
              <a:pathLst>
                <a:path w="6912" h="6823" extrusionOk="0">
                  <a:moveTo>
                    <a:pt x="3453" y="1635"/>
                  </a:moveTo>
                  <a:cubicBezTo>
                    <a:pt x="4040" y="1635"/>
                    <a:pt x="4615" y="1924"/>
                    <a:pt x="4954" y="2454"/>
                  </a:cubicBezTo>
                  <a:cubicBezTo>
                    <a:pt x="5483" y="3279"/>
                    <a:pt x="5242" y="4374"/>
                    <a:pt x="4416" y="4903"/>
                  </a:cubicBezTo>
                  <a:cubicBezTo>
                    <a:pt x="4117" y="5094"/>
                    <a:pt x="3783" y="5186"/>
                    <a:pt x="3453" y="5186"/>
                  </a:cubicBezTo>
                  <a:cubicBezTo>
                    <a:pt x="2872" y="5186"/>
                    <a:pt x="2304" y="4901"/>
                    <a:pt x="1967" y="4374"/>
                  </a:cubicBezTo>
                  <a:cubicBezTo>
                    <a:pt x="1429" y="3548"/>
                    <a:pt x="1670" y="2444"/>
                    <a:pt x="2496" y="1916"/>
                  </a:cubicBezTo>
                  <a:cubicBezTo>
                    <a:pt x="2792" y="1726"/>
                    <a:pt x="3124" y="1635"/>
                    <a:pt x="3453" y="1635"/>
                  </a:cubicBezTo>
                  <a:close/>
                  <a:moveTo>
                    <a:pt x="3452" y="1527"/>
                  </a:moveTo>
                  <a:cubicBezTo>
                    <a:pt x="3104" y="1527"/>
                    <a:pt x="2753" y="1623"/>
                    <a:pt x="2440" y="1823"/>
                  </a:cubicBezTo>
                  <a:cubicBezTo>
                    <a:pt x="1568" y="2389"/>
                    <a:pt x="1317" y="3558"/>
                    <a:pt x="1874" y="4430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13" y="5292"/>
                    <a:pt x="4165" y="5200"/>
                    <a:pt x="4472" y="4995"/>
                  </a:cubicBezTo>
                  <a:cubicBezTo>
                    <a:pt x="5353" y="4430"/>
                    <a:pt x="5603" y="3270"/>
                    <a:pt x="5047" y="2398"/>
                  </a:cubicBezTo>
                  <a:cubicBezTo>
                    <a:pt x="4684" y="1833"/>
                    <a:pt x="4073" y="1527"/>
                    <a:pt x="3452" y="1527"/>
                  </a:cubicBezTo>
                  <a:close/>
                  <a:moveTo>
                    <a:pt x="4098" y="100"/>
                  </a:moveTo>
                  <a:cubicBezTo>
                    <a:pt x="4124" y="100"/>
                    <a:pt x="4149" y="102"/>
                    <a:pt x="4175" y="107"/>
                  </a:cubicBezTo>
                  <a:cubicBezTo>
                    <a:pt x="4388" y="153"/>
                    <a:pt x="4527" y="366"/>
                    <a:pt x="4481" y="580"/>
                  </a:cubicBezTo>
                  <a:lnTo>
                    <a:pt x="4379" y="1062"/>
                  </a:lnTo>
                  <a:cubicBezTo>
                    <a:pt x="4370" y="1090"/>
                    <a:pt x="4388" y="1109"/>
                    <a:pt x="4407" y="1118"/>
                  </a:cubicBezTo>
                  <a:cubicBezTo>
                    <a:pt x="4741" y="1257"/>
                    <a:pt x="5028" y="1461"/>
                    <a:pt x="5269" y="1721"/>
                  </a:cubicBezTo>
                  <a:cubicBezTo>
                    <a:pt x="5280" y="1732"/>
                    <a:pt x="5294" y="1736"/>
                    <a:pt x="5308" y="1736"/>
                  </a:cubicBezTo>
                  <a:cubicBezTo>
                    <a:pt x="5317" y="1736"/>
                    <a:pt x="5327" y="1734"/>
                    <a:pt x="5334" y="1730"/>
                  </a:cubicBezTo>
                  <a:lnTo>
                    <a:pt x="5752" y="1461"/>
                  </a:lnTo>
                  <a:cubicBezTo>
                    <a:pt x="5819" y="1421"/>
                    <a:pt x="5893" y="1401"/>
                    <a:pt x="5966" y="1401"/>
                  </a:cubicBezTo>
                  <a:cubicBezTo>
                    <a:pt x="6096" y="1401"/>
                    <a:pt x="6222" y="1463"/>
                    <a:pt x="6299" y="1582"/>
                  </a:cubicBezTo>
                  <a:cubicBezTo>
                    <a:pt x="6420" y="1767"/>
                    <a:pt x="6364" y="2018"/>
                    <a:pt x="6178" y="2129"/>
                  </a:cubicBezTo>
                  <a:lnTo>
                    <a:pt x="5770" y="2398"/>
                  </a:lnTo>
                  <a:cubicBezTo>
                    <a:pt x="5752" y="2407"/>
                    <a:pt x="5742" y="2435"/>
                    <a:pt x="5752" y="2463"/>
                  </a:cubicBezTo>
                  <a:cubicBezTo>
                    <a:pt x="5882" y="2788"/>
                    <a:pt x="5947" y="3140"/>
                    <a:pt x="5937" y="3493"/>
                  </a:cubicBezTo>
                  <a:cubicBezTo>
                    <a:pt x="5937" y="3520"/>
                    <a:pt x="5947" y="3548"/>
                    <a:pt x="5974" y="3548"/>
                  </a:cubicBezTo>
                  <a:lnTo>
                    <a:pt x="6457" y="3650"/>
                  </a:lnTo>
                  <a:cubicBezTo>
                    <a:pt x="6670" y="3706"/>
                    <a:pt x="6800" y="3910"/>
                    <a:pt x="6754" y="4123"/>
                  </a:cubicBezTo>
                  <a:cubicBezTo>
                    <a:pt x="6714" y="4316"/>
                    <a:pt x="6549" y="4439"/>
                    <a:pt x="6367" y="4439"/>
                  </a:cubicBezTo>
                  <a:cubicBezTo>
                    <a:pt x="6339" y="4439"/>
                    <a:pt x="6310" y="4436"/>
                    <a:pt x="6281" y="4430"/>
                  </a:cubicBezTo>
                  <a:lnTo>
                    <a:pt x="5807" y="4328"/>
                  </a:lnTo>
                  <a:cubicBezTo>
                    <a:pt x="5802" y="4326"/>
                    <a:pt x="5797" y="4325"/>
                    <a:pt x="5792" y="4325"/>
                  </a:cubicBezTo>
                  <a:cubicBezTo>
                    <a:pt x="5770" y="4325"/>
                    <a:pt x="5750" y="4340"/>
                    <a:pt x="5742" y="4355"/>
                  </a:cubicBezTo>
                  <a:cubicBezTo>
                    <a:pt x="5613" y="4689"/>
                    <a:pt x="5409" y="4977"/>
                    <a:pt x="5149" y="5218"/>
                  </a:cubicBezTo>
                  <a:cubicBezTo>
                    <a:pt x="5130" y="5237"/>
                    <a:pt x="5121" y="5264"/>
                    <a:pt x="5139" y="5292"/>
                  </a:cubicBezTo>
                  <a:lnTo>
                    <a:pt x="5399" y="5700"/>
                  </a:lnTo>
                  <a:cubicBezTo>
                    <a:pt x="5520" y="5886"/>
                    <a:pt x="5464" y="6127"/>
                    <a:pt x="5279" y="6248"/>
                  </a:cubicBezTo>
                  <a:cubicBezTo>
                    <a:pt x="5212" y="6291"/>
                    <a:pt x="5138" y="6312"/>
                    <a:pt x="5065" y="6312"/>
                  </a:cubicBezTo>
                  <a:cubicBezTo>
                    <a:pt x="4935" y="6312"/>
                    <a:pt x="4809" y="6246"/>
                    <a:pt x="4731" y="6127"/>
                  </a:cubicBezTo>
                  <a:lnTo>
                    <a:pt x="4472" y="5719"/>
                  </a:lnTo>
                  <a:cubicBezTo>
                    <a:pt x="4458" y="5705"/>
                    <a:pt x="4439" y="5697"/>
                    <a:pt x="4423" y="5697"/>
                  </a:cubicBezTo>
                  <a:cubicBezTo>
                    <a:pt x="4417" y="5697"/>
                    <a:pt x="4412" y="5698"/>
                    <a:pt x="4407" y="5700"/>
                  </a:cubicBezTo>
                  <a:cubicBezTo>
                    <a:pt x="4094" y="5822"/>
                    <a:pt x="3772" y="5887"/>
                    <a:pt x="3436" y="5887"/>
                  </a:cubicBezTo>
                  <a:cubicBezTo>
                    <a:pt x="3413" y="5887"/>
                    <a:pt x="3390" y="5887"/>
                    <a:pt x="3368" y="5886"/>
                  </a:cubicBezTo>
                  <a:cubicBezTo>
                    <a:pt x="3363" y="5884"/>
                    <a:pt x="3358" y="5884"/>
                    <a:pt x="3354" y="5884"/>
                  </a:cubicBezTo>
                  <a:cubicBezTo>
                    <a:pt x="3334" y="5884"/>
                    <a:pt x="3320" y="5900"/>
                    <a:pt x="3312" y="5923"/>
                  </a:cubicBezTo>
                  <a:lnTo>
                    <a:pt x="3210" y="6406"/>
                  </a:lnTo>
                  <a:cubicBezTo>
                    <a:pt x="3170" y="6590"/>
                    <a:pt x="3005" y="6712"/>
                    <a:pt x="2824" y="6712"/>
                  </a:cubicBezTo>
                  <a:cubicBezTo>
                    <a:pt x="2795" y="6712"/>
                    <a:pt x="2766" y="6709"/>
                    <a:pt x="2737" y="6702"/>
                  </a:cubicBezTo>
                  <a:cubicBezTo>
                    <a:pt x="2523" y="6656"/>
                    <a:pt x="2394" y="6452"/>
                    <a:pt x="2440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691"/>
                  </a:cubicBezTo>
                  <a:cubicBezTo>
                    <a:pt x="2180" y="5561"/>
                    <a:pt x="1883" y="5357"/>
                    <a:pt x="1642" y="5098"/>
                  </a:cubicBezTo>
                  <a:cubicBezTo>
                    <a:pt x="1633" y="5088"/>
                    <a:pt x="1624" y="5079"/>
                    <a:pt x="1605" y="5079"/>
                  </a:cubicBezTo>
                  <a:cubicBezTo>
                    <a:pt x="1596" y="5079"/>
                    <a:pt x="1587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42"/>
                    <a:pt x="548" y="4801"/>
                    <a:pt x="733" y="4680"/>
                  </a:cubicBezTo>
                  <a:lnTo>
                    <a:pt x="1151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65" y="3678"/>
                    <a:pt x="984" y="3316"/>
                  </a:cubicBezTo>
                  <a:cubicBezTo>
                    <a:pt x="984" y="3289"/>
                    <a:pt x="965" y="3270"/>
                    <a:pt x="946" y="3261"/>
                  </a:cubicBezTo>
                  <a:lnTo>
                    <a:pt x="464" y="3159"/>
                  </a:lnTo>
                  <a:cubicBezTo>
                    <a:pt x="362" y="3140"/>
                    <a:pt x="269" y="3075"/>
                    <a:pt x="214" y="2982"/>
                  </a:cubicBezTo>
                  <a:cubicBezTo>
                    <a:pt x="158" y="2899"/>
                    <a:pt x="139" y="2788"/>
                    <a:pt x="158" y="2686"/>
                  </a:cubicBezTo>
                  <a:cubicBezTo>
                    <a:pt x="186" y="2584"/>
                    <a:pt x="241" y="2491"/>
                    <a:pt x="334" y="2435"/>
                  </a:cubicBezTo>
                  <a:cubicBezTo>
                    <a:pt x="404" y="2393"/>
                    <a:pt x="479" y="2372"/>
                    <a:pt x="555" y="2372"/>
                  </a:cubicBezTo>
                  <a:cubicBezTo>
                    <a:pt x="580" y="2372"/>
                    <a:pt x="606" y="2375"/>
                    <a:pt x="631" y="2379"/>
                  </a:cubicBezTo>
                  <a:lnTo>
                    <a:pt x="1113" y="2491"/>
                  </a:lnTo>
                  <a:cubicBezTo>
                    <a:pt x="1141" y="2491"/>
                    <a:pt x="1160" y="2481"/>
                    <a:pt x="1169" y="2454"/>
                  </a:cubicBezTo>
                  <a:cubicBezTo>
                    <a:pt x="1308" y="2129"/>
                    <a:pt x="1512" y="1832"/>
                    <a:pt x="1772" y="1591"/>
                  </a:cubicBezTo>
                  <a:cubicBezTo>
                    <a:pt x="1791" y="1572"/>
                    <a:pt x="1791" y="1545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61"/>
                  </a:cubicBezTo>
                  <a:cubicBezTo>
                    <a:pt x="1700" y="521"/>
                    <a:pt x="1775" y="501"/>
                    <a:pt x="1849" y="501"/>
                  </a:cubicBezTo>
                  <a:cubicBezTo>
                    <a:pt x="1981" y="501"/>
                    <a:pt x="2109" y="563"/>
                    <a:pt x="2180" y="682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6" y="989"/>
                    <a:pt x="3142" y="931"/>
                    <a:pt x="3469" y="931"/>
                  </a:cubicBezTo>
                  <a:cubicBezTo>
                    <a:pt x="3494" y="931"/>
                    <a:pt x="3519" y="932"/>
                    <a:pt x="3544" y="932"/>
                  </a:cubicBezTo>
                  <a:cubicBezTo>
                    <a:pt x="3572" y="932"/>
                    <a:pt x="3600" y="914"/>
                    <a:pt x="3600" y="895"/>
                  </a:cubicBezTo>
                  <a:lnTo>
                    <a:pt x="3702" y="413"/>
                  </a:lnTo>
                  <a:cubicBezTo>
                    <a:pt x="3729" y="311"/>
                    <a:pt x="3794" y="218"/>
                    <a:pt x="3878" y="162"/>
                  </a:cubicBezTo>
                  <a:cubicBezTo>
                    <a:pt x="3947" y="121"/>
                    <a:pt x="4022" y="100"/>
                    <a:pt x="4098" y="100"/>
                  </a:cubicBezTo>
                  <a:close/>
                  <a:moveTo>
                    <a:pt x="4090" y="0"/>
                  </a:moveTo>
                  <a:cubicBezTo>
                    <a:pt x="3862" y="0"/>
                    <a:pt x="3655" y="163"/>
                    <a:pt x="3600" y="394"/>
                  </a:cubicBezTo>
                  <a:lnTo>
                    <a:pt x="3507" y="830"/>
                  </a:lnTo>
                  <a:cubicBezTo>
                    <a:pt x="3485" y="830"/>
                    <a:pt x="3464" y="829"/>
                    <a:pt x="3442" y="829"/>
                  </a:cubicBezTo>
                  <a:cubicBezTo>
                    <a:pt x="3122" y="829"/>
                    <a:pt x="2810" y="894"/>
                    <a:pt x="2514" y="1007"/>
                  </a:cubicBezTo>
                  <a:lnTo>
                    <a:pt x="2273" y="635"/>
                  </a:lnTo>
                  <a:cubicBezTo>
                    <a:pt x="2177" y="485"/>
                    <a:pt x="2010" y="401"/>
                    <a:pt x="1842" y="401"/>
                  </a:cubicBezTo>
                  <a:cubicBezTo>
                    <a:pt x="1751" y="401"/>
                    <a:pt x="1659" y="426"/>
                    <a:pt x="1577" y="478"/>
                  </a:cubicBezTo>
                  <a:cubicBezTo>
                    <a:pt x="1345" y="626"/>
                    <a:pt x="1280" y="942"/>
                    <a:pt x="1429" y="1173"/>
                  </a:cubicBezTo>
                  <a:lnTo>
                    <a:pt x="1670" y="1554"/>
                  </a:lnTo>
                  <a:cubicBezTo>
                    <a:pt x="1420" y="1786"/>
                    <a:pt x="1234" y="2064"/>
                    <a:pt x="1095" y="2379"/>
                  </a:cubicBezTo>
                  <a:lnTo>
                    <a:pt x="659" y="2287"/>
                  </a:lnTo>
                  <a:cubicBezTo>
                    <a:pt x="621" y="2279"/>
                    <a:pt x="582" y="2274"/>
                    <a:pt x="544" y="2274"/>
                  </a:cubicBezTo>
                  <a:cubicBezTo>
                    <a:pt x="450" y="2274"/>
                    <a:pt x="357" y="2299"/>
                    <a:pt x="279" y="2352"/>
                  </a:cubicBezTo>
                  <a:cubicBezTo>
                    <a:pt x="167" y="2426"/>
                    <a:pt x="84" y="2537"/>
                    <a:pt x="56" y="2667"/>
                  </a:cubicBezTo>
                  <a:cubicBezTo>
                    <a:pt x="0" y="2936"/>
                    <a:pt x="167" y="3205"/>
                    <a:pt x="445" y="3270"/>
                  </a:cubicBezTo>
                  <a:lnTo>
                    <a:pt x="881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7"/>
                  </a:lnTo>
                  <a:cubicBezTo>
                    <a:pt x="445" y="4745"/>
                    <a:pt x="381" y="5060"/>
                    <a:pt x="529" y="5292"/>
                  </a:cubicBezTo>
                  <a:cubicBezTo>
                    <a:pt x="624" y="5440"/>
                    <a:pt x="786" y="5520"/>
                    <a:pt x="952" y="5520"/>
                  </a:cubicBezTo>
                  <a:cubicBezTo>
                    <a:pt x="1046" y="5520"/>
                    <a:pt x="1141" y="5494"/>
                    <a:pt x="1225" y="5441"/>
                  </a:cubicBezTo>
                  <a:lnTo>
                    <a:pt x="1596" y="5200"/>
                  </a:lnTo>
                  <a:cubicBezTo>
                    <a:pt x="1837" y="5450"/>
                    <a:pt x="2115" y="5636"/>
                    <a:pt x="2431" y="5775"/>
                  </a:cubicBezTo>
                  <a:lnTo>
                    <a:pt x="2338" y="6211"/>
                  </a:lnTo>
                  <a:cubicBezTo>
                    <a:pt x="2273" y="6480"/>
                    <a:pt x="2449" y="6749"/>
                    <a:pt x="2718" y="6814"/>
                  </a:cubicBezTo>
                  <a:cubicBezTo>
                    <a:pt x="2755" y="6814"/>
                    <a:pt x="2792" y="6823"/>
                    <a:pt x="2820" y="6823"/>
                  </a:cubicBezTo>
                  <a:cubicBezTo>
                    <a:pt x="3052" y="6823"/>
                    <a:pt x="3266" y="6665"/>
                    <a:pt x="3312" y="6424"/>
                  </a:cubicBezTo>
                  <a:lnTo>
                    <a:pt x="3405" y="5988"/>
                  </a:lnTo>
                  <a:cubicBezTo>
                    <a:pt x="3427" y="5989"/>
                    <a:pt x="3449" y="5989"/>
                    <a:pt x="3471" y="5989"/>
                  </a:cubicBezTo>
                  <a:cubicBezTo>
                    <a:pt x="3798" y="5989"/>
                    <a:pt x="4102" y="5925"/>
                    <a:pt x="4407" y="5812"/>
                  </a:cubicBezTo>
                  <a:lnTo>
                    <a:pt x="4648" y="6183"/>
                  </a:lnTo>
                  <a:cubicBezTo>
                    <a:pt x="4743" y="6337"/>
                    <a:pt x="4903" y="6420"/>
                    <a:pt x="5067" y="6420"/>
                  </a:cubicBezTo>
                  <a:cubicBezTo>
                    <a:pt x="5158" y="6420"/>
                    <a:pt x="5251" y="6394"/>
                    <a:pt x="5334" y="6341"/>
                  </a:cubicBezTo>
                  <a:cubicBezTo>
                    <a:pt x="5566" y="6192"/>
                    <a:pt x="5640" y="5877"/>
                    <a:pt x="5483" y="5645"/>
                  </a:cubicBezTo>
                  <a:lnTo>
                    <a:pt x="5242" y="5274"/>
                  </a:lnTo>
                  <a:cubicBezTo>
                    <a:pt x="5492" y="5033"/>
                    <a:pt x="5687" y="4754"/>
                    <a:pt x="5826" y="4439"/>
                  </a:cubicBezTo>
                  <a:lnTo>
                    <a:pt x="6262" y="4532"/>
                  </a:lnTo>
                  <a:cubicBezTo>
                    <a:pt x="6300" y="4541"/>
                    <a:pt x="6338" y="4545"/>
                    <a:pt x="6375" y="4545"/>
                  </a:cubicBezTo>
                  <a:cubicBezTo>
                    <a:pt x="6602" y="4545"/>
                    <a:pt x="6808" y="4382"/>
                    <a:pt x="6856" y="4151"/>
                  </a:cubicBezTo>
                  <a:cubicBezTo>
                    <a:pt x="6911" y="3882"/>
                    <a:pt x="6744" y="3613"/>
                    <a:pt x="6475" y="3558"/>
                  </a:cubicBezTo>
                  <a:lnTo>
                    <a:pt x="6039" y="3456"/>
                  </a:lnTo>
                  <a:cubicBezTo>
                    <a:pt x="6049" y="3122"/>
                    <a:pt x="5984" y="2788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40" y="1767"/>
                    <a:pt x="6383" y="1535"/>
                  </a:cubicBezTo>
                  <a:cubicBezTo>
                    <a:pt x="6286" y="1385"/>
                    <a:pt x="6124" y="1301"/>
                    <a:pt x="5958" y="1301"/>
                  </a:cubicBezTo>
                  <a:cubicBezTo>
                    <a:pt x="5868" y="1301"/>
                    <a:pt x="5778" y="1325"/>
                    <a:pt x="5696" y="1378"/>
                  </a:cubicBezTo>
                  <a:lnTo>
                    <a:pt x="5316" y="1619"/>
                  </a:lnTo>
                  <a:cubicBezTo>
                    <a:pt x="5084" y="1378"/>
                    <a:pt x="4806" y="1183"/>
                    <a:pt x="4490" y="1044"/>
                  </a:cubicBezTo>
                  <a:lnTo>
                    <a:pt x="4583" y="608"/>
                  </a:lnTo>
                  <a:cubicBezTo>
                    <a:pt x="4639" y="339"/>
                    <a:pt x="4472" y="70"/>
                    <a:pt x="4203" y="14"/>
                  </a:cubicBezTo>
                  <a:cubicBezTo>
                    <a:pt x="4165" y="5"/>
                    <a:pt x="4127" y="0"/>
                    <a:pt x="40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>
              <a:extLst>
                <a:ext uri="{FF2B5EF4-FFF2-40B4-BE49-F238E27FC236}">
                  <a16:creationId xmlns:a16="http://schemas.microsoft.com/office/drawing/2014/main" id="{1D1B751D-E89E-5F18-5508-57CD98411CEE}"/>
                </a:ext>
              </a:extLst>
            </p:cNvPr>
            <p:cNvSpPr/>
            <p:nvPr/>
          </p:nvSpPr>
          <p:spPr>
            <a:xfrm>
              <a:off x="6714260" y="2368295"/>
              <a:ext cx="344437" cy="340436"/>
            </a:xfrm>
            <a:custGeom>
              <a:avLst/>
              <a:gdLst/>
              <a:ahLst/>
              <a:cxnLst/>
              <a:rect l="l" t="t" r="r" b="b"/>
              <a:pathLst>
                <a:path w="6801" h="6722" extrusionOk="0">
                  <a:moveTo>
                    <a:pt x="3401" y="1531"/>
                  </a:moveTo>
                  <a:cubicBezTo>
                    <a:pt x="4004" y="1531"/>
                    <a:pt x="4595" y="1828"/>
                    <a:pt x="4945" y="2368"/>
                  </a:cubicBezTo>
                  <a:cubicBezTo>
                    <a:pt x="5492" y="3222"/>
                    <a:pt x="5242" y="4354"/>
                    <a:pt x="4389" y="4901"/>
                  </a:cubicBezTo>
                  <a:cubicBezTo>
                    <a:pt x="4082" y="5098"/>
                    <a:pt x="3739" y="5191"/>
                    <a:pt x="3401" y="5191"/>
                  </a:cubicBezTo>
                  <a:cubicBezTo>
                    <a:pt x="2798" y="5191"/>
                    <a:pt x="2210" y="4894"/>
                    <a:pt x="1865" y="4354"/>
                  </a:cubicBezTo>
                  <a:cubicBezTo>
                    <a:pt x="1318" y="3500"/>
                    <a:pt x="1559" y="2368"/>
                    <a:pt x="2413" y="1821"/>
                  </a:cubicBezTo>
                  <a:cubicBezTo>
                    <a:pt x="2719" y="1624"/>
                    <a:pt x="3062" y="1531"/>
                    <a:pt x="3401" y="1531"/>
                  </a:cubicBezTo>
                  <a:close/>
                  <a:moveTo>
                    <a:pt x="4031" y="1"/>
                  </a:moveTo>
                  <a:cubicBezTo>
                    <a:pt x="3826" y="1"/>
                    <a:pt x="3640" y="147"/>
                    <a:pt x="3600" y="355"/>
                  </a:cubicBezTo>
                  <a:lnTo>
                    <a:pt x="3489" y="838"/>
                  </a:lnTo>
                  <a:cubicBezTo>
                    <a:pt x="3449" y="836"/>
                    <a:pt x="3410" y="835"/>
                    <a:pt x="3370" y="835"/>
                  </a:cubicBezTo>
                  <a:cubicBezTo>
                    <a:pt x="3056" y="835"/>
                    <a:pt x="2736" y="900"/>
                    <a:pt x="2431" y="1023"/>
                  </a:cubicBezTo>
                  <a:lnTo>
                    <a:pt x="2171" y="615"/>
                  </a:lnTo>
                  <a:cubicBezTo>
                    <a:pt x="2082" y="478"/>
                    <a:pt x="1940" y="406"/>
                    <a:pt x="1793" y="406"/>
                  </a:cubicBezTo>
                  <a:cubicBezTo>
                    <a:pt x="1711" y="406"/>
                    <a:pt x="1627" y="429"/>
                    <a:pt x="1550" y="476"/>
                  </a:cubicBezTo>
                  <a:cubicBezTo>
                    <a:pt x="1346" y="606"/>
                    <a:pt x="1281" y="884"/>
                    <a:pt x="1411" y="1097"/>
                  </a:cubicBezTo>
                  <a:lnTo>
                    <a:pt x="1680" y="1506"/>
                  </a:lnTo>
                  <a:cubicBezTo>
                    <a:pt x="1411" y="1756"/>
                    <a:pt x="1197" y="2062"/>
                    <a:pt x="1067" y="2387"/>
                  </a:cubicBezTo>
                  <a:lnTo>
                    <a:pt x="585" y="2285"/>
                  </a:lnTo>
                  <a:cubicBezTo>
                    <a:pt x="552" y="2277"/>
                    <a:pt x="519" y="2274"/>
                    <a:pt x="487" y="2274"/>
                  </a:cubicBezTo>
                  <a:cubicBezTo>
                    <a:pt x="282" y="2274"/>
                    <a:pt x="96" y="2420"/>
                    <a:pt x="56" y="2628"/>
                  </a:cubicBezTo>
                  <a:cubicBezTo>
                    <a:pt x="1" y="2869"/>
                    <a:pt x="149" y="3110"/>
                    <a:pt x="400" y="3166"/>
                  </a:cubicBezTo>
                  <a:lnTo>
                    <a:pt x="873" y="3268"/>
                  </a:lnTo>
                  <a:cubicBezTo>
                    <a:pt x="863" y="3621"/>
                    <a:pt x="919" y="3982"/>
                    <a:pt x="1067" y="4326"/>
                  </a:cubicBezTo>
                  <a:lnTo>
                    <a:pt x="650" y="4595"/>
                  </a:lnTo>
                  <a:cubicBezTo>
                    <a:pt x="446" y="4725"/>
                    <a:pt x="381" y="5003"/>
                    <a:pt x="520" y="5207"/>
                  </a:cubicBezTo>
                  <a:cubicBezTo>
                    <a:pt x="603" y="5344"/>
                    <a:pt x="747" y="5416"/>
                    <a:pt x="894" y="5416"/>
                  </a:cubicBezTo>
                  <a:cubicBezTo>
                    <a:pt x="976" y="5416"/>
                    <a:pt x="1059" y="5393"/>
                    <a:pt x="1132" y="5346"/>
                  </a:cubicBezTo>
                  <a:lnTo>
                    <a:pt x="1550" y="5086"/>
                  </a:lnTo>
                  <a:cubicBezTo>
                    <a:pt x="1800" y="5355"/>
                    <a:pt x="2106" y="5560"/>
                    <a:pt x="2431" y="5699"/>
                  </a:cubicBezTo>
                  <a:lnTo>
                    <a:pt x="2329" y="6172"/>
                  </a:lnTo>
                  <a:cubicBezTo>
                    <a:pt x="2273" y="6413"/>
                    <a:pt x="2431" y="6654"/>
                    <a:pt x="2672" y="6710"/>
                  </a:cubicBezTo>
                  <a:cubicBezTo>
                    <a:pt x="2705" y="6717"/>
                    <a:pt x="2738" y="6721"/>
                    <a:pt x="2770" y="6721"/>
                  </a:cubicBezTo>
                  <a:cubicBezTo>
                    <a:pt x="2976" y="6721"/>
                    <a:pt x="3161" y="6575"/>
                    <a:pt x="3201" y="6367"/>
                  </a:cubicBezTo>
                  <a:lnTo>
                    <a:pt x="3312" y="5884"/>
                  </a:lnTo>
                  <a:cubicBezTo>
                    <a:pt x="3352" y="5886"/>
                    <a:pt x="3391" y="5887"/>
                    <a:pt x="3431" y="5887"/>
                  </a:cubicBezTo>
                  <a:cubicBezTo>
                    <a:pt x="3746" y="5887"/>
                    <a:pt x="4065" y="5822"/>
                    <a:pt x="4370" y="5699"/>
                  </a:cubicBezTo>
                  <a:lnTo>
                    <a:pt x="4630" y="6107"/>
                  </a:lnTo>
                  <a:cubicBezTo>
                    <a:pt x="4719" y="6243"/>
                    <a:pt x="4865" y="6315"/>
                    <a:pt x="5012" y="6315"/>
                  </a:cubicBezTo>
                  <a:cubicBezTo>
                    <a:pt x="5095" y="6315"/>
                    <a:pt x="5178" y="6293"/>
                    <a:pt x="5251" y="6246"/>
                  </a:cubicBezTo>
                  <a:cubicBezTo>
                    <a:pt x="5465" y="6116"/>
                    <a:pt x="5520" y="5838"/>
                    <a:pt x="5390" y="5624"/>
                  </a:cubicBezTo>
                  <a:lnTo>
                    <a:pt x="5121" y="5216"/>
                  </a:lnTo>
                  <a:cubicBezTo>
                    <a:pt x="5390" y="4957"/>
                    <a:pt x="5604" y="4660"/>
                    <a:pt x="5734" y="4326"/>
                  </a:cubicBezTo>
                  <a:lnTo>
                    <a:pt x="6216" y="4437"/>
                  </a:lnTo>
                  <a:cubicBezTo>
                    <a:pt x="6246" y="4443"/>
                    <a:pt x="6275" y="4445"/>
                    <a:pt x="6305" y="4445"/>
                  </a:cubicBezTo>
                  <a:cubicBezTo>
                    <a:pt x="6514" y="4445"/>
                    <a:pt x="6705" y="4305"/>
                    <a:pt x="6754" y="4094"/>
                  </a:cubicBezTo>
                  <a:cubicBezTo>
                    <a:pt x="6800" y="3853"/>
                    <a:pt x="6652" y="3611"/>
                    <a:pt x="6411" y="3556"/>
                  </a:cubicBezTo>
                  <a:lnTo>
                    <a:pt x="5928" y="3454"/>
                  </a:lnTo>
                  <a:cubicBezTo>
                    <a:pt x="5938" y="3101"/>
                    <a:pt x="5882" y="2739"/>
                    <a:pt x="5734" y="2396"/>
                  </a:cubicBezTo>
                  <a:lnTo>
                    <a:pt x="6151" y="2127"/>
                  </a:lnTo>
                  <a:cubicBezTo>
                    <a:pt x="6355" y="1997"/>
                    <a:pt x="6420" y="1719"/>
                    <a:pt x="6290" y="1515"/>
                  </a:cubicBezTo>
                  <a:cubicBezTo>
                    <a:pt x="6201" y="1378"/>
                    <a:pt x="6055" y="1306"/>
                    <a:pt x="5908" y="1306"/>
                  </a:cubicBezTo>
                  <a:cubicBezTo>
                    <a:pt x="5825" y="1306"/>
                    <a:pt x="5742" y="1329"/>
                    <a:pt x="5669" y="1376"/>
                  </a:cubicBezTo>
                  <a:lnTo>
                    <a:pt x="5251" y="1635"/>
                  </a:lnTo>
                  <a:cubicBezTo>
                    <a:pt x="5001" y="1366"/>
                    <a:pt x="4704" y="1162"/>
                    <a:pt x="4370" y="1023"/>
                  </a:cubicBezTo>
                  <a:lnTo>
                    <a:pt x="4472" y="550"/>
                  </a:lnTo>
                  <a:cubicBezTo>
                    <a:pt x="4528" y="300"/>
                    <a:pt x="4370" y="68"/>
                    <a:pt x="4129" y="12"/>
                  </a:cubicBezTo>
                  <a:cubicBezTo>
                    <a:pt x="4096" y="5"/>
                    <a:pt x="4063" y="1"/>
                    <a:pt x="40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4" name="Google Shape;1604;p30">
              <a:extLst>
                <a:ext uri="{FF2B5EF4-FFF2-40B4-BE49-F238E27FC236}">
                  <a16:creationId xmlns:a16="http://schemas.microsoft.com/office/drawing/2014/main" id="{6208AFD9-E475-ADE7-B5EC-856AE2553ECD}"/>
                </a:ext>
              </a:extLst>
            </p:cNvPr>
            <p:cNvSpPr/>
            <p:nvPr/>
          </p:nvSpPr>
          <p:spPr>
            <a:xfrm>
              <a:off x="6711474" y="2365864"/>
              <a:ext cx="348640" cy="345551"/>
            </a:xfrm>
            <a:custGeom>
              <a:avLst/>
              <a:gdLst/>
              <a:ahLst/>
              <a:cxnLst/>
              <a:rect l="l" t="t" r="r" b="b"/>
              <a:pathLst>
                <a:path w="6884" h="6823" extrusionOk="0">
                  <a:moveTo>
                    <a:pt x="3453" y="1632"/>
                  </a:moveTo>
                  <a:cubicBezTo>
                    <a:pt x="3582" y="1632"/>
                    <a:pt x="3712" y="1646"/>
                    <a:pt x="3841" y="1674"/>
                  </a:cubicBezTo>
                  <a:cubicBezTo>
                    <a:pt x="4304" y="1776"/>
                    <a:pt x="4694" y="2055"/>
                    <a:pt x="4954" y="2453"/>
                  </a:cubicBezTo>
                  <a:cubicBezTo>
                    <a:pt x="5214" y="2852"/>
                    <a:pt x="5297" y="3325"/>
                    <a:pt x="5195" y="3789"/>
                  </a:cubicBezTo>
                  <a:cubicBezTo>
                    <a:pt x="5093" y="4253"/>
                    <a:pt x="4815" y="4652"/>
                    <a:pt x="4416" y="4902"/>
                  </a:cubicBezTo>
                  <a:cubicBezTo>
                    <a:pt x="4117" y="5094"/>
                    <a:pt x="3782" y="5186"/>
                    <a:pt x="3450" y="5186"/>
                  </a:cubicBezTo>
                  <a:cubicBezTo>
                    <a:pt x="2866" y="5186"/>
                    <a:pt x="2295" y="4901"/>
                    <a:pt x="1957" y="4374"/>
                  </a:cubicBezTo>
                  <a:cubicBezTo>
                    <a:pt x="1429" y="3548"/>
                    <a:pt x="1670" y="2444"/>
                    <a:pt x="2495" y="1915"/>
                  </a:cubicBezTo>
                  <a:cubicBezTo>
                    <a:pt x="2784" y="1728"/>
                    <a:pt x="3116" y="1632"/>
                    <a:pt x="3453" y="1632"/>
                  </a:cubicBezTo>
                  <a:close/>
                  <a:moveTo>
                    <a:pt x="3449" y="1526"/>
                  </a:moveTo>
                  <a:cubicBezTo>
                    <a:pt x="3095" y="1526"/>
                    <a:pt x="2748" y="1628"/>
                    <a:pt x="2440" y="1823"/>
                  </a:cubicBezTo>
                  <a:cubicBezTo>
                    <a:pt x="1568" y="2389"/>
                    <a:pt x="1308" y="3557"/>
                    <a:pt x="1874" y="4429"/>
                  </a:cubicBezTo>
                  <a:cubicBezTo>
                    <a:pt x="2236" y="4986"/>
                    <a:pt x="2839" y="5292"/>
                    <a:pt x="3460" y="5292"/>
                  </a:cubicBezTo>
                  <a:cubicBezTo>
                    <a:pt x="3803" y="5292"/>
                    <a:pt x="4156" y="5199"/>
                    <a:pt x="4471" y="4995"/>
                  </a:cubicBezTo>
                  <a:cubicBezTo>
                    <a:pt x="4898" y="4726"/>
                    <a:pt x="5186" y="4300"/>
                    <a:pt x="5297" y="3808"/>
                  </a:cubicBezTo>
                  <a:cubicBezTo>
                    <a:pt x="5399" y="3316"/>
                    <a:pt x="5316" y="2815"/>
                    <a:pt x="5037" y="2389"/>
                  </a:cubicBezTo>
                  <a:cubicBezTo>
                    <a:pt x="4768" y="1971"/>
                    <a:pt x="4351" y="1674"/>
                    <a:pt x="3859" y="1572"/>
                  </a:cubicBezTo>
                  <a:cubicBezTo>
                    <a:pt x="3722" y="1541"/>
                    <a:pt x="3585" y="1526"/>
                    <a:pt x="3449" y="1526"/>
                  </a:cubicBezTo>
                  <a:close/>
                  <a:moveTo>
                    <a:pt x="4080" y="103"/>
                  </a:moveTo>
                  <a:cubicBezTo>
                    <a:pt x="4111" y="103"/>
                    <a:pt x="4143" y="107"/>
                    <a:pt x="4175" y="116"/>
                  </a:cubicBezTo>
                  <a:cubicBezTo>
                    <a:pt x="4388" y="162"/>
                    <a:pt x="4527" y="375"/>
                    <a:pt x="4481" y="589"/>
                  </a:cubicBezTo>
                  <a:lnTo>
                    <a:pt x="4379" y="1062"/>
                  </a:lnTo>
                  <a:cubicBezTo>
                    <a:pt x="4369" y="1090"/>
                    <a:pt x="4388" y="1118"/>
                    <a:pt x="4406" y="1127"/>
                  </a:cubicBezTo>
                  <a:cubicBezTo>
                    <a:pt x="4740" y="1257"/>
                    <a:pt x="5028" y="1461"/>
                    <a:pt x="5269" y="1721"/>
                  </a:cubicBezTo>
                  <a:cubicBezTo>
                    <a:pt x="5281" y="1732"/>
                    <a:pt x="5296" y="1740"/>
                    <a:pt x="5310" y="1740"/>
                  </a:cubicBezTo>
                  <a:cubicBezTo>
                    <a:pt x="5319" y="1740"/>
                    <a:pt x="5327" y="1737"/>
                    <a:pt x="5334" y="1730"/>
                  </a:cubicBezTo>
                  <a:lnTo>
                    <a:pt x="5752" y="1470"/>
                  </a:lnTo>
                  <a:cubicBezTo>
                    <a:pt x="5818" y="1427"/>
                    <a:pt x="5892" y="1406"/>
                    <a:pt x="5965" y="1406"/>
                  </a:cubicBezTo>
                  <a:cubicBezTo>
                    <a:pt x="6095" y="1406"/>
                    <a:pt x="6222" y="1472"/>
                    <a:pt x="6299" y="1591"/>
                  </a:cubicBezTo>
                  <a:cubicBezTo>
                    <a:pt x="6419" y="1776"/>
                    <a:pt x="6364" y="2017"/>
                    <a:pt x="6178" y="2138"/>
                  </a:cubicBezTo>
                  <a:lnTo>
                    <a:pt x="5770" y="2398"/>
                  </a:lnTo>
                  <a:cubicBezTo>
                    <a:pt x="5742" y="2416"/>
                    <a:pt x="5742" y="2444"/>
                    <a:pt x="5752" y="2463"/>
                  </a:cubicBezTo>
                  <a:cubicBezTo>
                    <a:pt x="5881" y="2797"/>
                    <a:pt x="5946" y="3140"/>
                    <a:pt x="5937" y="3502"/>
                  </a:cubicBezTo>
                  <a:cubicBezTo>
                    <a:pt x="5928" y="3530"/>
                    <a:pt x="5946" y="3548"/>
                    <a:pt x="5974" y="3557"/>
                  </a:cubicBezTo>
                  <a:lnTo>
                    <a:pt x="6457" y="3659"/>
                  </a:lnTo>
                  <a:cubicBezTo>
                    <a:pt x="6559" y="3678"/>
                    <a:pt x="6642" y="3743"/>
                    <a:pt x="6698" y="3836"/>
                  </a:cubicBezTo>
                  <a:cubicBezTo>
                    <a:pt x="6763" y="3919"/>
                    <a:pt x="6781" y="4030"/>
                    <a:pt x="6753" y="4133"/>
                  </a:cubicBezTo>
                  <a:cubicBezTo>
                    <a:pt x="6713" y="4317"/>
                    <a:pt x="6549" y="4439"/>
                    <a:pt x="6367" y="4439"/>
                  </a:cubicBezTo>
                  <a:cubicBezTo>
                    <a:pt x="6339" y="4439"/>
                    <a:pt x="6309" y="4436"/>
                    <a:pt x="6280" y="4429"/>
                  </a:cubicBezTo>
                  <a:lnTo>
                    <a:pt x="5807" y="4327"/>
                  </a:lnTo>
                  <a:cubicBezTo>
                    <a:pt x="5779" y="4327"/>
                    <a:pt x="5752" y="4337"/>
                    <a:pt x="5742" y="4364"/>
                  </a:cubicBezTo>
                  <a:cubicBezTo>
                    <a:pt x="5603" y="4689"/>
                    <a:pt x="5408" y="4986"/>
                    <a:pt x="5139" y="5227"/>
                  </a:cubicBezTo>
                  <a:cubicBezTo>
                    <a:pt x="5121" y="5246"/>
                    <a:pt x="5121" y="5274"/>
                    <a:pt x="5139" y="5292"/>
                  </a:cubicBezTo>
                  <a:lnTo>
                    <a:pt x="5399" y="5700"/>
                  </a:lnTo>
                  <a:cubicBezTo>
                    <a:pt x="5455" y="5793"/>
                    <a:pt x="5473" y="5895"/>
                    <a:pt x="5455" y="6006"/>
                  </a:cubicBezTo>
                  <a:cubicBezTo>
                    <a:pt x="5427" y="6108"/>
                    <a:pt x="5371" y="6192"/>
                    <a:pt x="5278" y="6248"/>
                  </a:cubicBezTo>
                  <a:cubicBezTo>
                    <a:pt x="5211" y="6288"/>
                    <a:pt x="5138" y="6314"/>
                    <a:pt x="5063" y="6314"/>
                  </a:cubicBezTo>
                  <a:cubicBezTo>
                    <a:pt x="5036" y="6314"/>
                    <a:pt x="5009" y="6311"/>
                    <a:pt x="4982" y="6303"/>
                  </a:cubicBezTo>
                  <a:cubicBezTo>
                    <a:pt x="4880" y="6285"/>
                    <a:pt x="4787" y="6220"/>
                    <a:pt x="4731" y="6127"/>
                  </a:cubicBezTo>
                  <a:lnTo>
                    <a:pt x="4462" y="5719"/>
                  </a:lnTo>
                  <a:cubicBezTo>
                    <a:pt x="4455" y="5705"/>
                    <a:pt x="4439" y="5697"/>
                    <a:pt x="4423" y="5697"/>
                  </a:cubicBezTo>
                  <a:cubicBezTo>
                    <a:pt x="4417" y="5697"/>
                    <a:pt x="4411" y="5698"/>
                    <a:pt x="4406" y="5700"/>
                  </a:cubicBezTo>
                  <a:cubicBezTo>
                    <a:pt x="4096" y="5830"/>
                    <a:pt x="3770" y="5887"/>
                    <a:pt x="3442" y="5887"/>
                  </a:cubicBezTo>
                  <a:cubicBezTo>
                    <a:pt x="3417" y="5887"/>
                    <a:pt x="3392" y="5886"/>
                    <a:pt x="3367" y="5886"/>
                  </a:cubicBezTo>
                  <a:cubicBezTo>
                    <a:pt x="3340" y="5886"/>
                    <a:pt x="3321" y="5904"/>
                    <a:pt x="3312" y="5923"/>
                  </a:cubicBezTo>
                  <a:lnTo>
                    <a:pt x="3210" y="6405"/>
                  </a:lnTo>
                  <a:cubicBezTo>
                    <a:pt x="3182" y="6507"/>
                    <a:pt x="3126" y="6600"/>
                    <a:pt x="3033" y="6656"/>
                  </a:cubicBezTo>
                  <a:cubicBezTo>
                    <a:pt x="2971" y="6698"/>
                    <a:pt x="2893" y="6718"/>
                    <a:pt x="2814" y="6718"/>
                  </a:cubicBezTo>
                  <a:cubicBezTo>
                    <a:pt x="2788" y="6718"/>
                    <a:pt x="2762" y="6716"/>
                    <a:pt x="2737" y="6711"/>
                  </a:cubicBezTo>
                  <a:cubicBezTo>
                    <a:pt x="2635" y="6684"/>
                    <a:pt x="2542" y="6619"/>
                    <a:pt x="2486" y="6535"/>
                  </a:cubicBezTo>
                  <a:cubicBezTo>
                    <a:pt x="2431" y="6442"/>
                    <a:pt x="2412" y="6340"/>
                    <a:pt x="2431" y="6229"/>
                  </a:cubicBezTo>
                  <a:lnTo>
                    <a:pt x="2542" y="5756"/>
                  </a:lnTo>
                  <a:cubicBezTo>
                    <a:pt x="2542" y="5728"/>
                    <a:pt x="2533" y="5700"/>
                    <a:pt x="2505" y="5700"/>
                  </a:cubicBezTo>
                  <a:cubicBezTo>
                    <a:pt x="2171" y="5561"/>
                    <a:pt x="1883" y="5357"/>
                    <a:pt x="1642" y="5097"/>
                  </a:cubicBezTo>
                  <a:cubicBezTo>
                    <a:pt x="1633" y="5088"/>
                    <a:pt x="1614" y="5079"/>
                    <a:pt x="1605" y="5079"/>
                  </a:cubicBezTo>
                  <a:cubicBezTo>
                    <a:pt x="1596" y="5079"/>
                    <a:pt x="1586" y="5079"/>
                    <a:pt x="1577" y="5088"/>
                  </a:cubicBezTo>
                  <a:lnTo>
                    <a:pt x="1169" y="5348"/>
                  </a:lnTo>
                  <a:cubicBezTo>
                    <a:pt x="1102" y="5391"/>
                    <a:pt x="1027" y="5412"/>
                    <a:pt x="953" y="5412"/>
                  </a:cubicBezTo>
                  <a:cubicBezTo>
                    <a:pt x="820" y="5412"/>
                    <a:pt x="690" y="5346"/>
                    <a:pt x="612" y="5227"/>
                  </a:cubicBezTo>
                  <a:cubicBezTo>
                    <a:pt x="501" y="5051"/>
                    <a:pt x="547" y="4800"/>
                    <a:pt x="733" y="4680"/>
                  </a:cubicBezTo>
                  <a:lnTo>
                    <a:pt x="1150" y="4420"/>
                  </a:lnTo>
                  <a:cubicBezTo>
                    <a:pt x="1169" y="4402"/>
                    <a:pt x="1178" y="4374"/>
                    <a:pt x="1169" y="4355"/>
                  </a:cubicBezTo>
                  <a:cubicBezTo>
                    <a:pt x="1030" y="4021"/>
                    <a:pt x="974" y="3678"/>
                    <a:pt x="983" y="3316"/>
                  </a:cubicBezTo>
                  <a:cubicBezTo>
                    <a:pt x="983" y="3298"/>
                    <a:pt x="965" y="3270"/>
                    <a:pt x="946" y="3270"/>
                  </a:cubicBezTo>
                  <a:lnTo>
                    <a:pt x="464" y="3158"/>
                  </a:lnTo>
                  <a:cubicBezTo>
                    <a:pt x="250" y="3112"/>
                    <a:pt x="111" y="2899"/>
                    <a:pt x="158" y="2685"/>
                  </a:cubicBezTo>
                  <a:cubicBezTo>
                    <a:pt x="198" y="2501"/>
                    <a:pt x="362" y="2379"/>
                    <a:pt x="544" y="2379"/>
                  </a:cubicBezTo>
                  <a:cubicBezTo>
                    <a:pt x="573" y="2379"/>
                    <a:pt x="602" y="2382"/>
                    <a:pt x="631" y="2389"/>
                  </a:cubicBezTo>
                  <a:lnTo>
                    <a:pt x="1113" y="2491"/>
                  </a:lnTo>
                  <a:cubicBezTo>
                    <a:pt x="1132" y="2491"/>
                    <a:pt x="1160" y="2481"/>
                    <a:pt x="1169" y="2463"/>
                  </a:cubicBezTo>
                  <a:cubicBezTo>
                    <a:pt x="1308" y="2129"/>
                    <a:pt x="1512" y="1841"/>
                    <a:pt x="1772" y="1591"/>
                  </a:cubicBezTo>
                  <a:cubicBezTo>
                    <a:pt x="1790" y="1581"/>
                    <a:pt x="1790" y="1554"/>
                    <a:pt x="1781" y="1526"/>
                  </a:cubicBezTo>
                  <a:lnTo>
                    <a:pt x="1512" y="1118"/>
                  </a:lnTo>
                  <a:cubicBezTo>
                    <a:pt x="1401" y="932"/>
                    <a:pt x="1447" y="682"/>
                    <a:pt x="1633" y="570"/>
                  </a:cubicBezTo>
                  <a:cubicBezTo>
                    <a:pt x="1702" y="529"/>
                    <a:pt x="1777" y="508"/>
                    <a:pt x="1853" y="508"/>
                  </a:cubicBezTo>
                  <a:cubicBezTo>
                    <a:pt x="1879" y="508"/>
                    <a:pt x="1904" y="510"/>
                    <a:pt x="1930" y="515"/>
                  </a:cubicBezTo>
                  <a:cubicBezTo>
                    <a:pt x="2041" y="533"/>
                    <a:pt x="2124" y="598"/>
                    <a:pt x="2180" y="691"/>
                  </a:cubicBezTo>
                  <a:lnTo>
                    <a:pt x="2449" y="1099"/>
                  </a:lnTo>
                  <a:cubicBezTo>
                    <a:pt x="2456" y="1113"/>
                    <a:pt x="2473" y="1121"/>
                    <a:pt x="2492" y="1121"/>
                  </a:cubicBezTo>
                  <a:cubicBezTo>
                    <a:pt x="2499" y="1121"/>
                    <a:pt x="2507" y="1120"/>
                    <a:pt x="2514" y="1118"/>
                  </a:cubicBezTo>
                  <a:cubicBezTo>
                    <a:pt x="2818" y="996"/>
                    <a:pt x="3147" y="931"/>
                    <a:pt x="3477" y="931"/>
                  </a:cubicBezTo>
                  <a:cubicBezTo>
                    <a:pt x="3499" y="931"/>
                    <a:pt x="3522" y="931"/>
                    <a:pt x="3544" y="932"/>
                  </a:cubicBezTo>
                  <a:cubicBezTo>
                    <a:pt x="3549" y="934"/>
                    <a:pt x="3553" y="934"/>
                    <a:pt x="3558" y="934"/>
                  </a:cubicBezTo>
                  <a:cubicBezTo>
                    <a:pt x="3578" y="934"/>
                    <a:pt x="3592" y="918"/>
                    <a:pt x="3599" y="895"/>
                  </a:cubicBezTo>
                  <a:lnTo>
                    <a:pt x="3701" y="413"/>
                  </a:lnTo>
                  <a:cubicBezTo>
                    <a:pt x="3729" y="311"/>
                    <a:pt x="3785" y="227"/>
                    <a:pt x="3878" y="162"/>
                  </a:cubicBezTo>
                  <a:cubicBezTo>
                    <a:pt x="3942" y="124"/>
                    <a:pt x="4010" y="103"/>
                    <a:pt x="4080" y="103"/>
                  </a:cubicBezTo>
                  <a:close/>
                  <a:moveTo>
                    <a:pt x="4086" y="0"/>
                  </a:moveTo>
                  <a:cubicBezTo>
                    <a:pt x="3855" y="0"/>
                    <a:pt x="3655" y="163"/>
                    <a:pt x="3599" y="394"/>
                  </a:cubicBezTo>
                  <a:lnTo>
                    <a:pt x="3507" y="830"/>
                  </a:lnTo>
                  <a:cubicBezTo>
                    <a:pt x="3485" y="829"/>
                    <a:pt x="3463" y="829"/>
                    <a:pt x="3442" y="829"/>
                  </a:cubicBezTo>
                  <a:cubicBezTo>
                    <a:pt x="3121" y="829"/>
                    <a:pt x="2810" y="893"/>
                    <a:pt x="2514" y="1006"/>
                  </a:cubicBezTo>
                  <a:lnTo>
                    <a:pt x="2273" y="635"/>
                  </a:lnTo>
                  <a:cubicBezTo>
                    <a:pt x="2199" y="524"/>
                    <a:pt x="2087" y="440"/>
                    <a:pt x="1957" y="413"/>
                  </a:cubicBezTo>
                  <a:cubicBezTo>
                    <a:pt x="1923" y="405"/>
                    <a:pt x="1889" y="402"/>
                    <a:pt x="1854" y="402"/>
                  </a:cubicBezTo>
                  <a:cubicBezTo>
                    <a:pt x="1757" y="402"/>
                    <a:pt x="1659" y="430"/>
                    <a:pt x="1577" y="478"/>
                  </a:cubicBezTo>
                  <a:cubicBezTo>
                    <a:pt x="1345" y="626"/>
                    <a:pt x="1280" y="941"/>
                    <a:pt x="1429" y="1173"/>
                  </a:cubicBezTo>
                  <a:lnTo>
                    <a:pt x="1670" y="1554"/>
                  </a:lnTo>
                  <a:cubicBezTo>
                    <a:pt x="1419" y="1786"/>
                    <a:pt x="1225" y="2064"/>
                    <a:pt x="1095" y="2379"/>
                  </a:cubicBezTo>
                  <a:lnTo>
                    <a:pt x="659" y="2286"/>
                  </a:lnTo>
                  <a:cubicBezTo>
                    <a:pt x="619" y="2277"/>
                    <a:pt x="581" y="2273"/>
                    <a:pt x="542" y="2273"/>
                  </a:cubicBezTo>
                  <a:cubicBezTo>
                    <a:pt x="309" y="2273"/>
                    <a:pt x="103" y="2436"/>
                    <a:pt x="56" y="2667"/>
                  </a:cubicBezTo>
                  <a:cubicBezTo>
                    <a:pt x="0" y="2936"/>
                    <a:pt x="167" y="3205"/>
                    <a:pt x="436" y="3261"/>
                  </a:cubicBezTo>
                  <a:lnTo>
                    <a:pt x="872" y="3363"/>
                  </a:lnTo>
                  <a:cubicBezTo>
                    <a:pt x="872" y="3706"/>
                    <a:pt x="928" y="4040"/>
                    <a:pt x="1058" y="4355"/>
                  </a:cubicBezTo>
                  <a:lnTo>
                    <a:pt x="677" y="4596"/>
                  </a:lnTo>
                  <a:cubicBezTo>
                    <a:pt x="445" y="4745"/>
                    <a:pt x="380" y="5051"/>
                    <a:pt x="529" y="5292"/>
                  </a:cubicBezTo>
                  <a:cubicBezTo>
                    <a:pt x="623" y="5440"/>
                    <a:pt x="782" y="5520"/>
                    <a:pt x="945" y="5520"/>
                  </a:cubicBezTo>
                  <a:cubicBezTo>
                    <a:pt x="1038" y="5520"/>
                    <a:pt x="1131" y="5494"/>
                    <a:pt x="1215" y="5441"/>
                  </a:cubicBezTo>
                  <a:lnTo>
                    <a:pt x="1596" y="5199"/>
                  </a:lnTo>
                  <a:cubicBezTo>
                    <a:pt x="1837" y="5441"/>
                    <a:pt x="2115" y="5635"/>
                    <a:pt x="2431" y="5774"/>
                  </a:cubicBezTo>
                  <a:lnTo>
                    <a:pt x="2328" y="6210"/>
                  </a:lnTo>
                  <a:cubicBezTo>
                    <a:pt x="2301" y="6340"/>
                    <a:pt x="2328" y="6480"/>
                    <a:pt x="2403" y="6591"/>
                  </a:cubicBezTo>
                  <a:cubicBezTo>
                    <a:pt x="2468" y="6702"/>
                    <a:pt x="2579" y="6776"/>
                    <a:pt x="2718" y="6804"/>
                  </a:cubicBezTo>
                  <a:cubicBezTo>
                    <a:pt x="2746" y="6813"/>
                    <a:pt x="2783" y="6823"/>
                    <a:pt x="2820" y="6823"/>
                  </a:cubicBezTo>
                  <a:cubicBezTo>
                    <a:pt x="3052" y="6823"/>
                    <a:pt x="3256" y="6656"/>
                    <a:pt x="3312" y="6424"/>
                  </a:cubicBezTo>
                  <a:lnTo>
                    <a:pt x="3405" y="5988"/>
                  </a:lnTo>
                  <a:cubicBezTo>
                    <a:pt x="3429" y="5989"/>
                    <a:pt x="3453" y="5989"/>
                    <a:pt x="3478" y="5989"/>
                  </a:cubicBezTo>
                  <a:cubicBezTo>
                    <a:pt x="3795" y="5989"/>
                    <a:pt x="4104" y="5932"/>
                    <a:pt x="4397" y="5812"/>
                  </a:cubicBezTo>
                  <a:lnTo>
                    <a:pt x="4638" y="6192"/>
                  </a:lnTo>
                  <a:cubicBezTo>
                    <a:pt x="4713" y="6303"/>
                    <a:pt x="4824" y="6377"/>
                    <a:pt x="4954" y="6405"/>
                  </a:cubicBezTo>
                  <a:cubicBezTo>
                    <a:pt x="4992" y="6413"/>
                    <a:pt x="5030" y="6418"/>
                    <a:pt x="5069" y="6418"/>
                  </a:cubicBezTo>
                  <a:cubicBezTo>
                    <a:pt x="5162" y="6418"/>
                    <a:pt x="5255" y="6393"/>
                    <a:pt x="5334" y="6340"/>
                  </a:cubicBezTo>
                  <a:cubicBezTo>
                    <a:pt x="5445" y="6266"/>
                    <a:pt x="5520" y="6155"/>
                    <a:pt x="5557" y="6025"/>
                  </a:cubicBezTo>
                  <a:cubicBezTo>
                    <a:pt x="5585" y="5895"/>
                    <a:pt x="5557" y="5756"/>
                    <a:pt x="5483" y="5645"/>
                  </a:cubicBezTo>
                  <a:lnTo>
                    <a:pt x="5241" y="5274"/>
                  </a:lnTo>
                  <a:cubicBezTo>
                    <a:pt x="5492" y="5032"/>
                    <a:pt x="5687" y="4754"/>
                    <a:pt x="5826" y="4439"/>
                  </a:cubicBezTo>
                  <a:lnTo>
                    <a:pt x="6262" y="4531"/>
                  </a:lnTo>
                  <a:cubicBezTo>
                    <a:pt x="6300" y="4541"/>
                    <a:pt x="6337" y="4545"/>
                    <a:pt x="6375" y="4545"/>
                  </a:cubicBezTo>
                  <a:cubicBezTo>
                    <a:pt x="6602" y="4545"/>
                    <a:pt x="6808" y="4382"/>
                    <a:pt x="6855" y="4151"/>
                  </a:cubicBezTo>
                  <a:cubicBezTo>
                    <a:pt x="6883" y="4021"/>
                    <a:pt x="6865" y="3891"/>
                    <a:pt x="6791" y="3771"/>
                  </a:cubicBezTo>
                  <a:cubicBezTo>
                    <a:pt x="6716" y="3659"/>
                    <a:pt x="6605" y="3585"/>
                    <a:pt x="6475" y="3557"/>
                  </a:cubicBezTo>
                  <a:lnTo>
                    <a:pt x="6039" y="3465"/>
                  </a:lnTo>
                  <a:cubicBezTo>
                    <a:pt x="6048" y="3121"/>
                    <a:pt x="5983" y="2787"/>
                    <a:pt x="5863" y="2463"/>
                  </a:cubicBezTo>
                  <a:lnTo>
                    <a:pt x="6234" y="2222"/>
                  </a:lnTo>
                  <a:cubicBezTo>
                    <a:pt x="6466" y="2073"/>
                    <a:pt x="6531" y="1767"/>
                    <a:pt x="6382" y="1535"/>
                  </a:cubicBezTo>
                  <a:cubicBezTo>
                    <a:pt x="6286" y="1385"/>
                    <a:pt x="6123" y="1301"/>
                    <a:pt x="5958" y="1301"/>
                  </a:cubicBezTo>
                  <a:cubicBezTo>
                    <a:pt x="5868" y="1301"/>
                    <a:pt x="5777" y="1325"/>
                    <a:pt x="5696" y="1377"/>
                  </a:cubicBezTo>
                  <a:lnTo>
                    <a:pt x="5316" y="1619"/>
                  </a:lnTo>
                  <a:cubicBezTo>
                    <a:pt x="5084" y="1377"/>
                    <a:pt x="4805" y="1183"/>
                    <a:pt x="4490" y="1043"/>
                  </a:cubicBezTo>
                  <a:lnTo>
                    <a:pt x="4583" y="607"/>
                  </a:lnTo>
                  <a:cubicBezTo>
                    <a:pt x="4638" y="338"/>
                    <a:pt x="4471" y="69"/>
                    <a:pt x="4202" y="14"/>
                  </a:cubicBezTo>
                  <a:cubicBezTo>
                    <a:pt x="4163" y="5"/>
                    <a:pt x="4124" y="0"/>
                    <a:pt x="4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>
              <a:extLst>
                <a:ext uri="{FF2B5EF4-FFF2-40B4-BE49-F238E27FC236}">
                  <a16:creationId xmlns:a16="http://schemas.microsoft.com/office/drawing/2014/main" id="{988183AC-FA06-2381-68FD-E3A658D211DB}"/>
                </a:ext>
              </a:extLst>
            </p:cNvPr>
            <p:cNvSpPr/>
            <p:nvPr/>
          </p:nvSpPr>
          <p:spPr>
            <a:xfrm>
              <a:off x="6650396" y="2651907"/>
              <a:ext cx="191691" cy="189463"/>
            </a:xfrm>
            <a:custGeom>
              <a:avLst/>
              <a:gdLst/>
              <a:ahLst/>
              <a:cxnLst/>
              <a:rect l="l" t="t" r="r" b="b"/>
              <a:pathLst>
                <a:path w="3785" h="3741" extrusionOk="0">
                  <a:moveTo>
                    <a:pt x="1898" y="852"/>
                  </a:moveTo>
                  <a:cubicBezTo>
                    <a:pt x="2084" y="852"/>
                    <a:pt x="2272" y="902"/>
                    <a:pt x="2440" y="1008"/>
                  </a:cubicBezTo>
                  <a:cubicBezTo>
                    <a:pt x="2913" y="1314"/>
                    <a:pt x="3052" y="1945"/>
                    <a:pt x="2755" y="2418"/>
                  </a:cubicBezTo>
                  <a:cubicBezTo>
                    <a:pt x="2558" y="2723"/>
                    <a:pt x="2225" y="2889"/>
                    <a:pt x="1887" y="2889"/>
                  </a:cubicBezTo>
                  <a:cubicBezTo>
                    <a:pt x="1701" y="2889"/>
                    <a:pt x="1513" y="2839"/>
                    <a:pt x="1345" y="2733"/>
                  </a:cubicBezTo>
                  <a:cubicBezTo>
                    <a:pt x="872" y="2427"/>
                    <a:pt x="733" y="1796"/>
                    <a:pt x="1030" y="1323"/>
                  </a:cubicBezTo>
                  <a:cubicBezTo>
                    <a:pt x="1227" y="1018"/>
                    <a:pt x="1560" y="852"/>
                    <a:pt x="1898" y="852"/>
                  </a:cubicBezTo>
                  <a:close/>
                  <a:moveTo>
                    <a:pt x="1528" y="1"/>
                  </a:moveTo>
                  <a:cubicBezTo>
                    <a:pt x="1511" y="1"/>
                    <a:pt x="1493" y="2"/>
                    <a:pt x="1475" y="6"/>
                  </a:cubicBezTo>
                  <a:cubicBezTo>
                    <a:pt x="1345" y="34"/>
                    <a:pt x="1262" y="173"/>
                    <a:pt x="1289" y="303"/>
                  </a:cubicBezTo>
                  <a:lnTo>
                    <a:pt x="1345" y="572"/>
                  </a:lnTo>
                  <a:cubicBezTo>
                    <a:pt x="1169" y="646"/>
                    <a:pt x="993" y="767"/>
                    <a:pt x="853" y="915"/>
                  </a:cubicBezTo>
                  <a:lnTo>
                    <a:pt x="631" y="767"/>
                  </a:lnTo>
                  <a:cubicBezTo>
                    <a:pt x="588" y="740"/>
                    <a:pt x="541" y="728"/>
                    <a:pt x="494" y="728"/>
                  </a:cubicBezTo>
                  <a:cubicBezTo>
                    <a:pt x="409" y="728"/>
                    <a:pt x="326" y="769"/>
                    <a:pt x="278" y="841"/>
                  </a:cubicBezTo>
                  <a:cubicBezTo>
                    <a:pt x="204" y="961"/>
                    <a:pt x="241" y="1119"/>
                    <a:pt x="362" y="1193"/>
                  </a:cubicBezTo>
                  <a:lnTo>
                    <a:pt x="584" y="1332"/>
                  </a:lnTo>
                  <a:cubicBezTo>
                    <a:pt x="510" y="1527"/>
                    <a:pt x="473" y="1731"/>
                    <a:pt x="482" y="1926"/>
                  </a:cubicBezTo>
                  <a:lnTo>
                    <a:pt x="213" y="1982"/>
                  </a:lnTo>
                  <a:cubicBezTo>
                    <a:pt x="84" y="2019"/>
                    <a:pt x="0" y="2149"/>
                    <a:pt x="28" y="2288"/>
                  </a:cubicBezTo>
                  <a:cubicBezTo>
                    <a:pt x="52" y="2401"/>
                    <a:pt x="161" y="2479"/>
                    <a:pt x="274" y="2479"/>
                  </a:cubicBezTo>
                  <a:cubicBezTo>
                    <a:pt x="291" y="2479"/>
                    <a:pt x="308" y="2477"/>
                    <a:pt x="325" y="2473"/>
                  </a:cubicBezTo>
                  <a:lnTo>
                    <a:pt x="594" y="2418"/>
                  </a:lnTo>
                  <a:cubicBezTo>
                    <a:pt x="668" y="2594"/>
                    <a:pt x="779" y="2770"/>
                    <a:pt x="937" y="2909"/>
                  </a:cubicBezTo>
                  <a:lnTo>
                    <a:pt x="789" y="3132"/>
                  </a:lnTo>
                  <a:cubicBezTo>
                    <a:pt x="714" y="3253"/>
                    <a:pt x="751" y="3410"/>
                    <a:pt x="863" y="3485"/>
                  </a:cubicBezTo>
                  <a:cubicBezTo>
                    <a:pt x="905" y="3510"/>
                    <a:pt x="950" y="3523"/>
                    <a:pt x="995" y="3523"/>
                  </a:cubicBezTo>
                  <a:cubicBezTo>
                    <a:pt x="1078" y="3523"/>
                    <a:pt x="1158" y="3480"/>
                    <a:pt x="1206" y="3401"/>
                  </a:cubicBezTo>
                  <a:lnTo>
                    <a:pt x="1354" y="3179"/>
                  </a:lnTo>
                  <a:cubicBezTo>
                    <a:pt x="1530" y="3245"/>
                    <a:pt x="1712" y="3282"/>
                    <a:pt x="1889" y="3282"/>
                  </a:cubicBezTo>
                  <a:cubicBezTo>
                    <a:pt x="1909" y="3282"/>
                    <a:pt x="1928" y="3281"/>
                    <a:pt x="1948" y="3281"/>
                  </a:cubicBezTo>
                  <a:lnTo>
                    <a:pt x="2004" y="3550"/>
                  </a:lnTo>
                  <a:cubicBezTo>
                    <a:pt x="2036" y="3663"/>
                    <a:pt x="2139" y="3740"/>
                    <a:pt x="2250" y="3740"/>
                  </a:cubicBezTo>
                  <a:cubicBezTo>
                    <a:pt x="2267" y="3740"/>
                    <a:pt x="2284" y="3739"/>
                    <a:pt x="2301" y="3735"/>
                  </a:cubicBezTo>
                  <a:cubicBezTo>
                    <a:pt x="2440" y="3707"/>
                    <a:pt x="2523" y="3568"/>
                    <a:pt x="2495" y="3438"/>
                  </a:cubicBezTo>
                  <a:lnTo>
                    <a:pt x="2440" y="3169"/>
                  </a:lnTo>
                  <a:cubicBezTo>
                    <a:pt x="2616" y="3095"/>
                    <a:pt x="2783" y="2984"/>
                    <a:pt x="2922" y="2826"/>
                  </a:cubicBezTo>
                  <a:lnTo>
                    <a:pt x="3154" y="2974"/>
                  </a:lnTo>
                  <a:cubicBezTo>
                    <a:pt x="3197" y="3001"/>
                    <a:pt x="3243" y="3013"/>
                    <a:pt x="3288" y="3013"/>
                  </a:cubicBezTo>
                  <a:cubicBezTo>
                    <a:pt x="3371" y="3013"/>
                    <a:pt x="3449" y="2972"/>
                    <a:pt x="3497" y="2900"/>
                  </a:cubicBezTo>
                  <a:cubicBezTo>
                    <a:pt x="3572" y="2780"/>
                    <a:pt x="3544" y="2631"/>
                    <a:pt x="3423" y="2557"/>
                  </a:cubicBezTo>
                  <a:lnTo>
                    <a:pt x="3191" y="2409"/>
                  </a:lnTo>
                  <a:cubicBezTo>
                    <a:pt x="3275" y="2214"/>
                    <a:pt x="3312" y="2010"/>
                    <a:pt x="3303" y="1815"/>
                  </a:cubicBezTo>
                  <a:lnTo>
                    <a:pt x="3562" y="1759"/>
                  </a:lnTo>
                  <a:cubicBezTo>
                    <a:pt x="3701" y="1722"/>
                    <a:pt x="3785" y="1592"/>
                    <a:pt x="3757" y="1462"/>
                  </a:cubicBezTo>
                  <a:cubicBezTo>
                    <a:pt x="3733" y="1341"/>
                    <a:pt x="3624" y="1262"/>
                    <a:pt x="3511" y="1262"/>
                  </a:cubicBezTo>
                  <a:cubicBezTo>
                    <a:pt x="3494" y="1262"/>
                    <a:pt x="3477" y="1264"/>
                    <a:pt x="3460" y="1268"/>
                  </a:cubicBezTo>
                  <a:lnTo>
                    <a:pt x="3191" y="1323"/>
                  </a:lnTo>
                  <a:cubicBezTo>
                    <a:pt x="3117" y="1147"/>
                    <a:pt x="2996" y="980"/>
                    <a:pt x="2848" y="841"/>
                  </a:cubicBezTo>
                  <a:lnTo>
                    <a:pt x="2996" y="609"/>
                  </a:lnTo>
                  <a:cubicBezTo>
                    <a:pt x="3071" y="488"/>
                    <a:pt x="3034" y="340"/>
                    <a:pt x="2922" y="266"/>
                  </a:cubicBezTo>
                  <a:cubicBezTo>
                    <a:pt x="2878" y="238"/>
                    <a:pt x="2828" y="225"/>
                    <a:pt x="2779" y="225"/>
                  </a:cubicBezTo>
                  <a:cubicBezTo>
                    <a:pt x="2696" y="225"/>
                    <a:pt x="2616" y="264"/>
                    <a:pt x="2570" y="340"/>
                  </a:cubicBezTo>
                  <a:lnTo>
                    <a:pt x="2431" y="572"/>
                  </a:lnTo>
                  <a:cubicBezTo>
                    <a:pt x="2255" y="497"/>
                    <a:pt x="2072" y="459"/>
                    <a:pt x="1896" y="459"/>
                  </a:cubicBezTo>
                  <a:cubicBezTo>
                    <a:pt x="1876" y="459"/>
                    <a:pt x="1856" y="460"/>
                    <a:pt x="1837" y="460"/>
                  </a:cubicBezTo>
                  <a:lnTo>
                    <a:pt x="1781" y="201"/>
                  </a:lnTo>
                  <a:cubicBezTo>
                    <a:pt x="1749" y="80"/>
                    <a:pt x="1646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>
              <a:extLst>
                <a:ext uri="{FF2B5EF4-FFF2-40B4-BE49-F238E27FC236}">
                  <a16:creationId xmlns:a16="http://schemas.microsoft.com/office/drawing/2014/main" id="{02162B90-3673-1D2B-4ED7-935512C4E4F0}"/>
                </a:ext>
              </a:extLst>
            </p:cNvPr>
            <p:cNvSpPr/>
            <p:nvPr/>
          </p:nvSpPr>
          <p:spPr>
            <a:xfrm>
              <a:off x="6647104" y="2648969"/>
              <a:ext cx="197364" cy="194933"/>
            </a:xfrm>
            <a:custGeom>
              <a:avLst/>
              <a:gdLst/>
              <a:ahLst/>
              <a:cxnLst/>
              <a:rect l="l" t="t" r="r" b="b"/>
              <a:pathLst>
                <a:path w="3897" h="3849" extrusionOk="0">
                  <a:moveTo>
                    <a:pt x="1957" y="964"/>
                  </a:moveTo>
                  <a:cubicBezTo>
                    <a:pt x="2143" y="964"/>
                    <a:pt x="2319" y="1010"/>
                    <a:pt x="2477" y="1112"/>
                  </a:cubicBezTo>
                  <a:cubicBezTo>
                    <a:pt x="2932" y="1400"/>
                    <a:pt x="3061" y="2003"/>
                    <a:pt x="2774" y="2448"/>
                  </a:cubicBezTo>
                  <a:cubicBezTo>
                    <a:pt x="2635" y="2671"/>
                    <a:pt x="2421" y="2819"/>
                    <a:pt x="2162" y="2875"/>
                  </a:cubicBezTo>
                  <a:cubicBezTo>
                    <a:pt x="2092" y="2890"/>
                    <a:pt x="2023" y="2898"/>
                    <a:pt x="1953" y="2898"/>
                  </a:cubicBezTo>
                  <a:cubicBezTo>
                    <a:pt x="1771" y="2898"/>
                    <a:pt x="1592" y="2846"/>
                    <a:pt x="1438" y="2745"/>
                  </a:cubicBezTo>
                  <a:cubicBezTo>
                    <a:pt x="1215" y="2606"/>
                    <a:pt x="1067" y="2392"/>
                    <a:pt x="1011" y="2133"/>
                  </a:cubicBezTo>
                  <a:cubicBezTo>
                    <a:pt x="956" y="1882"/>
                    <a:pt x="1002" y="1622"/>
                    <a:pt x="1141" y="1409"/>
                  </a:cubicBezTo>
                  <a:cubicBezTo>
                    <a:pt x="1280" y="1186"/>
                    <a:pt x="1494" y="1038"/>
                    <a:pt x="1744" y="982"/>
                  </a:cubicBezTo>
                  <a:cubicBezTo>
                    <a:pt x="1818" y="964"/>
                    <a:pt x="1893" y="964"/>
                    <a:pt x="1957" y="964"/>
                  </a:cubicBezTo>
                  <a:close/>
                  <a:moveTo>
                    <a:pt x="1959" y="853"/>
                  </a:moveTo>
                  <a:cubicBezTo>
                    <a:pt x="1881" y="853"/>
                    <a:pt x="1803" y="862"/>
                    <a:pt x="1726" y="880"/>
                  </a:cubicBezTo>
                  <a:cubicBezTo>
                    <a:pt x="1447" y="945"/>
                    <a:pt x="1206" y="1112"/>
                    <a:pt x="1058" y="1353"/>
                  </a:cubicBezTo>
                  <a:cubicBezTo>
                    <a:pt x="900" y="1595"/>
                    <a:pt x="844" y="1882"/>
                    <a:pt x="909" y="2160"/>
                  </a:cubicBezTo>
                  <a:cubicBezTo>
                    <a:pt x="974" y="2439"/>
                    <a:pt x="1141" y="2680"/>
                    <a:pt x="1382" y="2828"/>
                  </a:cubicBezTo>
                  <a:cubicBezTo>
                    <a:pt x="1549" y="2940"/>
                    <a:pt x="1753" y="3005"/>
                    <a:pt x="1957" y="3005"/>
                  </a:cubicBezTo>
                  <a:cubicBezTo>
                    <a:pt x="2032" y="3005"/>
                    <a:pt x="2106" y="2995"/>
                    <a:pt x="2189" y="2977"/>
                  </a:cubicBezTo>
                  <a:cubicBezTo>
                    <a:pt x="2468" y="2912"/>
                    <a:pt x="2709" y="2745"/>
                    <a:pt x="2857" y="2504"/>
                  </a:cubicBezTo>
                  <a:cubicBezTo>
                    <a:pt x="3182" y="2003"/>
                    <a:pt x="3034" y="1344"/>
                    <a:pt x="2533" y="1019"/>
                  </a:cubicBezTo>
                  <a:cubicBezTo>
                    <a:pt x="2359" y="912"/>
                    <a:pt x="2160" y="853"/>
                    <a:pt x="1959" y="853"/>
                  </a:cubicBezTo>
                  <a:close/>
                  <a:moveTo>
                    <a:pt x="1595" y="107"/>
                  </a:moveTo>
                  <a:cubicBezTo>
                    <a:pt x="1632" y="107"/>
                    <a:pt x="1672" y="117"/>
                    <a:pt x="1707" y="138"/>
                  </a:cubicBezTo>
                  <a:cubicBezTo>
                    <a:pt x="1753" y="166"/>
                    <a:pt x="1781" y="203"/>
                    <a:pt x="1791" y="259"/>
                  </a:cubicBezTo>
                  <a:lnTo>
                    <a:pt x="1855" y="565"/>
                  </a:lnTo>
                  <a:lnTo>
                    <a:pt x="1902" y="565"/>
                  </a:lnTo>
                  <a:cubicBezTo>
                    <a:pt x="2106" y="565"/>
                    <a:pt x="2291" y="593"/>
                    <a:pt x="2477" y="667"/>
                  </a:cubicBezTo>
                  <a:lnTo>
                    <a:pt x="2514" y="685"/>
                  </a:lnTo>
                  <a:lnTo>
                    <a:pt x="2681" y="416"/>
                  </a:lnTo>
                  <a:cubicBezTo>
                    <a:pt x="2709" y="370"/>
                    <a:pt x="2755" y="342"/>
                    <a:pt x="2811" y="333"/>
                  </a:cubicBezTo>
                  <a:cubicBezTo>
                    <a:pt x="2823" y="331"/>
                    <a:pt x="2835" y="329"/>
                    <a:pt x="2847" y="329"/>
                  </a:cubicBezTo>
                  <a:cubicBezTo>
                    <a:pt x="2885" y="329"/>
                    <a:pt x="2925" y="340"/>
                    <a:pt x="2959" y="361"/>
                  </a:cubicBezTo>
                  <a:cubicBezTo>
                    <a:pt x="3052" y="416"/>
                    <a:pt x="3080" y="537"/>
                    <a:pt x="3015" y="630"/>
                  </a:cubicBezTo>
                  <a:lnTo>
                    <a:pt x="2848" y="899"/>
                  </a:lnTo>
                  <a:lnTo>
                    <a:pt x="2876" y="927"/>
                  </a:lnTo>
                  <a:cubicBezTo>
                    <a:pt x="3024" y="1066"/>
                    <a:pt x="3136" y="1223"/>
                    <a:pt x="3210" y="1400"/>
                  </a:cubicBezTo>
                  <a:lnTo>
                    <a:pt x="3228" y="1446"/>
                  </a:lnTo>
                  <a:lnTo>
                    <a:pt x="3535" y="1372"/>
                  </a:lnTo>
                  <a:cubicBezTo>
                    <a:pt x="3548" y="1370"/>
                    <a:pt x="3562" y="1368"/>
                    <a:pt x="3575" y="1368"/>
                  </a:cubicBezTo>
                  <a:cubicBezTo>
                    <a:pt x="3613" y="1368"/>
                    <a:pt x="3648" y="1379"/>
                    <a:pt x="3683" y="1400"/>
                  </a:cubicBezTo>
                  <a:cubicBezTo>
                    <a:pt x="3729" y="1428"/>
                    <a:pt x="3757" y="1474"/>
                    <a:pt x="3776" y="1530"/>
                  </a:cubicBezTo>
                  <a:cubicBezTo>
                    <a:pt x="3785" y="1576"/>
                    <a:pt x="3776" y="1632"/>
                    <a:pt x="3748" y="1678"/>
                  </a:cubicBezTo>
                  <a:cubicBezTo>
                    <a:pt x="3720" y="1724"/>
                    <a:pt x="3674" y="1752"/>
                    <a:pt x="3618" y="1762"/>
                  </a:cubicBezTo>
                  <a:lnTo>
                    <a:pt x="3312" y="1826"/>
                  </a:lnTo>
                  <a:lnTo>
                    <a:pt x="3312" y="1873"/>
                  </a:lnTo>
                  <a:cubicBezTo>
                    <a:pt x="3321" y="2068"/>
                    <a:pt x="3284" y="2262"/>
                    <a:pt x="3210" y="2439"/>
                  </a:cubicBezTo>
                  <a:lnTo>
                    <a:pt x="3191" y="2485"/>
                  </a:lnTo>
                  <a:lnTo>
                    <a:pt x="3460" y="2652"/>
                  </a:lnTo>
                  <a:cubicBezTo>
                    <a:pt x="3507" y="2680"/>
                    <a:pt x="3535" y="2726"/>
                    <a:pt x="3553" y="2782"/>
                  </a:cubicBezTo>
                  <a:cubicBezTo>
                    <a:pt x="3562" y="2828"/>
                    <a:pt x="3553" y="2884"/>
                    <a:pt x="3525" y="2930"/>
                  </a:cubicBezTo>
                  <a:cubicBezTo>
                    <a:pt x="3484" y="2989"/>
                    <a:pt x="3421" y="3021"/>
                    <a:pt x="3357" y="3021"/>
                  </a:cubicBezTo>
                  <a:cubicBezTo>
                    <a:pt x="3320" y="3021"/>
                    <a:pt x="3281" y="3010"/>
                    <a:pt x="3247" y="2986"/>
                  </a:cubicBezTo>
                  <a:lnTo>
                    <a:pt x="2978" y="2819"/>
                  </a:lnTo>
                  <a:lnTo>
                    <a:pt x="2950" y="2847"/>
                  </a:lnTo>
                  <a:cubicBezTo>
                    <a:pt x="2820" y="2995"/>
                    <a:pt x="2663" y="3107"/>
                    <a:pt x="2477" y="3181"/>
                  </a:cubicBezTo>
                  <a:lnTo>
                    <a:pt x="2440" y="3199"/>
                  </a:lnTo>
                  <a:lnTo>
                    <a:pt x="2505" y="3506"/>
                  </a:lnTo>
                  <a:cubicBezTo>
                    <a:pt x="2514" y="3561"/>
                    <a:pt x="2514" y="3608"/>
                    <a:pt x="2477" y="3654"/>
                  </a:cubicBezTo>
                  <a:cubicBezTo>
                    <a:pt x="2449" y="3700"/>
                    <a:pt x="2412" y="3728"/>
                    <a:pt x="2356" y="3747"/>
                  </a:cubicBezTo>
                  <a:cubicBezTo>
                    <a:pt x="2342" y="3749"/>
                    <a:pt x="2329" y="3750"/>
                    <a:pt x="2316" y="3750"/>
                  </a:cubicBezTo>
                  <a:cubicBezTo>
                    <a:pt x="2278" y="3750"/>
                    <a:pt x="2243" y="3740"/>
                    <a:pt x="2208" y="3719"/>
                  </a:cubicBezTo>
                  <a:cubicBezTo>
                    <a:pt x="2162" y="3691"/>
                    <a:pt x="2134" y="3645"/>
                    <a:pt x="2124" y="3589"/>
                  </a:cubicBezTo>
                  <a:lnTo>
                    <a:pt x="2050" y="3283"/>
                  </a:lnTo>
                  <a:lnTo>
                    <a:pt x="2004" y="3283"/>
                  </a:lnTo>
                  <a:cubicBezTo>
                    <a:pt x="1984" y="3284"/>
                    <a:pt x="1965" y="3284"/>
                    <a:pt x="1945" y="3284"/>
                  </a:cubicBezTo>
                  <a:cubicBezTo>
                    <a:pt x="1772" y="3284"/>
                    <a:pt x="1605" y="3248"/>
                    <a:pt x="1438" y="3181"/>
                  </a:cubicBezTo>
                  <a:lnTo>
                    <a:pt x="1401" y="3162"/>
                  </a:lnTo>
                  <a:lnTo>
                    <a:pt x="1225" y="3431"/>
                  </a:lnTo>
                  <a:cubicBezTo>
                    <a:pt x="1188" y="3492"/>
                    <a:pt x="1124" y="3525"/>
                    <a:pt x="1058" y="3525"/>
                  </a:cubicBezTo>
                  <a:cubicBezTo>
                    <a:pt x="1023" y="3525"/>
                    <a:pt x="988" y="3516"/>
                    <a:pt x="956" y="3496"/>
                  </a:cubicBezTo>
                  <a:cubicBezTo>
                    <a:pt x="909" y="3468"/>
                    <a:pt x="881" y="3422"/>
                    <a:pt x="872" y="3366"/>
                  </a:cubicBezTo>
                  <a:cubicBezTo>
                    <a:pt x="854" y="3320"/>
                    <a:pt x="863" y="3264"/>
                    <a:pt x="891" y="3218"/>
                  </a:cubicBezTo>
                  <a:lnTo>
                    <a:pt x="1067" y="2949"/>
                  </a:lnTo>
                  <a:lnTo>
                    <a:pt x="1030" y="2921"/>
                  </a:lnTo>
                  <a:cubicBezTo>
                    <a:pt x="891" y="2791"/>
                    <a:pt x="779" y="2634"/>
                    <a:pt x="705" y="2448"/>
                  </a:cubicBezTo>
                  <a:lnTo>
                    <a:pt x="687" y="2411"/>
                  </a:lnTo>
                  <a:lnTo>
                    <a:pt x="380" y="2476"/>
                  </a:lnTo>
                  <a:cubicBezTo>
                    <a:pt x="364" y="2480"/>
                    <a:pt x="349" y="2482"/>
                    <a:pt x="333" y="2482"/>
                  </a:cubicBezTo>
                  <a:cubicBezTo>
                    <a:pt x="241" y="2482"/>
                    <a:pt x="163" y="2415"/>
                    <a:pt x="139" y="2327"/>
                  </a:cubicBezTo>
                  <a:cubicBezTo>
                    <a:pt x="121" y="2216"/>
                    <a:pt x="186" y="2114"/>
                    <a:pt x="288" y="2086"/>
                  </a:cubicBezTo>
                  <a:lnTo>
                    <a:pt x="603" y="2021"/>
                  </a:lnTo>
                  <a:lnTo>
                    <a:pt x="603" y="1975"/>
                  </a:lnTo>
                  <a:cubicBezTo>
                    <a:pt x="594" y="1780"/>
                    <a:pt x="622" y="1585"/>
                    <a:pt x="696" y="1409"/>
                  </a:cubicBezTo>
                  <a:lnTo>
                    <a:pt x="714" y="1372"/>
                  </a:lnTo>
                  <a:lnTo>
                    <a:pt x="445" y="1196"/>
                  </a:lnTo>
                  <a:cubicBezTo>
                    <a:pt x="408" y="1168"/>
                    <a:pt x="371" y="1121"/>
                    <a:pt x="362" y="1075"/>
                  </a:cubicBezTo>
                  <a:cubicBezTo>
                    <a:pt x="353" y="1019"/>
                    <a:pt x="362" y="964"/>
                    <a:pt x="390" y="927"/>
                  </a:cubicBezTo>
                  <a:cubicBezTo>
                    <a:pt x="426" y="866"/>
                    <a:pt x="494" y="833"/>
                    <a:pt x="560" y="833"/>
                  </a:cubicBezTo>
                  <a:cubicBezTo>
                    <a:pt x="595" y="833"/>
                    <a:pt x="630" y="842"/>
                    <a:pt x="659" y="862"/>
                  </a:cubicBezTo>
                  <a:lnTo>
                    <a:pt x="928" y="1038"/>
                  </a:lnTo>
                  <a:lnTo>
                    <a:pt x="956" y="1001"/>
                  </a:lnTo>
                  <a:cubicBezTo>
                    <a:pt x="1095" y="862"/>
                    <a:pt x="1252" y="750"/>
                    <a:pt x="1429" y="667"/>
                  </a:cubicBezTo>
                  <a:lnTo>
                    <a:pt x="1475" y="658"/>
                  </a:lnTo>
                  <a:lnTo>
                    <a:pt x="1401" y="342"/>
                  </a:lnTo>
                  <a:cubicBezTo>
                    <a:pt x="1392" y="296"/>
                    <a:pt x="1401" y="240"/>
                    <a:pt x="1429" y="194"/>
                  </a:cubicBezTo>
                  <a:cubicBezTo>
                    <a:pt x="1457" y="147"/>
                    <a:pt x="1503" y="120"/>
                    <a:pt x="1559" y="110"/>
                  </a:cubicBezTo>
                  <a:cubicBezTo>
                    <a:pt x="1570" y="108"/>
                    <a:pt x="1582" y="107"/>
                    <a:pt x="1595" y="107"/>
                  </a:cubicBezTo>
                  <a:close/>
                  <a:moveTo>
                    <a:pt x="1598" y="1"/>
                  </a:moveTo>
                  <a:cubicBezTo>
                    <a:pt x="1575" y="1"/>
                    <a:pt x="1553" y="3"/>
                    <a:pt x="1531" y="8"/>
                  </a:cubicBezTo>
                  <a:cubicBezTo>
                    <a:pt x="1457" y="27"/>
                    <a:pt x="1392" y="73"/>
                    <a:pt x="1345" y="138"/>
                  </a:cubicBezTo>
                  <a:cubicBezTo>
                    <a:pt x="1299" y="212"/>
                    <a:pt x="1290" y="287"/>
                    <a:pt x="1308" y="370"/>
                  </a:cubicBezTo>
                  <a:lnTo>
                    <a:pt x="1354" y="593"/>
                  </a:lnTo>
                  <a:cubicBezTo>
                    <a:pt x="1188" y="667"/>
                    <a:pt x="1039" y="769"/>
                    <a:pt x="918" y="899"/>
                  </a:cubicBezTo>
                  <a:lnTo>
                    <a:pt x="724" y="778"/>
                  </a:lnTo>
                  <a:cubicBezTo>
                    <a:pt x="673" y="744"/>
                    <a:pt x="614" y="728"/>
                    <a:pt x="556" y="728"/>
                  </a:cubicBezTo>
                  <a:cubicBezTo>
                    <a:pt x="457" y="728"/>
                    <a:pt x="359" y="777"/>
                    <a:pt x="306" y="871"/>
                  </a:cubicBezTo>
                  <a:cubicBezTo>
                    <a:pt x="213" y="1010"/>
                    <a:pt x="251" y="1196"/>
                    <a:pt x="399" y="1288"/>
                  </a:cubicBezTo>
                  <a:lnTo>
                    <a:pt x="585" y="1409"/>
                  </a:lnTo>
                  <a:cubicBezTo>
                    <a:pt x="529" y="1576"/>
                    <a:pt x="492" y="1752"/>
                    <a:pt x="492" y="1938"/>
                  </a:cubicBezTo>
                  <a:lnTo>
                    <a:pt x="269" y="1984"/>
                  </a:lnTo>
                  <a:cubicBezTo>
                    <a:pt x="102" y="2021"/>
                    <a:pt x="0" y="2188"/>
                    <a:pt x="37" y="2346"/>
                  </a:cubicBezTo>
                  <a:cubicBezTo>
                    <a:pt x="69" y="2490"/>
                    <a:pt x="198" y="2585"/>
                    <a:pt x="333" y="2585"/>
                  </a:cubicBezTo>
                  <a:cubicBezTo>
                    <a:pt x="355" y="2585"/>
                    <a:pt x="377" y="2583"/>
                    <a:pt x="399" y="2578"/>
                  </a:cubicBezTo>
                  <a:lnTo>
                    <a:pt x="622" y="2531"/>
                  </a:lnTo>
                  <a:cubicBezTo>
                    <a:pt x="696" y="2698"/>
                    <a:pt x="807" y="2838"/>
                    <a:pt x="928" y="2967"/>
                  </a:cubicBezTo>
                  <a:lnTo>
                    <a:pt x="807" y="3162"/>
                  </a:lnTo>
                  <a:cubicBezTo>
                    <a:pt x="761" y="3227"/>
                    <a:pt x="752" y="3311"/>
                    <a:pt x="770" y="3394"/>
                  </a:cubicBezTo>
                  <a:cubicBezTo>
                    <a:pt x="789" y="3468"/>
                    <a:pt x="835" y="3533"/>
                    <a:pt x="900" y="3580"/>
                  </a:cubicBezTo>
                  <a:cubicBezTo>
                    <a:pt x="949" y="3613"/>
                    <a:pt x="1004" y="3628"/>
                    <a:pt x="1059" y="3628"/>
                  </a:cubicBezTo>
                  <a:cubicBezTo>
                    <a:pt x="1159" y="3628"/>
                    <a:pt x="1257" y="3577"/>
                    <a:pt x="1317" y="3487"/>
                  </a:cubicBezTo>
                  <a:lnTo>
                    <a:pt x="1438" y="3292"/>
                  </a:lnTo>
                  <a:cubicBezTo>
                    <a:pt x="1596" y="3350"/>
                    <a:pt x="1755" y="3386"/>
                    <a:pt x="1913" y="3386"/>
                  </a:cubicBezTo>
                  <a:cubicBezTo>
                    <a:pt x="1931" y="3386"/>
                    <a:pt x="1949" y="3386"/>
                    <a:pt x="1967" y="3385"/>
                  </a:cubicBezTo>
                  <a:lnTo>
                    <a:pt x="2022" y="3617"/>
                  </a:lnTo>
                  <a:cubicBezTo>
                    <a:pt x="2032" y="3691"/>
                    <a:pt x="2078" y="3765"/>
                    <a:pt x="2152" y="3802"/>
                  </a:cubicBezTo>
                  <a:cubicBezTo>
                    <a:pt x="2199" y="3839"/>
                    <a:pt x="2254" y="3849"/>
                    <a:pt x="2310" y="3849"/>
                  </a:cubicBezTo>
                  <a:lnTo>
                    <a:pt x="2384" y="3849"/>
                  </a:lnTo>
                  <a:cubicBezTo>
                    <a:pt x="2458" y="3830"/>
                    <a:pt x="2523" y="3784"/>
                    <a:pt x="2570" y="3710"/>
                  </a:cubicBezTo>
                  <a:cubicBezTo>
                    <a:pt x="2616" y="3645"/>
                    <a:pt x="2625" y="3561"/>
                    <a:pt x="2607" y="3487"/>
                  </a:cubicBezTo>
                  <a:lnTo>
                    <a:pt x="2560" y="3255"/>
                  </a:lnTo>
                  <a:cubicBezTo>
                    <a:pt x="2727" y="3181"/>
                    <a:pt x="2876" y="3079"/>
                    <a:pt x="2996" y="2949"/>
                  </a:cubicBezTo>
                  <a:lnTo>
                    <a:pt x="3191" y="3079"/>
                  </a:lnTo>
                  <a:cubicBezTo>
                    <a:pt x="3241" y="3112"/>
                    <a:pt x="3297" y="3127"/>
                    <a:pt x="3353" y="3127"/>
                  </a:cubicBezTo>
                  <a:cubicBezTo>
                    <a:pt x="3454" y="3127"/>
                    <a:pt x="3555" y="3076"/>
                    <a:pt x="3609" y="2986"/>
                  </a:cubicBezTo>
                  <a:cubicBezTo>
                    <a:pt x="3655" y="2921"/>
                    <a:pt x="3674" y="2838"/>
                    <a:pt x="3655" y="2754"/>
                  </a:cubicBezTo>
                  <a:cubicBezTo>
                    <a:pt x="3637" y="2680"/>
                    <a:pt x="3590" y="2606"/>
                    <a:pt x="3516" y="2569"/>
                  </a:cubicBezTo>
                  <a:lnTo>
                    <a:pt x="3330" y="2439"/>
                  </a:lnTo>
                  <a:cubicBezTo>
                    <a:pt x="3386" y="2272"/>
                    <a:pt x="3423" y="2095"/>
                    <a:pt x="3423" y="1919"/>
                  </a:cubicBezTo>
                  <a:lnTo>
                    <a:pt x="3646" y="1864"/>
                  </a:lnTo>
                  <a:cubicBezTo>
                    <a:pt x="3720" y="1845"/>
                    <a:pt x="3794" y="1799"/>
                    <a:pt x="3831" y="1734"/>
                  </a:cubicBezTo>
                  <a:cubicBezTo>
                    <a:pt x="3878" y="1669"/>
                    <a:pt x="3896" y="1585"/>
                    <a:pt x="3878" y="1502"/>
                  </a:cubicBezTo>
                  <a:cubicBezTo>
                    <a:pt x="3859" y="1428"/>
                    <a:pt x="3813" y="1363"/>
                    <a:pt x="3748" y="1316"/>
                  </a:cubicBezTo>
                  <a:cubicBezTo>
                    <a:pt x="3690" y="1280"/>
                    <a:pt x="3627" y="1267"/>
                    <a:pt x="3567" y="1267"/>
                  </a:cubicBezTo>
                  <a:cubicBezTo>
                    <a:pt x="3550" y="1267"/>
                    <a:pt x="3533" y="1268"/>
                    <a:pt x="3516" y="1270"/>
                  </a:cubicBezTo>
                  <a:lnTo>
                    <a:pt x="3293" y="1326"/>
                  </a:lnTo>
                  <a:cubicBezTo>
                    <a:pt x="3219" y="1159"/>
                    <a:pt x="3108" y="1010"/>
                    <a:pt x="2987" y="880"/>
                  </a:cubicBezTo>
                  <a:lnTo>
                    <a:pt x="3108" y="685"/>
                  </a:lnTo>
                  <a:cubicBezTo>
                    <a:pt x="3201" y="546"/>
                    <a:pt x="3154" y="361"/>
                    <a:pt x="3015" y="268"/>
                  </a:cubicBezTo>
                  <a:cubicBezTo>
                    <a:pt x="2967" y="241"/>
                    <a:pt x="2910" y="224"/>
                    <a:pt x="2850" y="224"/>
                  </a:cubicBezTo>
                  <a:cubicBezTo>
                    <a:pt x="2828" y="224"/>
                    <a:pt x="2805" y="226"/>
                    <a:pt x="2783" y="231"/>
                  </a:cubicBezTo>
                  <a:cubicBezTo>
                    <a:pt x="2709" y="249"/>
                    <a:pt x="2644" y="296"/>
                    <a:pt x="2598" y="361"/>
                  </a:cubicBezTo>
                  <a:lnTo>
                    <a:pt x="2477" y="556"/>
                  </a:lnTo>
                  <a:cubicBezTo>
                    <a:pt x="2301" y="491"/>
                    <a:pt x="2124" y="463"/>
                    <a:pt x="1948" y="463"/>
                  </a:cubicBezTo>
                  <a:lnTo>
                    <a:pt x="1893" y="240"/>
                  </a:lnTo>
                  <a:cubicBezTo>
                    <a:pt x="1874" y="157"/>
                    <a:pt x="1828" y="92"/>
                    <a:pt x="1763" y="45"/>
                  </a:cubicBezTo>
                  <a:cubicBezTo>
                    <a:pt x="1715" y="18"/>
                    <a:pt x="1658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>
              <a:extLst>
                <a:ext uri="{FF2B5EF4-FFF2-40B4-BE49-F238E27FC236}">
                  <a16:creationId xmlns:a16="http://schemas.microsoft.com/office/drawing/2014/main" id="{76B38A42-D4AC-AA18-049D-9E7E345499EE}"/>
                </a:ext>
              </a:extLst>
            </p:cNvPr>
            <p:cNvSpPr/>
            <p:nvPr/>
          </p:nvSpPr>
          <p:spPr>
            <a:xfrm>
              <a:off x="6548904" y="2480423"/>
              <a:ext cx="190780" cy="188501"/>
            </a:xfrm>
            <a:custGeom>
              <a:avLst/>
              <a:gdLst/>
              <a:ahLst/>
              <a:cxnLst/>
              <a:rect l="l" t="t" r="r" b="b"/>
              <a:pathLst>
                <a:path w="3767" h="3722" extrusionOk="0">
                  <a:moveTo>
                    <a:pt x="1881" y="849"/>
                  </a:moveTo>
                  <a:cubicBezTo>
                    <a:pt x="2069" y="849"/>
                    <a:pt x="2260" y="901"/>
                    <a:pt x="2431" y="1008"/>
                  </a:cubicBezTo>
                  <a:cubicBezTo>
                    <a:pt x="2895" y="1314"/>
                    <a:pt x="3034" y="1935"/>
                    <a:pt x="2737" y="2409"/>
                  </a:cubicBezTo>
                  <a:cubicBezTo>
                    <a:pt x="2547" y="2711"/>
                    <a:pt x="2220" y="2877"/>
                    <a:pt x="1885" y="2877"/>
                  </a:cubicBezTo>
                  <a:cubicBezTo>
                    <a:pt x="1697" y="2877"/>
                    <a:pt x="1506" y="2825"/>
                    <a:pt x="1336" y="2715"/>
                  </a:cubicBezTo>
                  <a:cubicBezTo>
                    <a:pt x="863" y="2418"/>
                    <a:pt x="724" y="1787"/>
                    <a:pt x="1030" y="1314"/>
                  </a:cubicBezTo>
                  <a:cubicBezTo>
                    <a:pt x="1220" y="1011"/>
                    <a:pt x="1546" y="849"/>
                    <a:pt x="1881" y="849"/>
                  </a:cubicBezTo>
                  <a:close/>
                  <a:moveTo>
                    <a:pt x="1526" y="1"/>
                  </a:moveTo>
                  <a:cubicBezTo>
                    <a:pt x="1509" y="1"/>
                    <a:pt x="1492" y="2"/>
                    <a:pt x="1475" y="6"/>
                  </a:cubicBezTo>
                  <a:cubicBezTo>
                    <a:pt x="1336" y="34"/>
                    <a:pt x="1253" y="173"/>
                    <a:pt x="1290" y="303"/>
                  </a:cubicBezTo>
                  <a:lnTo>
                    <a:pt x="1345" y="572"/>
                  </a:lnTo>
                  <a:cubicBezTo>
                    <a:pt x="1160" y="646"/>
                    <a:pt x="993" y="757"/>
                    <a:pt x="854" y="915"/>
                  </a:cubicBezTo>
                  <a:lnTo>
                    <a:pt x="631" y="767"/>
                  </a:lnTo>
                  <a:cubicBezTo>
                    <a:pt x="586" y="739"/>
                    <a:pt x="538" y="726"/>
                    <a:pt x="491" y="726"/>
                  </a:cubicBezTo>
                  <a:cubicBezTo>
                    <a:pt x="411" y="726"/>
                    <a:pt x="335" y="765"/>
                    <a:pt x="288" y="841"/>
                  </a:cubicBezTo>
                  <a:cubicBezTo>
                    <a:pt x="214" y="952"/>
                    <a:pt x="241" y="1110"/>
                    <a:pt x="362" y="1184"/>
                  </a:cubicBezTo>
                  <a:lnTo>
                    <a:pt x="585" y="1332"/>
                  </a:lnTo>
                  <a:cubicBezTo>
                    <a:pt x="510" y="1518"/>
                    <a:pt x="473" y="1722"/>
                    <a:pt x="483" y="1917"/>
                  </a:cubicBezTo>
                  <a:lnTo>
                    <a:pt x="223" y="1973"/>
                  </a:lnTo>
                  <a:cubicBezTo>
                    <a:pt x="84" y="2000"/>
                    <a:pt x="0" y="2140"/>
                    <a:pt x="28" y="2269"/>
                  </a:cubicBezTo>
                  <a:cubicBezTo>
                    <a:pt x="51" y="2386"/>
                    <a:pt x="153" y="2464"/>
                    <a:pt x="262" y="2464"/>
                  </a:cubicBezTo>
                  <a:cubicBezTo>
                    <a:pt x="283" y="2464"/>
                    <a:pt x="304" y="2461"/>
                    <a:pt x="325" y="2455"/>
                  </a:cubicBezTo>
                  <a:lnTo>
                    <a:pt x="594" y="2399"/>
                  </a:lnTo>
                  <a:cubicBezTo>
                    <a:pt x="668" y="2585"/>
                    <a:pt x="780" y="2752"/>
                    <a:pt x="928" y="2891"/>
                  </a:cubicBezTo>
                  <a:lnTo>
                    <a:pt x="789" y="3114"/>
                  </a:lnTo>
                  <a:cubicBezTo>
                    <a:pt x="715" y="3234"/>
                    <a:pt x="742" y="3383"/>
                    <a:pt x="863" y="3457"/>
                  </a:cubicBezTo>
                  <a:cubicBezTo>
                    <a:pt x="904" y="3484"/>
                    <a:pt x="952" y="3498"/>
                    <a:pt x="999" y="3498"/>
                  </a:cubicBezTo>
                  <a:cubicBezTo>
                    <a:pt x="1080" y="3498"/>
                    <a:pt x="1159" y="3459"/>
                    <a:pt x="1206" y="3383"/>
                  </a:cubicBezTo>
                  <a:lnTo>
                    <a:pt x="1355" y="3160"/>
                  </a:lnTo>
                  <a:cubicBezTo>
                    <a:pt x="1521" y="3227"/>
                    <a:pt x="1696" y="3263"/>
                    <a:pt x="1878" y="3263"/>
                  </a:cubicBezTo>
                  <a:cubicBezTo>
                    <a:pt x="1898" y="3263"/>
                    <a:pt x="1918" y="3263"/>
                    <a:pt x="1939" y="3262"/>
                  </a:cubicBezTo>
                  <a:lnTo>
                    <a:pt x="1995" y="3522"/>
                  </a:lnTo>
                  <a:cubicBezTo>
                    <a:pt x="2019" y="3643"/>
                    <a:pt x="2121" y="3722"/>
                    <a:pt x="2238" y="3722"/>
                  </a:cubicBezTo>
                  <a:cubicBezTo>
                    <a:pt x="2256" y="3722"/>
                    <a:pt x="2274" y="3720"/>
                    <a:pt x="2292" y="3717"/>
                  </a:cubicBezTo>
                  <a:cubicBezTo>
                    <a:pt x="2421" y="3679"/>
                    <a:pt x="2514" y="3550"/>
                    <a:pt x="2477" y="3420"/>
                  </a:cubicBezTo>
                  <a:lnTo>
                    <a:pt x="2421" y="3151"/>
                  </a:lnTo>
                  <a:cubicBezTo>
                    <a:pt x="2607" y="3076"/>
                    <a:pt x="2774" y="2965"/>
                    <a:pt x="2913" y="2807"/>
                  </a:cubicBezTo>
                  <a:lnTo>
                    <a:pt x="3136" y="2956"/>
                  </a:lnTo>
                  <a:cubicBezTo>
                    <a:pt x="3180" y="2983"/>
                    <a:pt x="3229" y="2997"/>
                    <a:pt x="3276" y="2997"/>
                  </a:cubicBezTo>
                  <a:cubicBezTo>
                    <a:pt x="3356" y="2997"/>
                    <a:pt x="3432" y="2958"/>
                    <a:pt x="3479" y="2882"/>
                  </a:cubicBezTo>
                  <a:cubicBezTo>
                    <a:pt x="3553" y="2770"/>
                    <a:pt x="3525" y="2613"/>
                    <a:pt x="3405" y="2538"/>
                  </a:cubicBezTo>
                  <a:lnTo>
                    <a:pt x="3182" y="2390"/>
                  </a:lnTo>
                  <a:cubicBezTo>
                    <a:pt x="3256" y="2204"/>
                    <a:pt x="3293" y="2000"/>
                    <a:pt x="3284" y="1806"/>
                  </a:cubicBezTo>
                  <a:lnTo>
                    <a:pt x="3544" y="1750"/>
                  </a:lnTo>
                  <a:cubicBezTo>
                    <a:pt x="3683" y="1722"/>
                    <a:pt x="3767" y="1583"/>
                    <a:pt x="3739" y="1453"/>
                  </a:cubicBezTo>
                  <a:cubicBezTo>
                    <a:pt x="3715" y="1336"/>
                    <a:pt x="3614" y="1259"/>
                    <a:pt x="3505" y="1259"/>
                  </a:cubicBezTo>
                  <a:cubicBezTo>
                    <a:pt x="3484" y="1259"/>
                    <a:pt x="3463" y="1262"/>
                    <a:pt x="3442" y="1268"/>
                  </a:cubicBezTo>
                  <a:lnTo>
                    <a:pt x="3173" y="1323"/>
                  </a:lnTo>
                  <a:cubicBezTo>
                    <a:pt x="3099" y="1138"/>
                    <a:pt x="2987" y="971"/>
                    <a:pt x="2830" y="832"/>
                  </a:cubicBezTo>
                  <a:lnTo>
                    <a:pt x="2978" y="609"/>
                  </a:lnTo>
                  <a:cubicBezTo>
                    <a:pt x="3052" y="488"/>
                    <a:pt x="3024" y="340"/>
                    <a:pt x="2904" y="266"/>
                  </a:cubicBezTo>
                  <a:cubicBezTo>
                    <a:pt x="2863" y="238"/>
                    <a:pt x="2815" y="225"/>
                    <a:pt x="2768" y="225"/>
                  </a:cubicBezTo>
                  <a:cubicBezTo>
                    <a:pt x="2687" y="225"/>
                    <a:pt x="2607" y="264"/>
                    <a:pt x="2561" y="340"/>
                  </a:cubicBezTo>
                  <a:lnTo>
                    <a:pt x="2412" y="563"/>
                  </a:lnTo>
                  <a:cubicBezTo>
                    <a:pt x="2245" y="496"/>
                    <a:pt x="2064" y="459"/>
                    <a:pt x="1887" y="459"/>
                  </a:cubicBezTo>
                  <a:cubicBezTo>
                    <a:pt x="1867" y="459"/>
                    <a:pt x="1847" y="460"/>
                    <a:pt x="1828" y="460"/>
                  </a:cubicBezTo>
                  <a:lnTo>
                    <a:pt x="1772" y="201"/>
                  </a:lnTo>
                  <a:cubicBezTo>
                    <a:pt x="1748" y="80"/>
                    <a:pt x="1639" y="1"/>
                    <a:pt x="15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>
              <a:extLst>
                <a:ext uri="{FF2B5EF4-FFF2-40B4-BE49-F238E27FC236}">
                  <a16:creationId xmlns:a16="http://schemas.microsoft.com/office/drawing/2014/main" id="{4D4A18A2-DABB-18D8-B0C2-2953B019A5B5}"/>
                </a:ext>
              </a:extLst>
            </p:cNvPr>
            <p:cNvSpPr/>
            <p:nvPr/>
          </p:nvSpPr>
          <p:spPr>
            <a:xfrm>
              <a:off x="6546068" y="2477941"/>
              <a:ext cx="196452" cy="193565"/>
            </a:xfrm>
            <a:custGeom>
              <a:avLst/>
              <a:gdLst/>
              <a:ahLst/>
              <a:cxnLst/>
              <a:rect l="l" t="t" r="r" b="b"/>
              <a:pathLst>
                <a:path w="3879" h="3822" extrusionOk="0">
                  <a:moveTo>
                    <a:pt x="1939" y="945"/>
                  </a:moveTo>
                  <a:cubicBezTo>
                    <a:pt x="2116" y="945"/>
                    <a:pt x="2301" y="1001"/>
                    <a:pt x="2459" y="1103"/>
                  </a:cubicBezTo>
                  <a:cubicBezTo>
                    <a:pt x="2904" y="1381"/>
                    <a:pt x="3034" y="1984"/>
                    <a:pt x="2747" y="2430"/>
                  </a:cubicBezTo>
                  <a:cubicBezTo>
                    <a:pt x="2563" y="2715"/>
                    <a:pt x="2253" y="2870"/>
                    <a:pt x="1938" y="2870"/>
                  </a:cubicBezTo>
                  <a:cubicBezTo>
                    <a:pt x="1760" y="2870"/>
                    <a:pt x="1580" y="2821"/>
                    <a:pt x="1420" y="2717"/>
                  </a:cubicBezTo>
                  <a:cubicBezTo>
                    <a:pt x="975" y="2430"/>
                    <a:pt x="845" y="1836"/>
                    <a:pt x="1132" y="1391"/>
                  </a:cubicBezTo>
                  <a:cubicBezTo>
                    <a:pt x="1309" y="1103"/>
                    <a:pt x="1624" y="945"/>
                    <a:pt x="1939" y="945"/>
                  </a:cubicBezTo>
                  <a:close/>
                  <a:moveTo>
                    <a:pt x="1941" y="844"/>
                  </a:moveTo>
                  <a:cubicBezTo>
                    <a:pt x="1863" y="844"/>
                    <a:pt x="1785" y="853"/>
                    <a:pt x="1708" y="871"/>
                  </a:cubicBezTo>
                  <a:cubicBezTo>
                    <a:pt x="1429" y="927"/>
                    <a:pt x="1197" y="1094"/>
                    <a:pt x="1040" y="1335"/>
                  </a:cubicBezTo>
                  <a:cubicBezTo>
                    <a:pt x="891" y="1576"/>
                    <a:pt x="836" y="1864"/>
                    <a:pt x="900" y="2142"/>
                  </a:cubicBezTo>
                  <a:cubicBezTo>
                    <a:pt x="956" y="2420"/>
                    <a:pt x="1123" y="2652"/>
                    <a:pt x="1364" y="2810"/>
                  </a:cubicBezTo>
                  <a:cubicBezTo>
                    <a:pt x="1541" y="2921"/>
                    <a:pt x="1735" y="2977"/>
                    <a:pt x="1939" y="2977"/>
                  </a:cubicBezTo>
                  <a:cubicBezTo>
                    <a:pt x="2014" y="2977"/>
                    <a:pt x="2088" y="2968"/>
                    <a:pt x="2171" y="2949"/>
                  </a:cubicBezTo>
                  <a:cubicBezTo>
                    <a:pt x="2440" y="2894"/>
                    <a:pt x="2682" y="2727"/>
                    <a:pt x="2839" y="2485"/>
                  </a:cubicBezTo>
                  <a:cubicBezTo>
                    <a:pt x="3155" y="1994"/>
                    <a:pt x="3006" y="1326"/>
                    <a:pt x="2515" y="1010"/>
                  </a:cubicBezTo>
                  <a:cubicBezTo>
                    <a:pt x="2340" y="903"/>
                    <a:pt x="2142" y="844"/>
                    <a:pt x="1941" y="844"/>
                  </a:cubicBezTo>
                  <a:close/>
                  <a:moveTo>
                    <a:pt x="1592" y="104"/>
                  </a:moveTo>
                  <a:cubicBezTo>
                    <a:pt x="1682" y="104"/>
                    <a:pt x="1758" y="165"/>
                    <a:pt x="1782" y="259"/>
                  </a:cubicBezTo>
                  <a:lnTo>
                    <a:pt x="1847" y="565"/>
                  </a:lnTo>
                  <a:lnTo>
                    <a:pt x="1893" y="565"/>
                  </a:lnTo>
                  <a:cubicBezTo>
                    <a:pt x="1916" y="564"/>
                    <a:pt x="1939" y="563"/>
                    <a:pt x="1962" y="563"/>
                  </a:cubicBezTo>
                  <a:cubicBezTo>
                    <a:pt x="2126" y="563"/>
                    <a:pt x="2295" y="593"/>
                    <a:pt x="2450" y="658"/>
                  </a:cubicBezTo>
                  <a:lnTo>
                    <a:pt x="2496" y="676"/>
                  </a:lnTo>
                  <a:lnTo>
                    <a:pt x="2663" y="417"/>
                  </a:lnTo>
                  <a:cubicBezTo>
                    <a:pt x="2691" y="370"/>
                    <a:pt x="2737" y="342"/>
                    <a:pt x="2784" y="324"/>
                  </a:cubicBezTo>
                  <a:cubicBezTo>
                    <a:pt x="2798" y="322"/>
                    <a:pt x="2811" y="320"/>
                    <a:pt x="2824" y="320"/>
                  </a:cubicBezTo>
                  <a:cubicBezTo>
                    <a:pt x="2862" y="320"/>
                    <a:pt x="2897" y="331"/>
                    <a:pt x="2932" y="352"/>
                  </a:cubicBezTo>
                  <a:cubicBezTo>
                    <a:pt x="2978" y="380"/>
                    <a:pt x="3006" y="426"/>
                    <a:pt x="3016" y="472"/>
                  </a:cubicBezTo>
                  <a:cubicBezTo>
                    <a:pt x="3025" y="528"/>
                    <a:pt x="3016" y="584"/>
                    <a:pt x="2988" y="621"/>
                  </a:cubicBezTo>
                  <a:lnTo>
                    <a:pt x="2821" y="890"/>
                  </a:lnTo>
                  <a:lnTo>
                    <a:pt x="2858" y="918"/>
                  </a:lnTo>
                  <a:cubicBezTo>
                    <a:pt x="2997" y="1057"/>
                    <a:pt x="3108" y="1214"/>
                    <a:pt x="3183" y="1391"/>
                  </a:cubicBezTo>
                  <a:lnTo>
                    <a:pt x="3201" y="1428"/>
                  </a:lnTo>
                  <a:lnTo>
                    <a:pt x="3507" y="1363"/>
                  </a:lnTo>
                  <a:cubicBezTo>
                    <a:pt x="3519" y="1361"/>
                    <a:pt x="3531" y="1360"/>
                    <a:pt x="3543" y="1360"/>
                  </a:cubicBezTo>
                  <a:cubicBezTo>
                    <a:pt x="3634" y="1360"/>
                    <a:pt x="3723" y="1421"/>
                    <a:pt x="3739" y="1511"/>
                  </a:cubicBezTo>
                  <a:cubicBezTo>
                    <a:pt x="3767" y="1623"/>
                    <a:pt x="3693" y="1725"/>
                    <a:pt x="3591" y="1743"/>
                  </a:cubicBezTo>
                  <a:lnTo>
                    <a:pt x="3285" y="1817"/>
                  </a:lnTo>
                  <a:lnTo>
                    <a:pt x="3285" y="1855"/>
                  </a:lnTo>
                  <a:cubicBezTo>
                    <a:pt x="3294" y="2049"/>
                    <a:pt x="3257" y="2244"/>
                    <a:pt x="3183" y="2420"/>
                  </a:cubicBezTo>
                  <a:lnTo>
                    <a:pt x="3173" y="2467"/>
                  </a:lnTo>
                  <a:lnTo>
                    <a:pt x="3433" y="2634"/>
                  </a:lnTo>
                  <a:cubicBezTo>
                    <a:pt x="3479" y="2662"/>
                    <a:pt x="3507" y="2708"/>
                    <a:pt x="3516" y="2754"/>
                  </a:cubicBezTo>
                  <a:cubicBezTo>
                    <a:pt x="3535" y="2810"/>
                    <a:pt x="3526" y="2856"/>
                    <a:pt x="3498" y="2903"/>
                  </a:cubicBezTo>
                  <a:cubicBezTo>
                    <a:pt x="3470" y="2949"/>
                    <a:pt x="3424" y="2977"/>
                    <a:pt x="3368" y="2986"/>
                  </a:cubicBezTo>
                  <a:cubicBezTo>
                    <a:pt x="3356" y="2989"/>
                    <a:pt x="3344" y="2990"/>
                    <a:pt x="3332" y="2990"/>
                  </a:cubicBezTo>
                  <a:cubicBezTo>
                    <a:pt x="3294" y="2990"/>
                    <a:pt x="3254" y="2979"/>
                    <a:pt x="3220" y="2959"/>
                  </a:cubicBezTo>
                  <a:lnTo>
                    <a:pt x="2960" y="2792"/>
                  </a:lnTo>
                  <a:lnTo>
                    <a:pt x="2923" y="2829"/>
                  </a:lnTo>
                  <a:cubicBezTo>
                    <a:pt x="2793" y="2968"/>
                    <a:pt x="2635" y="3079"/>
                    <a:pt x="2459" y="3153"/>
                  </a:cubicBezTo>
                  <a:lnTo>
                    <a:pt x="2422" y="3172"/>
                  </a:lnTo>
                  <a:lnTo>
                    <a:pt x="2487" y="3478"/>
                  </a:lnTo>
                  <a:cubicBezTo>
                    <a:pt x="2505" y="3580"/>
                    <a:pt x="2440" y="3691"/>
                    <a:pt x="2338" y="3710"/>
                  </a:cubicBezTo>
                  <a:cubicBezTo>
                    <a:pt x="2322" y="3714"/>
                    <a:pt x="2306" y="3716"/>
                    <a:pt x="2291" y="3716"/>
                  </a:cubicBezTo>
                  <a:cubicBezTo>
                    <a:pt x="2199" y="3716"/>
                    <a:pt x="2121" y="3649"/>
                    <a:pt x="2097" y="3561"/>
                  </a:cubicBezTo>
                  <a:lnTo>
                    <a:pt x="2032" y="3255"/>
                  </a:lnTo>
                  <a:lnTo>
                    <a:pt x="1995" y="3255"/>
                  </a:lnTo>
                  <a:cubicBezTo>
                    <a:pt x="1975" y="3256"/>
                    <a:pt x="1956" y="3257"/>
                    <a:pt x="1936" y="3257"/>
                  </a:cubicBezTo>
                  <a:cubicBezTo>
                    <a:pt x="1761" y="3257"/>
                    <a:pt x="1588" y="3220"/>
                    <a:pt x="1429" y="3153"/>
                  </a:cubicBezTo>
                  <a:lnTo>
                    <a:pt x="1392" y="3144"/>
                  </a:lnTo>
                  <a:lnTo>
                    <a:pt x="1216" y="3404"/>
                  </a:lnTo>
                  <a:cubicBezTo>
                    <a:pt x="1179" y="3464"/>
                    <a:pt x="1115" y="3497"/>
                    <a:pt x="1049" y="3497"/>
                  </a:cubicBezTo>
                  <a:cubicBezTo>
                    <a:pt x="1015" y="3497"/>
                    <a:pt x="979" y="3488"/>
                    <a:pt x="947" y="3469"/>
                  </a:cubicBezTo>
                  <a:cubicBezTo>
                    <a:pt x="900" y="3441"/>
                    <a:pt x="873" y="3395"/>
                    <a:pt x="863" y="3339"/>
                  </a:cubicBezTo>
                  <a:cubicBezTo>
                    <a:pt x="854" y="3292"/>
                    <a:pt x="863" y="3237"/>
                    <a:pt x="891" y="3190"/>
                  </a:cubicBezTo>
                  <a:lnTo>
                    <a:pt x="1058" y="2931"/>
                  </a:lnTo>
                  <a:lnTo>
                    <a:pt x="1021" y="2903"/>
                  </a:lnTo>
                  <a:cubicBezTo>
                    <a:pt x="882" y="2764"/>
                    <a:pt x="771" y="2606"/>
                    <a:pt x="696" y="2430"/>
                  </a:cubicBezTo>
                  <a:lnTo>
                    <a:pt x="678" y="2393"/>
                  </a:lnTo>
                  <a:lnTo>
                    <a:pt x="372" y="2458"/>
                  </a:lnTo>
                  <a:cubicBezTo>
                    <a:pt x="360" y="2460"/>
                    <a:pt x="348" y="2461"/>
                    <a:pt x="336" y="2461"/>
                  </a:cubicBezTo>
                  <a:cubicBezTo>
                    <a:pt x="245" y="2461"/>
                    <a:pt x="156" y="2399"/>
                    <a:pt x="140" y="2309"/>
                  </a:cubicBezTo>
                  <a:cubicBezTo>
                    <a:pt x="112" y="2198"/>
                    <a:pt x="186" y="2096"/>
                    <a:pt x="288" y="2068"/>
                  </a:cubicBezTo>
                  <a:lnTo>
                    <a:pt x="594" y="2003"/>
                  </a:lnTo>
                  <a:lnTo>
                    <a:pt x="594" y="1957"/>
                  </a:lnTo>
                  <a:cubicBezTo>
                    <a:pt x="585" y="1771"/>
                    <a:pt x="622" y="1576"/>
                    <a:pt x="696" y="1400"/>
                  </a:cubicBezTo>
                  <a:lnTo>
                    <a:pt x="706" y="1354"/>
                  </a:lnTo>
                  <a:lnTo>
                    <a:pt x="446" y="1187"/>
                  </a:lnTo>
                  <a:cubicBezTo>
                    <a:pt x="353" y="1131"/>
                    <a:pt x="325" y="1010"/>
                    <a:pt x="381" y="918"/>
                  </a:cubicBezTo>
                  <a:cubicBezTo>
                    <a:pt x="409" y="871"/>
                    <a:pt x="455" y="843"/>
                    <a:pt x="511" y="834"/>
                  </a:cubicBezTo>
                  <a:cubicBezTo>
                    <a:pt x="527" y="828"/>
                    <a:pt x="545" y="825"/>
                    <a:pt x="563" y="825"/>
                  </a:cubicBezTo>
                  <a:cubicBezTo>
                    <a:pt x="595" y="825"/>
                    <a:pt x="629" y="835"/>
                    <a:pt x="659" y="853"/>
                  </a:cubicBezTo>
                  <a:lnTo>
                    <a:pt x="919" y="1029"/>
                  </a:lnTo>
                  <a:lnTo>
                    <a:pt x="947" y="992"/>
                  </a:lnTo>
                  <a:cubicBezTo>
                    <a:pt x="1086" y="853"/>
                    <a:pt x="1244" y="741"/>
                    <a:pt x="1420" y="667"/>
                  </a:cubicBezTo>
                  <a:lnTo>
                    <a:pt x="1457" y="649"/>
                  </a:lnTo>
                  <a:lnTo>
                    <a:pt x="1392" y="342"/>
                  </a:lnTo>
                  <a:cubicBezTo>
                    <a:pt x="1374" y="240"/>
                    <a:pt x="1439" y="129"/>
                    <a:pt x="1541" y="111"/>
                  </a:cubicBezTo>
                  <a:cubicBezTo>
                    <a:pt x="1558" y="106"/>
                    <a:pt x="1575" y="104"/>
                    <a:pt x="1592" y="104"/>
                  </a:cubicBezTo>
                  <a:close/>
                  <a:moveTo>
                    <a:pt x="1588" y="1"/>
                  </a:moveTo>
                  <a:cubicBezTo>
                    <a:pt x="1566" y="1"/>
                    <a:pt x="1544" y="3"/>
                    <a:pt x="1522" y="9"/>
                  </a:cubicBezTo>
                  <a:cubicBezTo>
                    <a:pt x="1364" y="46"/>
                    <a:pt x="1253" y="203"/>
                    <a:pt x="1290" y="361"/>
                  </a:cubicBezTo>
                  <a:lnTo>
                    <a:pt x="1346" y="584"/>
                  </a:lnTo>
                  <a:cubicBezTo>
                    <a:pt x="1179" y="658"/>
                    <a:pt x="1030" y="760"/>
                    <a:pt x="910" y="890"/>
                  </a:cubicBezTo>
                  <a:lnTo>
                    <a:pt x="715" y="769"/>
                  </a:lnTo>
                  <a:cubicBezTo>
                    <a:pt x="671" y="738"/>
                    <a:pt x="618" y="723"/>
                    <a:pt x="562" y="723"/>
                  </a:cubicBezTo>
                  <a:cubicBezTo>
                    <a:pt x="536" y="723"/>
                    <a:pt x="509" y="726"/>
                    <a:pt x="483" y="732"/>
                  </a:cubicBezTo>
                  <a:cubicBezTo>
                    <a:pt x="409" y="741"/>
                    <a:pt x="344" y="797"/>
                    <a:pt x="297" y="862"/>
                  </a:cubicBezTo>
                  <a:cubicBezTo>
                    <a:pt x="205" y="1001"/>
                    <a:pt x="251" y="1187"/>
                    <a:pt x="390" y="1279"/>
                  </a:cubicBezTo>
                  <a:lnTo>
                    <a:pt x="585" y="1400"/>
                  </a:lnTo>
                  <a:cubicBezTo>
                    <a:pt x="520" y="1567"/>
                    <a:pt x="483" y="1743"/>
                    <a:pt x="492" y="1920"/>
                  </a:cubicBezTo>
                  <a:lnTo>
                    <a:pt x="270" y="1966"/>
                  </a:lnTo>
                  <a:cubicBezTo>
                    <a:pt x="103" y="2003"/>
                    <a:pt x="1" y="2170"/>
                    <a:pt x="38" y="2328"/>
                  </a:cubicBezTo>
                  <a:cubicBezTo>
                    <a:pt x="70" y="2472"/>
                    <a:pt x="191" y="2567"/>
                    <a:pt x="325" y="2567"/>
                  </a:cubicBezTo>
                  <a:cubicBezTo>
                    <a:pt x="347" y="2567"/>
                    <a:pt x="368" y="2565"/>
                    <a:pt x="390" y="2560"/>
                  </a:cubicBezTo>
                  <a:lnTo>
                    <a:pt x="622" y="2513"/>
                  </a:lnTo>
                  <a:cubicBezTo>
                    <a:pt x="687" y="2671"/>
                    <a:pt x="789" y="2819"/>
                    <a:pt x="919" y="2949"/>
                  </a:cubicBezTo>
                  <a:lnTo>
                    <a:pt x="798" y="3135"/>
                  </a:lnTo>
                  <a:cubicBezTo>
                    <a:pt x="752" y="3209"/>
                    <a:pt x="743" y="3283"/>
                    <a:pt x="761" y="3367"/>
                  </a:cubicBezTo>
                  <a:cubicBezTo>
                    <a:pt x="780" y="3441"/>
                    <a:pt x="826" y="3506"/>
                    <a:pt x="891" y="3552"/>
                  </a:cubicBezTo>
                  <a:cubicBezTo>
                    <a:pt x="940" y="3585"/>
                    <a:pt x="996" y="3600"/>
                    <a:pt x="1050" y="3600"/>
                  </a:cubicBezTo>
                  <a:cubicBezTo>
                    <a:pt x="1150" y="3600"/>
                    <a:pt x="1249" y="3549"/>
                    <a:pt x="1309" y="3459"/>
                  </a:cubicBezTo>
                  <a:lnTo>
                    <a:pt x="1429" y="3265"/>
                  </a:lnTo>
                  <a:cubicBezTo>
                    <a:pt x="1596" y="3330"/>
                    <a:pt x="1772" y="3357"/>
                    <a:pt x="1949" y="3357"/>
                  </a:cubicBezTo>
                  <a:lnTo>
                    <a:pt x="2004" y="3580"/>
                  </a:lnTo>
                  <a:cubicBezTo>
                    <a:pt x="2032" y="3728"/>
                    <a:pt x="2153" y="3821"/>
                    <a:pt x="2292" y="3821"/>
                  </a:cubicBezTo>
                  <a:cubicBezTo>
                    <a:pt x="2320" y="3821"/>
                    <a:pt x="2338" y="3821"/>
                    <a:pt x="2357" y="3812"/>
                  </a:cubicBezTo>
                  <a:cubicBezTo>
                    <a:pt x="2524" y="3775"/>
                    <a:pt x="2626" y="3617"/>
                    <a:pt x="2589" y="3459"/>
                  </a:cubicBezTo>
                  <a:lnTo>
                    <a:pt x="2542" y="3237"/>
                  </a:lnTo>
                  <a:cubicBezTo>
                    <a:pt x="2700" y="3163"/>
                    <a:pt x="2849" y="3061"/>
                    <a:pt x="2978" y="2931"/>
                  </a:cubicBezTo>
                  <a:lnTo>
                    <a:pt x="3164" y="3051"/>
                  </a:lnTo>
                  <a:cubicBezTo>
                    <a:pt x="3215" y="3083"/>
                    <a:pt x="3265" y="3097"/>
                    <a:pt x="3319" y="3097"/>
                  </a:cubicBezTo>
                  <a:cubicBezTo>
                    <a:pt x="3344" y="3097"/>
                    <a:pt x="3369" y="3094"/>
                    <a:pt x="3396" y="3088"/>
                  </a:cubicBezTo>
                  <a:cubicBezTo>
                    <a:pt x="3470" y="3079"/>
                    <a:pt x="3544" y="3023"/>
                    <a:pt x="3581" y="2959"/>
                  </a:cubicBezTo>
                  <a:cubicBezTo>
                    <a:pt x="3674" y="2819"/>
                    <a:pt x="3628" y="2634"/>
                    <a:pt x="3489" y="2541"/>
                  </a:cubicBezTo>
                  <a:lnTo>
                    <a:pt x="3303" y="2420"/>
                  </a:lnTo>
                  <a:cubicBezTo>
                    <a:pt x="3359" y="2253"/>
                    <a:pt x="3396" y="2077"/>
                    <a:pt x="3396" y="1901"/>
                  </a:cubicBezTo>
                  <a:lnTo>
                    <a:pt x="3619" y="1855"/>
                  </a:lnTo>
                  <a:cubicBezTo>
                    <a:pt x="3776" y="1817"/>
                    <a:pt x="3878" y="1650"/>
                    <a:pt x="3841" y="1493"/>
                  </a:cubicBezTo>
                  <a:cubicBezTo>
                    <a:pt x="3809" y="1349"/>
                    <a:pt x="3688" y="1253"/>
                    <a:pt x="3554" y="1253"/>
                  </a:cubicBezTo>
                  <a:cubicBezTo>
                    <a:pt x="3532" y="1253"/>
                    <a:pt x="3510" y="1256"/>
                    <a:pt x="3489" y="1261"/>
                  </a:cubicBezTo>
                  <a:lnTo>
                    <a:pt x="3266" y="1307"/>
                  </a:lnTo>
                  <a:cubicBezTo>
                    <a:pt x="3192" y="1150"/>
                    <a:pt x="3090" y="1001"/>
                    <a:pt x="2960" y="871"/>
                  </a:cubicBezTo>
                  <a:lnTo>
                    <a:pt x="3080" y="686"/>
                  </a:lnTo>
                  <a:cubicBezTo>
                    <a:pt x="3127" y="612"/>
                    <a:pt x="3136" y="537"/>
                    <a:pt x="3127" y="454"/>
                  </a:cubicBezTo>
                  <a:cubicBezTo>
                    <a:pt x="3108" y="380"/>
                    <a:pt x="3062" y="315"/>
                    <a:pt x="2988" y="268"/>
                  </a:cubicBezTo>
                  <a:cubicBezTo>
                    <a:pt x="2943" y="237"/>
                    <a:pt x="2890" y="222"/>
                    <a:pt x="2837" y="222"/>
                  </a:cubicBezTo>
                  <a:cubicBezTo>
                    <a:pt x="2813" y="222"/>
                    <a:pt x="2789" y="225"/>
                    <a:pt x="2765" y="231"/>
                  </a:cubicBezTo>
                  <a:cubicBezTo>
                    <a:pt x="2682" y="240"/>
                    <a:pt x="2617" y="296"/>
                    <a:pt x="2580" y="361"/>
                  </a:cubicBezTo>
                  <a:lnTo>
                    <a:pt x="2450" y="556"/>
                  </a:lnTo>
                  <a:cubicBezTo>
                    <a:pt x="2300" y="498"/>
                    <a:pt x="2142" y="462"/>
                    <a:pt x="1984" y="462"/>
                  </a:cubicBezTo>
                  <a:cubicBezTo>
                    <a:pt x="1966" y="462"/>
                    <a:pt x="1948" y="462"/>
                    <a:pt x="1930" y="463"/>
                  </a:cubicBezTo>
                  <a:lnTo>
                    <a:pt x="1884" y="240"/>
                  </a:lnTo>
                  <a:cubicBezTo>
                    <a:pt x="1852" y="97"/>
                    <a:pt x="1723" y="1"/>
                    <a:pt x="1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307716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>
          <a:extLst>
            <a:ext uri="{FF2B5EF4-FFF2-40B4-BE49-F238E27FC236}">
              <a16:creationId xmlns:a16="http://schemas.microsoft.com/office/drawing/2014/main" id="{6805584B-553C-35F7-3CCA-CFA4A9F0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8">
            <a:extLst>
              <a:ext uri="{FF2B5EF4-FFF2-40B4-BE49-F238E27FC236}">
                <a16:creationId xmlns:a16="http://schemas.microsoft.com/office/drawing/2014/main" id="{8CA137A8-300E-9E33-2846-96ECD6A7C6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30550" y="2289195"/>
            <a:ext cx="4300200" cy="1491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Diagrama de flujo</a:t>
            </a:r>
          </a:p>
        </p:txBody>
      </p:sp>
      <p:sp>
        <p:nvSpPr>
          <p:cNvPr id="1290" name="Google Shape;1290;p28">
            <a:extLst>
              <a:ext uri="{FF2B5EF4-FFF2-40B4-BE49-F238E27FC236}">
                <a16:creationId xmlns:a16="http://schemas.microsoft.com/office/drawing/2014/main" id="{9B17849F-4F59-FCB7-BE8C-B72D518FCF0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130550" y="1678250"/>
            <a:ext cx="430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1291" name="Google Shape;1291;p28">
            <a:extLst>
              <a:ext uri="{FF2B5EF4-FFF2-40B4-BE49-F238E27FC236}">
                <a16:creationId xmlns:a16="http://schemas.microsoft.com/office/drawing/2014/main" id="{1FE3EB16-3A3A-3DFB-C5A8-A4AA0065A5E6}"/>
              </a:ext>
            </a:extLst>
          </p:cNvPr>
          <p:cNvGrpSpPr/>
          <p:nvPr/>
        </p:nvGrpSpPr>
        <p:grpSpPr>
          <a:xfrm>
            <a:off x="713237" y="1219150"/>
            <a:ext cx="2955370" cy="2463165"/>
            <a:chOff x="1136562" y="1210000"/>
            <a:chExt cx="2955370" cy="2463165"/>
          </a:xfrm>
        </p:grpSpPr>
        <p:sp>
          <p:nvSpPr>
            <p:cNvPr id="1292" name="Google Shape;1292;p28">
              <a:extLst>
                <a:ext uri="{FF2B5EF4-FFF2-40B4-BE49-F238E27FC236}">
                  <a16:creationId xmlns:a16="http://schemas.microsoft.com/office/drawing/2014/main" id="{C0182C0B-856F-0BB8-DF62-0397AAF1E303}"/>
                </a:ext>
              </a:extLst>
            </p:cNvPr>
            <p:cNvSpPr/>
            <p:nvPr/>
          </p:nvSpPr>
          <p:spPr>
            <a:xfrm>
              <a:off x="1242583" y="1775187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8">
              <a:extLst>
                <a:ext uri="{FF2B5EF4-FFF2-40B4-BE49-F238E27FC236}">
                  <a16:creationId xmlns:a16="http://schemas.microsoft.com/office/drawing/2014/main" id="{B48D002D-FFDF-248F-AB6A-11077544E603}"/>
                </a:ext>
              </a:extLst>
            </p:cNvPr>
            <p:cNvSpPr/>
            <p:nvPr/>
          </p:nvSpPr>
          <p:spPr>
            <a:xfrm>
              <a:off x="3894385" y="2105680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8">
              <a:extLst>
                <a:ext uri="{FF2B5EF4-FFF2-40B4-BE49-F238E27FC236}">
                  <a16:creationId xmlns:a16="http://schemas.microsoft.com/office/drawing/2014/main" id="{8A70A1CE-1928-984A-7FCD-0D8C23411250}"/>
                </a:ext>
              </a:extLst>
            </p:cNvPr>
            <p:cNvSpPr/>
            <p:nvPr/>
          </p:nvSpPr>
          <p:spPr>
            <a:xfrm>
              <a:off x="1136562" y="2953790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8">
              <a:extLst>
                <a:ext uri="{FF2B5EF4-FFF2-40B4-BE49-F238E27FC236}">
                  <a16:creationId xmlns:a16="http://schemas.microsoft.com/office/drawing/2014/main" id="{961E2D7A-57AF-E2C9-4BBF-A891A889E0BE}"/>
                </a:ext>
              </a:extLst>
            </p:cNvPr>
            <p:cNvSpPr/>
            <p:nvPr/>
          </p:nvSpPr>
          <p:spPr>
            <a:xfrm>
              <a:off x="3973063" y="3183813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8">
              <a:extLst>
                <a:ext uri="{FF2B5EF4-FFF2-40B4-BE49-F238E27FC236}">
                  <a16:creationId xmlns:a16="http://schemas.microsoft.com/office/drawing/2014/main" id="{DF8250FE-884C-6ABA-98A3-E198A9A96435}"/>
                </a:ext>
              </a:extLst>
            </p:cNvPr>
            <p:cNvSpPr/>
            <p:nvPr/>
          </p:nvSpPr>
          <p:spPr>
            <a:xfrm>
              <a:off x="3676213" y="1303478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8">
              <a:extLst>
                <a:ext uri="{FF2B5EF4-FFF2-40B4-BE49-F238E27FC236}">
                  <a16:creationId xmlns:a16="http://schemas.microsoft.com/office/drawing/2014/main" id="{6D19A8F5-B504-805F-B30E-AC1DA2466B64}"/>
                </a:ext>
              </a:extLst>
            </p:cNvPr>
            <p:cNvSpPr/>
            <p:nvPr/>
          </p:nvSpPr>
          <p:spPr>
            <a:xfrm>
              <a:off x="3676213" y="1396955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8">
              <a:extLst>
                <a:ext uri="{FF2B5EF4-FFF2-40B4-BE49-F238E27FC236}">
                  <a16:creationId xmlns:a16="http://schemas.microsoft.com/office/drawing/2014/main" id="{111705D9-E6D2-65E2-FF69-B307A281DA26}"/>
                </a:ext>
              </a:extLst>
            </p:cNvPr>
            <p:cNvSpPr/>
            <p:nvPr/>
          </p:nvSpPr>
          <p:spPr>
            <a:xfrm>
              <a:off x="3705247" y="1368434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8">
              <a:extLst>
                <a:ext uri="{FF2B5EF4-FFF2-40B4-BE49-F238E27FC236}">
                  <a16:creationId xmlns:a16="http://schemas.microsoft.com/office/drawing/2014/main" id="{2C7155F5-0F37-23C4-A8C0-7CC29093A887}"/>
                </a:ext>
              </a:extLst>
            </p:cNvPr>
            <p:cNvSpPr/>
            <p:nvPr/>
          </p:nvSpPr>
          <p:spPr>
            <a:xfrm>
              <a:off x="3611257" y="1368434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8">
              <a:extLst>
                <a:ext uri="{FF2B5EF4-FFF2-40B4-BE49-F238E27FC236}">
                  <a16:creationId xmlns:a16="http://schemas.microsoft.com/office/drawing/2014/main" id="{E3A115C4-D0F0-D698-C7BE-813817A06900}"/>
                </a:ext>
              </a:extLst>
            </p:cNvPr>
            <p:cNvSpPr/>
            <p:nvPr/>
          </p:nvSpPr>
          <p:spPr>
            <a:xfrm>
              <a:off x="363345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8">
              <a:extLst>
                <a:ext uri="{FF2B5EF4-FFF2-40B4-BE49-F238E27FC236}">
                  <a16:creationId xmlns:a16="http://schemas.microsoft.com/office/drawing/2014/main" id="{2C5E3F4F-91DC-565C-B516-4BBFBE8CE913}"/>
                </a:ext>
              </a:extLst>
            </p:cNvPr>
            <p:cNvSpPr/>
            <p:nvPr/>
          </p:nvSpPr>
          <p:spPr>
            <a:xfrm>
              <a:off x="3630271" y="1388757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8">
              <a:extLst>
                <a:ext uri="{FF2B5EF4-FFF2-40B4-BE49-F238E27FC236}">
                  <a16:creationId xmlns:a16="http://schemas.microsoft.com/office/drawing/2014/main" id="{BF5A47F3-B37A-4CAA-CE92-CBB14C620283}"/>
                </a:ext>
              </a:extLst>
            </p:cNvPr>
            <p:cNvSpPr/>
            <p:nvPr/>
          </p:nvSpPr>
          <p:spPr>
            <a:xfrm>
              <a:off x="370000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8">
              <a:extLst>
                <a:ext uri="{FF2B5EF4-FFF2-40B4-BE49-F238E27FC236}">
                  <a16:creationId xmlns:a16="http://schemas.microsoft.com/office/drawing/2014/main" id="{CA6AB3A6-B1E5-4F22-B8CB-A6076D8EFCF8}"/>
                </a:ext>
              </a:extLst>
            </p:cNvPr>
            <p:cNvSpPr/>
            <p:nvPr/>
          </p:nvSpPr>
          <p:spPr>
            <a:xfrm>
              <a:off x="3696309" y="1322378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8">
              <a:extLst>
                <a:ext uri="{FF2B5EF4-FFF2-40B4-BE49-F238E27FC236}">
                  <a16:creationId xmlns:a16="http://schemas.microsoft.com/office/drawing/2014/main" id="{9AB20213-95AA-4E2F-769F-908F7502705A}"/>
                </a:ext>
              </a:extLst>
            </p:cNvPr>
            <p:cNvSpPr/>
            <p:nvPr/>
          </p:nvSpPr>
          <p:spPr>
            <a:xfrm>
              <a:off x="3633459" y="1325623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8">
              <a:extLst>
                <a:ext uri="{FF2B5EF4-FFF2-40B4-BE49-F238E27FC236}">
                  <a16:creationId xmlns:a16="http://schemas.microsoft.com/office/drawing/2014/main" id="{D31E1B1B-62DE-26D7-9086-AD7CFE871940}"/>
                </a:ext>
              </a:extLst>
            </p:cNvPr>
            <p:cNvSpPr/>
            <p:nvPr/>
          </p:nvSpPr>
          <p:spPr>
            <a:xfrm>
              <a:off x="3630271" y="1322378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8">
              <a:extLst>
                <a:ext uri="{FF2B5EF4-FFF2-40B4-BE49-F238E27FC236}">
                  <a16:creationId xmlns:a16="http://schemas.microsoft.com/office/drawing/2014/main" id="{018EB901-CB14-B9E4-3AFB-4FE62EF1D228}"/>
                </a:ext>
              </a:extLst>
            </p:cNvPr>
            <p:cNvSpPr/>
            <p:nvPr/>
          </p:nvSpPr>
          <p:spPr>
            <a:xfrm>
              <a:off x="3700009" y="1391661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8">
              <a:extLst>
                <a:ext uri="{FF2B5EF4-FFF2-40B4-BE49-F238E27FC236}">
                  <a16:creationId xmlns:a16="http://schemas.microsoft.com/office/drawing/2014/main" id="{713D77BE-9147-EB43-F7B5-25A995A7DADB}"/>
                </a:ext>
              </a:extLst>
            </p:cNvPr>
            <p:cNvSpPr/>
            <p:nvPr/>
          </p:nvSpPr>
          <p:spPr>
            <a:xfrm>
              <a:off x="3696309" y="1388757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8">
              <a:extLst>
                <a:ext uri="{FF2B5EF4-FFF2-40B4-BE49-F238E27FC236}">
                  <a16:creationId xmlns:a16="http://schemas.microsoft.com/office/drawing/2014/main" id="{9EA4DBA5-41D7-00EE-A8FE-718B79D57BA2}"/>
                </a:ext>
              </a:extLst>
            </p:cNvPr>
            <p:cNvSpPr/>
            <p:nvPr/>
          </p:nvSpPr>
          <p:spPr>
            <a:xfrm>
              <a:off x="4016308" y="1558007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8">
              <a:extLst>
                <a:ext uri="{FF2B5EF4-FFF2-40B4-BE49-F238E27FC236}">
                  <a16:creationId xmlns:a16="http://schemas.microsoft.com/office/drawing/2014/main" id="{3E6D86EF-9846-5A0B-1497-44973BFE7CC7}"/>
                </a:ext>
              </a:extLst>
            </p:cNvPr>
            <p:cNvSpPr/>
            <p:nvPr/>
          </p:nvSpPr>
          <p:spPr>
            <a:xfrm>
              <a:off x="1400299" y="212310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8">
              <a:extLst>
                <a:ext uri="{FF2B5EF4-FFF2-40B4-BE49-F238E27FC236}">
                  <a16:creationId xmlns:a16="http://schemas.microsoft.com/office/drawing/2014/main" id="{2731109C-B066-0243-384B-C76437ED85B5}"/>
                </a:ext>
              </a:extLst>
            </p:cNvPr>
            <p:cNvSpPr/>
            <p:nvPr/>
          </p:nvSpPr>
          <p:spPr>
            <a:xfrm>
              <a:off x="2298923" y="121000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8">
              <a:extLst>
                <a:ext uri="{FF2B5EF4-FFF2-40B4-BE49-F238E27FC236}">
                  <a16:creationId xmlns:a16="http://schemas.microsoft.com/office/drawing/2014/main" id="{93E8CDAB-0487-FAAC-C093-20799E2C44DD}"/>
                </a:ext>
              </a:extLst>
            </p:cNvPr>
            <p:cNvSpPr/>
            <p:nvPr/>
          </p:nvSpPr>
          <p:spPr>
            <a:xfrm>
              <a:off x="2283609" y="1637253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8">
              <a:extLst>
                <a:ext uri="{FF2B5EF4-FFF2-40B4-BE49-F238E27FC236}">
                  <a16:creationId xmlns:a16="http://schemas.microsoft.com/office/drawing/2014/main" id="{9EA252D8-D61D-6CEC-7E75-F619C4370157}"/>
                </a:ext>
              </a:extLst>
            </p:cNvPr>
            <p:cNvSpPr/>
            <p:nvPr/>
          </p:nvSpPr>
          <p:spPr>
            <a:xfrm>
              <a:off x="2280933" y="1632471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8">
              <a:extLst>
                <a:ext uri="{FF2B5EF4-FFF2-40B4-BE49-F238E27FC236}">
                  <a16:creationId xmlns:a16="http://schemas.microsoft.com/office/drawing/2014/main" id="{899290E7-EF26-7527-D8F6-487AECE29857}"/>
                </a:ext>
              </a:extLst>
            </p:cNvPr>
            <p:cNvSpPr/>
            <p:nvPr/>
          </p:nvSpPr>
          <p:spPr>
            <a:xfrm>
              <a:off x="1836771" y="1663668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8">
              <a:extLst>
                <a:ext uri="{FF2B5EF4-FFF2-40B4-BE49-F238E27FC236}">
                  <a16:creationId xmlns:a16="http://schemas.microsoft.com/office/drawing/2014/main" id="{D6C52BB9-D366-9C64-5517-DA51E7F50409}"/>
                </a:ext>
              </a:extLst>
            </p:cNvPr>
            <p:cNvSpPr/>
            <p:nvPr/>
          </p:nvSpPr>
          <p:spPr>
            <a:xfrm>
              <a:off x="1833640" y="1660480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8">
              <a:extLst>
                <a:ext uri="{FF2B5EF4-FFF2-40B4-BE49-F238E27FC236}">
                  <a16:creationId xmlns:a16="http://schemas.microsoft.com/office/drawing/2014/main" id="{1B82F8AA-FACC-3523-EE0D-FA52B1A94FF4}"/>
                </a:ext>
              </a:extLst>
            </p:cNvPr>
            <p:cNvSpPr/>
            <p:nvPr/>
          </p:nvSpPr>
          <p:spPr>
            <a:xfrm>
              <a:off x="2020595" y="1692132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8">
              <a:extLst>
                <a:ext uri="{FF2B5EF4-FFF2-40B4-BE49-F238E27FC236}">
                  <a16:creationId xmlns:a16="http://schemas.microsoft.com/office/drawing/2014/main" id="{D049AC08-6A1F-C9BA-767B-4A4B33491C30}"/>
                </a:ext>
              </a:extLst>
            </p:cNvPr>
            <p:cNvSpPr/>
            <p:nvPr/>
          </p:nvSpPr>
          <p:spPr>
            <a:xfrm>
              <a:off x="2017407" y="1688489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8">
              <a:extLst>
                <a:ext uri="{FF2B5EF4-FFF2-40B4-BE49-F238E27FC236}">
                  <a16:creationId xmlns:a16="http://schemas.microsoft.com/office/drawing/2014/main" id="{94A0391E-78C8-4320-1AAD-EFAC9F939FE0}"/>
                </a:ext>
              </a:extLst>
            </p:cNvPr>
            <p:cNvSpPr/>
            <p:nvPr/>
          </p:nvSpPr>
          <p:spPr>
            <a:xfrm>
              <a:off x="2293116" y="1635146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8">
              <a:extLst>
                <a:ext uri="{FF2B5EF4-FFF2-40B4-BE49-F238E27FC236}">
                  <a16:creationId xmlns:a16="http://schemas.microsoft.com/office/drawing/2014/main" id="{BD42DDB3-A14A-A1FC-F404-450E9F8B8A46}"/>
                </a:ext>
              </a:extLst>
            </p:cNvPr>
            <p:cNvSpPr/>
            <p:nvPr/>
          </p:nvSpPr>
          <p:spPr>
            <a:xfrm>
              <a:off x="2290440" y="1629852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8">
              <a:extLst>
                <a:ext uri="{FF2B5EF4-FFF2-40B4-BE49-F238E27FC236}">
                  <a16:creationId xmlns:a16="http://schemas.microsoft.com/office/drawing/2014/main" id="{D6C89C4D-C0E9-4578-60C8-358648D9A0B4}"/>
                </a:ext>
              </a:extLst>
            </p:cNvPr>
            <p:cNvSpPr/>
            <p:nvPr/>
          </p:nvSpPr>
          <p:spPr>
            <a:xfrm>
              <a:off x="2999153" y="1568027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8">
              <a:extLst>
                <a:ext uri="{FF2B5EF4-FFF2-40B4-BE49-F238E27FC236}">
                  <a16:creationId xmlns:a16="http://schemas.microsoft.com/office/drawing/2014/main" id="{215F590B-8CB7-003B-8579-1B0F57E22EC4}"/>
                </a:ext>
              </a:extLst>
            </p:cNvPr>
            <p:cNvSpPr/>
            <p:nvPr/>
          </p:nvSpPr>
          <p:spPr>
            <a:xfrm>
              <a:off x="2995509" y="1564383"/>
              <a:ext cx="88242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8">
              <a:extLst>
                <a:ext uri="{FF2B5EF4-FFF2-40B4-BE49-F238E27FC236}">
                  <a16:creationId xmlns:a16="http://schemas.microsoft.com/office/drawing/2014/main" id="{52929C79-E062-0A2E-E375-27DED68832EB}"/>
                </a:ext>
              </a:extLst>
            </p:cNvPr>
            <p:cNvSpPr/>
            <p:nvPr/>
          </p:nvSpPr>
          <p:spPr>
            <a:xfrm>
              <a:off x="3130147" y="1424964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8">
              <a:extLst>
                <a:ext uri="{FF2B5EF4-FFF2-40B4-BE49-F238E27FC236}">
                  <a16:creationId xmlns:a16="http://schemas.microsoft.com/office/drawing/2014/main" id="{1588A7C0-FA3B-EBA1-6C63-CFEF01228F05}"/>
                </a:ext>
              </a:extLst>
            </p:cNvPr>
            <p:cNvSpPr/>
            <p:nvPr/>
          </p:nvSpPr>
          <p:spPr>
            <a:xfrm>
              <a:off x="3126447" y="1421776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8">
              <a:extLst>
                <a:ext uri="{FF2B5EF4-FFF2-40B4-BE49-F238E27FC236}">
                  <a16:creationId xmlns:a16="http://schemas.microsoft.com/office/drawing/2014/main" id="{E4515FE4-E596-9FF9-82D6-A51BDE3EF800}"/>
                </a:ext>
              </a:extLst>
            </p:cNvPr>
            <p:cNvSpPr/>
            <p:nvPr/>
          </p:nvSpPr>
          <p:spPr>
            <a:xfrm>
              <a:off x="3248446" y="1621939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8">
              <a:extLst>
                <a:ext uri="{FF2B5EF4-FFF2-40B4-BE49-F238E27FC236}">
                  <a16:creationId xmlns:a16="http://schemas.microsoft.com/office/drawing/2014/main" id="{4BA86C8E-A860-FF74-03AC-08B66DEB14D6}"/>
                </a:ext>
              </a:extLst>
            </p:cNvPr>
            <p:cNvSpPr/>
            <p:nvPr/>
          </p:nvSpPr>
          <p:spPr>
            <a:xfrm>
              <a:off x="3244746" y="1618751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8">
              <a:extLst>
                <a:ext uri="{FF2B5EF4-FFF2-40B4-BE49-F238E27FC236}">
                  <a16:creationId xmlns:a16="http://schemas.microsoft.com/office/drawing/2014/main" id="{70CDBFB3-BF00-7B8B-78D7-23E3A22108EF}"/>
                </a:ext>
              </a:extLst>
            </p:cNvPr>
            <p:cNvSpPr/>
            <p:nvPr/>
          </p:nvSpPr>
          <p:spPr>
            <a:xfrm>
              <a:off x="1773408" y="1427298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8">
              <a:extLst>
                <a:ext uri="{FF2B5EF4-FFF2-40B4-BE49-F238E27FC236}">
                  <a16:creationId xmlns:a16="http://schemas.microsoft.com/office/drawing/2014/main" id="{1F2D92A2-DC63-223F-27C5-EC5BC599A19C}"/>
                </a:ext>
              </a:extLst>
            </p:cNvPr>
            <p:cNvSpPr/>
            <p:nvPr/>
          </p:nvSpPr>
          <p:spPr>
            <a:xfrm>
              <a:off x="1747562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8">
              <a:extLst>
                <a:ext uri="{FF2B5EF4-FFF2-40B4-BE49-F238E27FC236}">
                  <a16:creationId xmlns:a16="http://schemas.microsoft.com/office/drawing/2014/main" id="{EDAAA838-9C60-33FE-04AC-CEA46779A5F4}"/>
                </a:ext>
              </a:extLst>
            </p:cNvPr>
            <p:cNvSpPr/>
            <p:nvPr/>
          </p:nvSpPr>
          <p:spPr>
            <a:xfrm>
              <a:off x="1744374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8">
              <a:extLst>
                <a:ext uri="{FF2B5EF4-FFF2-40B4-BE49-F238E27FC236}">
                  <a16:creationId xmlns:a16="http://schemas.microsoft.com/office/drawing/2014/main" id="{A25FB0F0-9C7C-A6AF-D14A-AFFE512C8DCD}"/>
                </a:ext>
              </a:extLst>
            </p:cNvPr>
            <p:cNvSpPr/>
            <p:nvPr/>
          </p:nvSpPr>
          <p:spPr>
            <a:xfrm>
              <a:off x="1975166" y="1401168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8">
              <a:extLst>
                <a:ext uri="{FF2B5EF4-FFF2-40B4-BE49-F238E27FC236}">
                  <a16:creationId xmlns:a16="http://schemas.microsoft.com/office/drawing/2014/main" id="{B52C7DAD-AC93-474A-CFCF-7EABFFC74895}"/>
                </a:ext>
              </a:extLst>
            </p:cNvPr>
            <p:cNvSpPr/>
            <p:nvPr/>
          </p:nvSpPr>
          <p:spPr>
            <a:xfrm>
              <a:off x="1971465" y="1397467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8">
              <a:extLst>
                <a:ext uri="{FF2B5EF4-FFF2-40B4-BE49-F238E27FC236}">
                  <a16:creationId xmlns:a16="http://schemas.microsoft.com/office/drawing/2014/main" id="{DDAD5431-9688-576F-46FF-1CCBC8BA1EF2}"/>
                </a:ext>
              </a:extLst>
            </p:cNvPr>
            <p:cNvSpPr/>
            <p:nvPr/>
          </p:nvSpPr>
          <p:spPr>
            <a:xfrm>
              <a:off x="1855785" y="1509447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8">
              <a:extLst>
                <a:ext uri="{FF2B5EF4-FFF2-40B4-BE49-F238E27FC236}">
                  <a16:creationId xmlns:a16="http://schemas.microsoft.com/office/drawing/2014/main" id="{9CAD7AF7-8377-7439-D092-A7BAAB4018C3}"/>
                </a:ext>
              </a:extLst>
            </p:cNvPr>
            <p:cNvSpPr/>
            <p:nvPr/>
          </p:nvSpPr>
          <p:spPr>
            <a:xfrm>
              <a:off x="1852654" y="1505747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8">
              <a:extLst>
                <a:ext uri="{FF2B5EF4-FFF2-40B4-BE49-F238E27FC236}">
                  <a16:creationId xmlns:a16="http://schemas.microsoft.com/office/drawing/2014/main" id="{0DD83C7A-D1A7-ACA6-D935-90012C76F533}"/>
                </a:ext>
              </a:extLst>
            </p:cNvPr>
            <p:cNvSpPr/>
            <p:nvPr/>
          </p:nvSpPr>
          <p:spPr>
            <a:xfrm>
              <a:off x="2110373" y="1414888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8">
              <a:extLst>
                <a:ext uri="{FF2B5EF4-FFF2-40B4-BE49-F238E27FC236}">
                  <a16:creationId xmlns:a16="http://schemas.microsoft.com/office/drawing/2014/main" id="{FBB446B1-42A0-7041-9B38-29240B786A39}"/>
                </a:ext>
              </a:extLst>
            </p:cNvPr>
            <p:cNvSpPr/>
            <p:nvPr/>
          </p:nvSpPr>
          <p:spPr>
            <a:xfrm>
              <a:off x="2107185" y="1411757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8">
              <a:extLst>
                <a:ext uri="{FF2B5EF4-FFF2-40B4-BE49-F238E27FC236}">
                  <a16:creationId xmlns:a16="http://schemas.microsoft.com/office/drawing/2014/main" id="{3583C8AE-2AFB-94FD-6B88-41A4496A844D}"/>
                </a:ext>
              </a:extLst>
            </p:cNvPr>
            <p:cNvSpPr/>
            <p:nvPr/>
          </p:nvSpPr>
          <p:spPr>
            <a:xfrm>
              <a:off x="2591482" y="1337806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8">
              <a:extLst>
                <a:ext uri="{FF2B5EF4-FFF2-40B4-BE49-F238E27FC236}">
                  <a16:creationId xmlns:a16="http://schemas.microsoft.com/office/drawing/2014/main" id="{FDECB686-6CEA-25A8-528D-5C909E1DE8FF}"/>
                </a:ext>
              </a:extLst>
            </p:cNvPr>
            <p:cNvSpPr/>
            <p:nvPr/>
          </p:nvSpPr>
          <p:spPr>
            <a:xfrm>
              <a:off x="2588294" y="1334618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8">
              <a:extLst>
                <a:ext uri="{FF2B5EF4-FFF2-40B4-BE49-F238E27FC236}">
                  <a16:creationId xmlns:a16="http://schemas.microsoft.com/office/drawing/2014/main" id="{96DBABC9-55B3-7C12-8270-EE8E4AB78BCC}"/>
                </a:ext>
              </a:extLst>
            </p:cNvPr>
            <p:cNvSpPr/>
            <p:nvPr/>
          </p:nvSpPr>
          <p:spPr>
            <a:xfrm>
              <a:off x="2649038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8">
              <a:extLst>
                <a:ext uri="{FF2B5EF4-FFF2-40B4-BE49-F238E27FC236}">
                  <a16:creationId xmlns:a16="http://schemas.microsoft.com/office/drawing/2014/main" id="{D29C9D47-FA7E-D9C7-78FF-30FA9D99896C}"/>
                </a:ext>
              </a:extLst>
            </p:cNvPr>
            <p:cNvSpPr/>
            <p:nvPr/>
          </p:nvSpPr>
          <p:spPr>
            <a:xfrm>
              <a:off x="2712400" y="1416482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8">
              <a:extLst>
                <a:ext uri="{FF2B5EF4-FFF2-40B4-BE49-F238E27FC236}">
                  <a16:creationId xmlns:a16="http://schemas.microsoft.com/office/drawing/2014/main" id="{A349F02F-0AD4-CF74-CE3D-8D4A8464FC5C}"/>
                </a:ext>
              </a:extLst>
            </p:cNvPr>
            <p:cNvSpPr/>
            <p:nvPr/>
          </p:nvSpPr>
          <p:spPr>
            <a:xfrm>
              <a:off x="2775250" y="1416482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8">
              <a:extLst>
                <a:ext uri="{FF2B5EF4-FFF2-40B4-BE49-F238E27FC236}">
                  <a16:creationId xmlns:a16="http://schemas.microsoft.com/office/drawing/2014/main" id="{7FFBC0BA-E84C-3D7F-ED2E-5BEC30A3EC64}"/>
                </a:ext>
              </a:extLst>
            </p:cNvPr>
            <p:cNvSpPr/>
            <p:nvPr/>
          </p:nvSpPr>
          <p:spPr>
            <a:xfrm>
              <a:off x="1404791" y="1554307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8">
              <a:extLst>
                <a:ext uri="{FF2B5EF4-FFF2-40B4-BE49-F238E27FC236}">
                  <a16:creationId xmlns:a16="http://schemas.microsoft.com/office/drawing/2014/main" id="{BB896875-500F-51A0-29E7-E1E275227680}"/>
                </a:ext>
              </a:extLst>
            </p:cNvPr>
            <p:cNvSpPr/>
            <p:nvPr/>
          </p:nvSpPr>
          <p:spPr>
            <a:xfrm>
              <a:off x="1401603" y="1551176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8">
              <a:extLst>
                <a:ext uri="{FF2B5EF4-FFF2-40B4-BE49-F238E27FC236}">
                  <a16:creationId xmlns:a16="http://schemas.microsoft.com/office/drawing/2014/main" id="{F996AAE6-07DA-8C3D-A87C-4BD9798BC9A8}"/>
                </a:ext>
              </a:extLst>
            </p:cNvPr>
            <p:cNvSpPr/>
            <p:nvPr/>
          </p:nvSpPr>
          <p:spPr>
            <a:xfrm>
              <a:off x="1575351" y="1628770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8">
              <a:extLst>
                <a:ext uri="{FF2B5EF4-FFF2-40B4-BE49-F238E27FC236}">
                  <a16:creationId xmlns:a16="http://schemas.microsoft.com/office/drawing/2014/main" id="{8E5F54A1-3EA5-13E7-091C-31A8F0F604A3}"/>
                </a:ext>
              </a:extLst>
            </p:cNvPr>
            <p:cNvSpPr/>
            <p:nvPr/>
          </p:nvSpPr>
          <p:spPr>
            <a:xfrm>
              <a:off x="1515177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8">
              <a:extLst>
                <a:ext uri="{FF2B5EF4-FFF2-40B4-BE49-F238E27FC236}">
                  <a16:creationId xmlns:a16="http://schemas.microsoft.com/office/drawing/2014/main" id="{A6BD41EB-D4C0-D3E1-E3D2-B128E81DCD3B}"/>
                </a:ext>
              </a:extLst>
            </p:cNvPr>
            <p:cNvSpPr/>
            <p:nvPr/>
          </p:nvSpPr>
          <p:spPr>
            <a:xfrm>
              <a:off x="1456028" y="1628770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8">
              <a:extLst>
                <a:ext uri="{FF2B5EF4-FFF2-40B4-BE49-F238E27FC236}">
                  <a16:creationId xmlns:a16="http://schemas.microsoft.com/office/drawing/2014/main" id="{814FF902-02A9-8C19-5A68-461FB1EB9B10}"/>
                </a:ext>
              </a:extLst>
            </p:cNvPr>
            <p:cNvSpPr/>
            <p:nvPr/>
          </p:nvSpPr>
          <p:spPr>
            <a:xfrm>
              <a:off x="3635565" y="1627062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8">
              <a:extLst>
                <a:ext uri="{FF2B5EF4-FFF2-40B4-BE49-F238E27FC236}">
                  <a16:creationId xmlns:a16="http://schemas.microsoft.com/office/drawing/2014/main" id="{52CAAE7E-FB17-BF5E-5117-25C6FBB83DED}"/>
                </a:ext>
              </a:extLst>
            </p:cNvPr>
            <p:cNvSpPr/>
            <p:nvPr/>
          </p:nvSpPr>
          <p:spPr>
            <a:xfrm>
              <a:off x="3631865" y="1623760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8">
              <a:extLst>
                <a:ext uri="{FF2B5EF4-FFF2-40B4-BE49-F238E27FC236}">
                  <a16:creationId xmlns:a16="http://schemas.microsoft.com/office/drawing/2014/main" id="{DD859742-F030-FE66-D857-06FC42E3F995}"/>
                </a:ext>
              </a:extLst>
            </p:cNvPr>
            <p:cNvSpPr/>
            <p:nvPr/>
          </p:nvSpPr>
          <p:spPr>
            <a:xfrm>
              <a:off x="3607556" y="1751851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8">
              <a:extLst>
                <a:ext uri="{FF2B5EF4-FFF2-40B4-BE49-F238E27FC236}">
                  <a16:creationId xmlns:a16="http://schemas.microsoft.com/office/drawing/2014/main" id="{B3610EB4-F30C-B979-16E3-B27CDA345ABA}"/>
                </a:ext>
              </a:extLst>
            </p:cNvPr>
            <p:cNvSpPr/>
            <p:nvPr/>
          </p:nvSpPr>
          <p:spPr>
            <a:xfrm>
              <a:off x="3603856" y="1748663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8">
              <a:extLst>
                <a:ext uri="{FF2B5EF4-FFF2-40B4-BE49-F238E27FC236}">
                  <a16:creationId xmlns:a16="http://schemas.microsoft.com/office/drawing/2014/main" id="{0FA81775-7643-F883-BC9E-28EF083FF4E7}"/>
                </a:ext>
              </a:extLst>
            </p:cNvPr>
            <p:cNvSpPr/>
            <p:nvPr/>
          </p:nvSpPr>
          <p:spPr>
            <a:xfrm>
              <a:off x="3402155" y="1499940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8">
              <a:extLst>
                <a:ext uri="{FF2B5EF4-FFF2-40B4-BE49-F238E27FC236}">
                  <a16:creationId xmlns:a16="http://schemas.microsoft.com/office/drawing/2014/main" id="{EB19FD00-C4F9-E942-B3C1-18D298B0DB47}"/>
                </a:ext>
              </a:extLst>
            </p:cNvPr>
            <p:cNvSpPr/>
            <p:nvPr/>
          </p:nvSpPr>
          <p:spPr>
            <a:xfrm>
              <a:off x="3398967" y="1496752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8">
              <a:extLst>
                <a:ext uri="{FF2B5EF4-FFF2-40B4-BE49-F238E27FC236}">
                  <a16:creationId xmlns:a16="http://schemas.microsoft.com/office/drawing/2014/main" id="{42AE4175-1F9B-967D-8132-520E59C9894D}"/>
                </a:ext>
              </a:extLst>
            </p:cNvPr>
            <p:cNvSpPr/>
            <p:nvPr/>
          </p:nvSpPr>
          <p:spPr>
            <a:xfrm>
              <a:off x="3445422" y="1520263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8">
              <a:extLst>
                <a:ext uri="{FF2B5EF4-FFF2-40B4-BE49-F238E27FC236}">
                  <a16:creationId xmlns:a16="http://schemas.microsoft.com/office/drawing/2014/main" id="{C05A37AE-7771-4750-2000-654F9CCE70DB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8">
              <a:extLst>
                <a:ext uri="{FF2B5EF4-FFF2-40B4-BE49-F238E27FC236}">
                  <a16:creationId xmlns:a16="http://schemas.microsoft.com/office/drawing/2014/main" id="{58738C04-7214-1398-0BE2-1A7D2E5DDE0B}"/>
                </a:ext>
              </a:extLst>
            </p:cNvPr>
            <p:cNvSpPr/>
            <p:nvPr/>
          </p:nvSpPr>
          <p:spPr>
            <a:xfrm>
              <a:off x="2563985" y="3123841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8">
              <a:extLst>
                <a:ext uri="{FF2B5EF4-FFF2-40B4-BE49-F238E27FC236}">
                  <a16:creationId xmlns:a16="http://schemas.microsoft.com/office/drawing/2014/main" id="{E0CE13A9-6E05-D0F1-5B44-4016F835110C}"/>
                </a:ext>
              </a:extLst>
            </p:cNvPr>
            <p:cNvSpPr/>
            <p:nvPr/>
          </p:nvSpPr>
          <p:spPr>
            <a:xfrm>
              <a:off x="1555312" y="1878575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8">
              <a:extLst>
                <a:ext uri="{FF2B5EF4-FFF2-40B4-BE49-F238E27FC236}">
                  <a16:creationId xmlns:a16="http://schemas.microsoft.com/office/drawing/2014/main" id="{432EB393-D023-7CA2-2DF0-3B37F101B908}"/>
                </a:ext>
              </a:extLst>
            </p:cNvPr>
            <p:cNvSpPr/>
            <p:nvPr/>
          </p:nvSpPr>
          <p:spPr>
            <a:xfrm>
              <a:off x="1552124" y="1875387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8">
              <a:extLst>
                <a:ext uri="{FF2B5EF4-FFF2-40B4-BE49-F238E27FC236}">
                  <a16:creationId xmlns:a16="http://schemas.microsoft.com/office/drawing/2014/main" id="{87F26B5A-E4C0-6AA7-1DA2-F2F8D2E34206}"/>
                </a:ext>
              </a:extLst>
            </p:cNvPr>
            <p:cNvSpPr/>
            <p:nvPr/>
          </p:nvSpPr>
          <p:spPr>
            <a:xfrm>
              <a:off x="1656191" y="1985772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8">
              <a:extLst>
                <a:ext uri="{FF2B5EF4-FFF2-40B4-BE49-F238E27FC236}">
                  <a16:creationId xmlns:a16="http://schemas.microsoft.com/office/drawing/2014/main" id="{58357077-BE1C-CD36-2DE6-C94624360590}"/>
                </a:ext>
              </a:extLst>
            </p:cNvPr>
            <p:cNvSpPr/>
            <p:nvPr/>
          </p:nvSpPr>
          <p:spPr>
            <a:xfrm>
              <a:off x="1652491" y="1982641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8">
              <a:extLst>
                <a:ext uri="{FF2B5EF4-FFF2-40B4-BE49-F238E27FC236}">
                  <a16:creationId xmlns:a16="http://schemas.microsoft.com/office/drawing/2014/main" id="{A57A6BF5-01D6-F564-9054-C39C35C2F326}"/>
                </a:ext>
              </a:extLst>
            </p:cNvPr>
            <p:cNvSpPr/>
            <p:nvPr/>
          </p:nvSpPr>
          <p:spPr>
            <a:xfrm>
              <a:off x="2594670" y="1910284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8">
              <a:extLst>
                <a:ext uri="{FF2B5EF4-FFF2-40B4-BE49-F238E27FC236}">
                  <a16:creationId xmlns:a16="http://schemas.microsoft.com/office/drawing/2014/main" id="{490433EF-8E1D-11B9-F61C-D65E4F0B1FC2}"/>
                </a:ext>
              </a:extLst>
            </p:cNvPr>
            <p:cNvSpPr/>
            <p:nvPr/>
          </p:nvSpPr>
          <p:spPr>
            <a:xfrm>
              <a:off x="2591482" y="1906584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8">
              <a:extLst>
                <a:ext uri="{FF2B5EF4-FFF2-40B4-BE49-F238E27FC236}">
                  <a16:creationId xmlns:a16="http://schemas.microsoft.com/office/drawing/2014/main" id="{BD6A3E15-ACAF-1864-8CEB-815549F26D85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8">
              <a:extLst>
                <a:ext uri="{FF2B5EF4-FFF2-40B4-BE49-F238E27FC236}">
                  <a16:creationId xmlns:a16="http://schemas.microsoft.com/office/drawing/2014/main" id="{A0C66C4C-D26B-16DC-94E0-9E176D207E85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8">
              <a:extLst>
                <a:ext uri="{FF2B5EF4-FFF2-40B4-BE49-F238E27FC236}">
                  <a16:creationId xmlns:a16="http://schemas.microsoft.com/office/drawing/2014/main" id="{B321339F-E661-1E72-B6A0-166476407674}"/>
                </a:ext>
              </a:extLst>
            </p:cNvPr>
            <p:cNvSpPr/>
            <p:nvPr/>
          </p:nvSpPr>
          <p:spPr>
            <a:xfrm>
              <a:off x="2306266" y="3242140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8">
              <a:extLst>
                <a:ext uri="{FF2B5EF4-FFF2-40B4-BE49-F238E27FC236}">
                  <a16:creationId xmlns:a16="http://schemas.microsoft.com/office/drawing/2014/main" id="{53742148-C169-3834-166F-A22B0FEFFC6E}"/>
                </a:ext>
              </a:extLst>
            </p:cNvPr>
            <p:cNvSpPr/>
            <p:nvPr/>
          </p:nvSpPr>
          <p:spPr>
            <a:xfrm>
              <a:off x="2302566" y="3239009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8">
              <a:extLst>
                <a:ext uri="{FF2B5EF4-FFF2-40B4-BE49-F238E27FC236}">
                  <a16:creationId xmlns:a16="http://schemas.microsoft.com/office/drawing/2014/main" id="{77AAF224-F6EC-B1C2-CE36-B54EC4CEE371}"/>
                </a:ext>
              </a:extLst>
            </p:cNvPr>
            <p:cNvSpPr/>
            <p:nvPr/>
          </p:nvSpPr>
          <p:spPr>
            <a:xfrm>
              <a:off x="1630431" y="3081088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8">
              <a:extLst>
                <a:ext uri="{FF2B5EF4-FFF2-40B4-BE49-F238E27FC236}">
                  <a16:creationId xmlns:a16="http://schemas.microsoft.com/office/drawing/2014/main" id="{4227B2BF-B24C-F6CC-8517-A38955BB1419}"/>
                </a:ext>
              </a:extLst>
            </p:cNvPr>
            <p:cNvSpPr/>
            <p:nvPr/>
          </p:nvSpPr>
          <p:spPr>
            <a:xfrm>
              <a:off x="1551100" y="3077387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8">
              <a:extLst>
                <a:ext uri="{FF2B5EF4-FFF2-40B4-BE49-F238E27FC236}">
                  <a16:creationId xmlns:a16="http://schemas.microsoft.com/office/drawing/2014/main" id="{F57A8E2E-94A8-FA97-3CCE-16F7B7FB58F6}"/>
                </a:ext>
              </a:extLst>
            </p:cNvPr>
            <p:cNvSpPr/>
            <p:nvPr/>
          </p:nvSpPr>
          <p:spPr>
            <a:xfrm>
              <a:off x="2567173" y="3127542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8">
              <a:extLst>
                <a:ext uri="{FF2B5EF4-FFF2-40B4-BE49-F238E27FC236}">
                  <a16:creationId xmlns:a16="http://schemas.microsoft.com/office/drawing/2014/main" id="{CC96CE1F-09F8-6CDC-F317-5C873CC1D7BD}"/>
                </a:ext>
              </a:extLst>
            </p:cNvPr>
            <p:cNvSpPr/>
            <p:nvPr/>
          </p:nvSpPr>
          <p:spPr>
            <a:xfrm>
              <a:off x="2092952" y="3564814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>
              <a:extLst>
                <a:ext uri="{FF2B5EF4-FFF2-40B4-BE49-F238E27FC236}">
                  <a16:creationId xmlns:a16="http://schemas.microsoft.com/office/drawing/2014/main" id="{BCE19152-2D6E-449B-4275-60869507B4BD}"/>
                </a:ext>
              </a:extLst>
            </p:cNvPr>
            <p:cNvSpPr/>
            <p:nvPr/>
          </p:nvSpPr>
          <p:spPr>
            <a:xfrm>
              <a:off x="2089764" y="3561683"/>
              <a:ext cx="1044665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>
              <a:extLst>
                <a:ext uri="{FF2B5EF4-FFF2-40B4-BE49-F238E27FC236}">
                  <a16:creationId xmlns:a16="http://schemas.microsoft.com/office/drawing/2014/main" id="{BDAD37FD-54D4-B68D-E66B-D4395A464D5D}"/>
                </a:ext>
              </a:extLst>
            </p:cNvPr>
            <p:cNvSpPr/>
            <p:nvPr/>
          </p:nvSpPr>
          <p:spPr>
            <a:xfrm>
              <a:off x="2352778" y="3564814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8">
              <a:extLst>
                <a:ext uri="{FF2B5EF4-FFF2-40B4-BE49-F238E27FC236}">
                  <a16:creationId xmlns:a16="http://schemas.microsoft.com/office/drawing/2014/main" id="{51602330-4933-C6D8-B594-A07E497D6DDE}"/>
                </a:ext>
              </a:extLst>
            </p:cNvPr>
            <p:cNvSpPr/>
            <p:nvPr/>
          </p:nvSpPr>
          <p:spPr>
            <a:xfrm>
              <a:off x="2349077" y="3561683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8">
              <a:extLst>
                <a:ext uri="{FF2B5EF4-FFF2-40B4-BE49-F238E27FC236}">
                  <a16:creationId xmlns:a16="http://schemas.microsoft.com/office/drawing/2014/main" id="{1E50A110-1C49-F4D2-60D0-D0A935D00F4F}"/>
                </a:ext>
              </a:extLst>
            </p:cNvPr>
            <p:cNvSpPr/>
            <p:nvPr/>
          </p:nvSpPr>
          <p:spPr>
            <a:xfrm>
              <a:off x="2821704" y="2132080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>
              <a:extLst>
                <a:ext uri="{FF2B5EF4-FFF2-40B4-BE49-F238E27FC236}">
                  <a16:creationId xmlns:a16="http://schemas.microsoft.com/office/drawing/2014/main" id="{8D8103AE-760C-B94F-3B78-E20B9D9752D0}"/>
                </a:ext>
              </a:extLst>
            </p:cNvPr>
            <p:cNvSpPr/>
            <p:nvPr/>
          </p:nvSpPr>
          <p:spPr>
            <a:xfrm>
              <a:off x="2818573" y="2128892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8">
              <a:extLst>
                <a:ext uri="{FF2B5EF4-FFF2-40B4-BE49-F238E27FC236}">
                  <a16:creationId xmlns:a16="http://schemas.microsoft.com/office/drawing/2014/main" id="{E6694F06-14C2-47E5-F1FB-1FAB476ED6CD}"/>
                </a:ext>
              </a:extLst>
            </p:cNvPr>
            <p:cNvSpPr/>
            <p:nvPr/>
          </p:nvSpPr>
          <p:spPr>
            <a:xfrm>
              <a:off x="2889336" y="2203925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8">
              <a:extLst>
                <a:ext uri="{FF2B5EF4-FFF2-40B4-BE49-F238E27FC236}">
                  <a16:creationId xmlns:a16="http://schemas.microsoft.com/office/drawing/2014/main" id="{DA717C62-9C21-BDF2-67B8-1EE63DA903E0}"/>
                </a:ext>
              </a:extLst>
            </p:cNvPr>
            <p:cNvSpPr/>
            <p:nvPr/>
          </p:nvSpPr>
          <p:spPr>
            <a:xfrm>
              <a:off x="3253228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8">
              <a:extLst>
                <a:ext uri="{FF2B5EF4-FFF2-40B4-BE49-F238E27FC236}">
                  <a16:creationId xmlns:a16="http://schemas.microsoft.com/office/drawing/2014/main" id="{7C04E66F-166F-627B-3B9E-7B36AAA386DB}"/>
                </a:ext>
              </a:extLst>
            </p:cNvPr>
            <p:cNvSpPr/>
            <p:nvPr/>
          </p:nvSpPr>
          <p:spPr>
            <a:xfrm>
              <a:off x="3285393" y="2173809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>
              <a:extLst>
                <a:ext uri="{FF2B5EF4-FFF2-40B4-BE49-F238E27FC236}">
                  <a16:creationId xmlns:a16="http://schemas.microsoft.com/office/drawing/2014/main" id="{FA12A519-8D66-46EF-E6C9-1B5F9D282037}"/>
                </a:ext>
              </a:extLst>
            </p:cNvPr>
            <p:cNvSpPr/>
            <p:nvPr/>
          </p:nvSpPr>
          <p:spPr>
            <a:xfrm>
              <a:off x="3314484" y="2173809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8">
              <a:extLst>
                <a:ext uri="{FF2B5EF4-FFF2-40B4-BE49-F238E27FC236}">
                  <a16:creationId xmlns:a16="http://schemas.microsoft.com/office/drawing/2014/main" id="{F8B71C16-4CC1-E00A-4FE1-1EDF1361CC5C}"/>
                </a:ext>
              </a:extLst>
            </p:cNvPr>
            <p:cNvSpPr/>
            <p:nvPr/>
          </p:nvSpPr>
          <p:spPr>
            <a:xfrm>
              <a:off x="3132254" y="225356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8">
              <a:extLst>
                <a:ext uri="{FF2B5EF4-FFF2-40B4-BE49-F238E27FC236}">
                  <a16:creationId xmlns:a16="http://schemas.microsoft.com/office/drawing/2014/main" id="{39BA74F9-3DAA-AD48-C608-1FA2240AAC12}"/>
                </a:ext>
              </a:extLst>
            </p:cNvPr>
            <p:cNvSpPr/>
            <p:nvPr/>
          </p:nvSpPr>
          <p:spPr>
            <a:xfrm>
              <a:off x="3132254" y="229740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8">
              <a:extLst>
                <a:ext uri="{FF2B5EF4-FFF2-40B4-BE49-F238E27FC236}">
                  <a16:creationId xmlns:a16="http://schemas.microsoft.com/office/drawing/2014/main" id="{B876F53A-4195-CF94-9234-999C8819994E}"/>
                </a:ext>
              </a:extLst>
            </p:cNvPr>
            <p:cNvSpPr/>
            <p:nvPr/>
          </p:nvSpPr>
          <p:spPr>
            <a:xfrm>
              <a:off x="3132254" y="2341181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8">
              <a:extLst>
                <a:ext uri="{FF2B5EF4-FFF2-40B4-BE49-F238E27FC236}">
                  <a16:creationId xmlns:a16="http://schemas.microsoft.com/office/drawing/2014/main" id="{72D4C812-CD5B-C8D7-AA3B-87AB70A8BD3C}"/>
                </a:ext>
              </a:extLst>
            </p:cNvPr>
            <p:cNvSpPr/>
            <p:nvPr/>
          </p:nvSpPr>
          <p:spPr>
            <a:xfrm>
              <a:off x="3114321" y="2441034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8">
              <a:extLst>
                <a:ext uri="{FF2B5EF4-FFF2-40B4-BE49-F238E27FC236}">
                  <a16:creationId xmlns:a16="http://schemas.microsoft.com/office/drawing/2014/main" id="{06BF5325-5A10-4BB3-C3BA-C8108EE99E8E}"/>
                </a:ext>
              </a:extLst>
            </p:cNvPr>
            <p:cNvSpPr/>
            <p:nvPr/>
          </p:nvSpPr>
          <p:spPr>
            <a:xfrm>
              <a:off x="2892524" y="2571459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8">
              <a:extLst>
                <a:ext uri="{FF2B5EF4-FFF2-40B4-BE49-F238E27FC236}">
                  <a16:creationId xmlns:a16="http://schemas.microsoft.com/office/drawing/2014/main" id="{BDC0EC69-D134-8592-E7A0-6A00EA7CA2B1}"/>
                </a:ext>
              </a:extLst>
            </p:cNvPr>
            <p:cNvSpPr/>
            <p:nvPr/>
          </p:nvSpPr>
          <p:spPr>
            <a:xfrm>
              <a:off x="2892524" y="2528136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8">
              <a:extLst>
                <a:ext uri="{FF2B5EF4-FFF2-40B4-BE49-F238E27FC236}">
                  <a16:creationId xmlns:a16="http://schemas.microsoft.com/office/drawing/2014/main" id="{1D5EDC2B-646B-04EB-AA52-924531E01B4D}"/>
                </a:ext>
              </a:extLst>
            </p:cNvPr>
            <p:cNvSpPr/>
            <p:nvPr/>
          </p:nvSpPr>
          <p:spPr>
            <a:xfrm>
              <a:off x="2892524" y="2484300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8">
              <a:extLst>
                <a:ext uri="{FF2B5EF4-FFF2-40B4-BE49-F238E27FC236}">
                  <a16:creationId xmlns:a16="http://schemas.microsoft.com/office/drawing/2014/main" id="{B65E0BC5-C495-7D1E-1842-4A03A13B222C}"/>
                </a:ext>
              </a:extLst>
            </p:cNvPr>
            <p:cNvSpPr/>
            <p:nvPr/>
          </p:nvSpPr>
          <p:spPr>
            <a:xfrm>
              <a:off x="3078911" y="2690839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8">
              <a:extLst>
                <a:ext uri="{FF2B5EF4-FFF2-40B4-BE49-F238E27FC236}">
                  <a16:creationId xmlns:a16="http://schemas.microsoft.com/office/drawing/2014/main" id="{8478CC51-AAC5-0166-E205-A91D1B8F33C3}"/>
                </a:ext>
              </a:extLst>
            </p:cNvPr>
            <p:cNvSpPr/>
            <p:nvPr/>
          </p:nvSpPr>
          <p:spPr>
            <a:xfrm>
              <a:off x="2906757" y="2690839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8">
              <a:extLst>
                <a:ext uri="{FF2B5EF4-FFF2-40B4-BE49-F238E27FC236}">
                  <a16:creationId xmlns:a16="http://schemas.microsoft.com/office/drawing/2014/main" id="{FD11AA37-1694-9FA8-8743-CE2E964808DA}"/>
                </a:ext>
              </a:extLst>
            </p:cNvPr>
            <p:cNvSpPr/>
            <p:nvPr/>
          </p:nvSpPr>
          <p:spPr>
            <a:xfrm>
              <a:off x="2906757" y="2740481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8">
              <a:extLst>
                <a:ext uri="{FF2B5EF4-FFF2-40B4-BE49-F238E27FC236}">
                  <a16:creationId xmlns:a16="http://schemas.microsoft.com/office/drawing/2014/main" id="{E275F536-BCDA-2E80-3321-7BC0486684C2}"/>
                </a:ext>
              </a:extLst>
            </p:cNvPr>
            <p:cNvSpPr/>
            <p:nvPr/>
          </p:nvSpPr>
          <p:spPr>
            <a:xfrm>
              <a:off x="2998640" y="2244060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8">
              <a:extLst>
                <a:ext uri="{FF2B5EF4-FFF2-40B4-BE49-F238E27FC236}">
                  <a16:creationId xmlns:a16="http://schemas.microsoft.com/office/drawing/2014/main" id="{1A596DBA-22D1-0495-6DB0-CC4E4367A95B}"/>
                </a:ext>
              </a:extLst>
            </p:cNvPr>
            <p:cNvSpPr/>
            <p:nvPr/>
          </p:nvSpPr>
          <p:spPr>
            <a:xfrm>
              <a:off x="2994940" y="2239790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8">
              <a:extLst>
                <a:ext uri="{FF2B5EF4-FFF2-40B4-BE49-F238E27FC236}">
                  <a16:creationId xmlns:a16="http://schemas.microsoft.com/office/drawing/2014/main" id="{6F67E12E-5783-36CA-A18F-F20D7D3C704A}"/>
                </a:ext>
              </a:extLst>
            </p:cNvPr>
            <p:cNvSpPr/>
            <p:nvPr/>
          </p:nvSpPr>
          <p:spPr>
            <a:xfrm>
              <a:off x="2911539" y="2233129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8">
              <a:extLst>
                <a:ext uri="{FF2B5EF4-FFF2-40B4-BE49-F238E27FC236}">
                  <a16:creationId xmlns:a16="http://schemas.microsoft.com/office/drawing/2014/main" id="{2436F3AC-D926-AC70-CE44-E8340926CBEA}"/>
                </a:ext>
              </a:extLst>
            </p:cNvPr>
            <p:cNvSpPr/>
            <p:nvPr/>
          </p:nvSpPr>
          <p:spPr>
            <a:xfrm>
              <a:off x="2910969" y="2229600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8">
              <a:extLst>
                <a:ext uri="{FF2B5EF4-FFF2-40B4-BE49-F238E27FC236}">
                  <a16:creationId xmlns:a16="http://schemas.microsoft.com/office/drawing/2014/main" id="{B295EF40-935F-6CBF-9A21-9E8EF22F4A57}"/>
                </a:ext>
              </a:extLst>
            </p:cNvPr>
            <p:cNvSpPr/>
            <p:nvPr/>
          </p:nvSpPr>
          <p:spPr>
            <a:xfrm>
              <a:off x="3125422" y="2463578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8">
              <a:extLst>
                <a:ext uri="{FF2B5EF4-FFF2-40B4-BE49-F238E27FC236}">
                  <a16:creationId xmlns:a16="http://schemas.microsoft.com/office/drawing/2014/main" id="{8FE06A56-73D8-12B7-4B75-17995A894D5D}"/>
                </a:ext>
              </a:extLst>
            </p:cNvPr>
            <p:cNvSpPr/>
            <p:nvPr/>
          </p:nvSpPr>
          <p:spPr>
            <a:xfrm>
              <a:off x="3122234" y="2460902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8">
              <a:extLst>
                <a:ext uri="{FF2B5EF4-FFF2-40B4-BE49-F238E27FC236}">
                  <a16:creationId xmlns:a16="http://schemas.microsoft.com/office/drawing/2014/main" id="{8E62DDE2-74CC-403F-407D-B34F78C5A2E6}"/>
                </a:ext>
              </a:extLst>
            </p:cNvPr>
            <p:cNvSpPr/>
            <p:nvPr/>
          </p:nvSpPr>
          <p:spPr>
            <a:xfrm>
              <a:off x="3157075" y="2485382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8">
              <a:extLst>
                <a:ext uri="{FF2B5EF4-FFF2-40B4-BE49-F238E27FC236}">
                  <a16:creationId xmlns:a16="http://schemas.microsoft.com/office/drawing/2014/main" id="{5B8B00A4-0BE1-01C7-8235-505BD1E3F5BA}"/>
                </a:ext>
              </a:extLst>
            </p:cNvPr>
            <p:cNvSpPr/>
            <p:nvPr/>
          </p:nvSpPr>
          <p:spPr>
            <a:xfrm>
              <a:off x="3153374" y="2482194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8">
              <a:extLst>
                <a:ext uri="{FF2B5EF4-FFF2-40B4-BE49-F238E27FC236}">
                  <a16:creationId xmlns:a16="http://schemas.microsoft.com/office/drawing/2014/main" id="{2E409422-E8E8-17C8-42A3-C66F46C80012}"/>
                </a:ext>
              </a:extLst>
            </p:cNvPr>
            <p:cNvSpPr/>
            <p:nvPr/>
          </p:nvSpPr>
          <p:spPr>
            <a:xfrm>
              <a:off x="3166070" y="2499159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8">
              <a:extLst>
                <a:ext uri="{FF2B5EF4-FFF2-40B4-BE49-F238E27FC236}">
                  <a16:creationId xmlns:a16="http://schemas.microsoft.com/office/drawing/2014/main" id="{28135A0F-5043-3766-5420-2F0D78ECCFC1}"/>
                </a:ext>
              </a:extLst>
            </p:cNvPr>
            <p:cNvSpPr/>
            <p:nvPr/>
          </p:nvSpPr>
          <p:spPr>
            <a:xfrm>
              <a:off x="3162369" y="2495971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8">
              <a:extLst>
                <a:ext uri="{FF2B5EF4-FFF2-40B4-BE49-F238E27FC236}">
                  <a16:creationId xmlns:a16="http://schemas.microsoft.com/office/drawing/2014/main" id="{B020FAF8-B1C0-CC15-215E-6BE18DAE3611}"/>
                </a:ext>
              </a:extLst>
            </p:cNvPr>
            <p:cNvSpPr/>
            <p:nvPr/>
          </p:nvSpPr>
          <p:spPr>
            <a:xfrm>
              <a:off x="3187703" y="2516522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8">
              <a:extLst>
                <a:ext uri="{FF2B5EF4-FFF2-40B4-BE49-F238E27FC236}">
                  <a16:creationId xmlns:a16="http://schemas.microsoft.com/office/drawing/2014/main" id="{A8B17576-6C77-FFF7-C5F0-23AFEA915BCA}"/>
                </a:ext>
              </a:extLst>
            </p:cNvPr>
            <p:cNvSpPr/>
            <p:nvPr/>
          </p:nvSpPr>
          <p:spPr>
            <a:xfrm>
              <a:off x="3184572" y="2512822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8">
              <a:extLst>
                <a:ext uri="{FF2B5EF4-FFF2-40B4-BE49-F238E27FC236}">
                  <a16:creationId xmlns:a16="http://schemas.microsoft.com/office/drawing/2014/main" id="{10B4B1AB-0811-A5AA-2922-F1999187A0E3}"/>
                </a:ext>
              </a:extLst>
            </p:cNvPr>
            <p:cNvSpPr/>
            <p:nvPr/>
          </p:nvSpPr>
          <p:spPr>
            <a:xfrm>
              <a:off x="3154968" y="2476956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8">
              <a:extLst>
                <a:ext uri="{FF2B5EF4-FFF2-40B4-BE49-F238E27FC236}">
                  <a16:creationId xmlns:a16="http://schemas.microsoft.com/office/drawing/2014/main" id="{3604BF37-95C0-1938-E5B1-C96E497B1C35}"/>
                </a:ext>
              </a:extLst>
            </p:cNvPr>
            <p:cNvSpPr/>
            <p:nvPr/>
          </p:nvSpPr>
          <p:spPr>
            <a:xfrm>
              <a:off x="3142273" y="2464261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8">
              <a:extLst>
                <a:ext uri="{FF2B5EF4-FFF2-40B4-BE49-F238E27FC236}">
                  <a16:creationId xmlns:a16="http://schemas.microsoft.com/office/drawing/2014/main" id="{48846B1C-D75C-8EE4-C717-E1CBC1A59CC4}"/>
                </a:ext>
              </a:extLst>
            </p:cNvPr>
            <p:cNvSpPr/>
            <p:nvPr/>
          </p:nvSpPr>
          <p:spPr>
            <a:xfrm>
              <a:off x="3147055" y="2469840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8">
              <a:extLst>
                <a:ext uri="{FF2B5EF4-FFF2-40B4-BE49-F238E27FC236}">
                  <a16:creationId xmlns:a16="http://schemas.microsoft.com/office/drawing/2014/main" id="{49ED896E-AFBA-CEB3-F90A-6168AA472BA8}"/>
                </a:ext>
              </a:extLst>
            </p:cNvPr>
            <p:cNvSpPr/>
            <p:nvPr/>
          </p:nvSpPr>
          <p:spPr>
            <a:xfrm>
              <a:off x="2593589" y="2681844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8">
              <a:extLst>
                <a:ext uri="{FF2B5EF4-FFF2-40B4-BE49-F238E27FC236}">
                  <a16:creationId xmlns:a16="http://schemas.microsoft.com/office/drawing/2014/main" id="{2EBDA956-F055-6736-B373-DA6E89011AE8}"/>
                </a:ext>
              </a:extLst>
            </p:cNvPr>
            <p:cNvSpPr/>
            <p:nvPr/>
          </p:nvSpPr>
          <p:spPr>
            <a:xfrm>
              <a:off x="2590401" y="2678144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8">
              <a:extLst>
                <a:ext uri="{FF2B5EF4-FFF2-40B4-BE49-F238E27FC236}">
                  <a16:creationId xmlns:a16="http://schemas.microsoft.com/office/drawing/2014/main" id="{0BB57753-96A1-9051-2FA6-001C0962032D}"/>
                </a:ext>
              </a:extLst>
            </p:cNvPr>
            <p:cNvSpPr/>
            <p:nvPr/>
          </p:nvSpPr>
          <p:spPr>
            <a:xfrm>
              <a:off x="2287821" y="2677631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8">
              <a:extLst>
                <a:ext uri="{FF2B5EF4-FFF2-40B4-BE49-F238E27FC236}">
                  <a16:creationId xmlns:a16="http://schemas.microsoft.com/office/drawing/2014/main" id="{1DD105FE-FAC9-72E7-4CAC-54931D8D2301}"/>
                </a:ext>
              </a:extLst>
            </p:cNvPr>
            <p:cNvSpPr/>
            <p:nvPr/>
          </p:nvSpPr>
          <p:spPr>
            <a:xfrm>
              <a:off x="2284633" y="2674443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8">
              <a:extLst>
                <a:ext uri="{FF2B5EF4-FFF2-40B4-BE49-F238E27FC236}">
                  <a16:creationId xmlns:a16="http://schemas.microsoft.com/office/drawing/2014/main" id="{F0AEE7D6-3A69-D901-734D-6CFF193377E5}"/>
                </a:ext>
              </a:extLst>
            </p:cNvPr>
            <p:cNvSpPr/>
            <p:nvPr/>
          </p:nvSpPr>
          <p:spPr>
            <a:xfrm>
              <a:off x="2393425" y="2357433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8">
              <a:extLst>
                <a:ext uri="{FF2B5EF4-FFF2-40B4-BE49-F238E27FC236}">
                  <a16:creationId xmlns:a16="http://schemas.microsoft.com/office/drawing/2014/main" id="{82CAB920-002C-DD7F-04D8-52FD84E7A715}"/>
                </a:ext>
              </a:extLst>
            </p:cNvPr>
            <p:cNvSpPr/>
            <p:nvPr/>
          </p:nvSpPr>
          <p:spPr>
            <a:xfrm>
              <a:off x="2389725" y="2506645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8">
              <a:extLst>
                <a:ext uri="{FF2B5EF4-FFF2-40B4-BE49-F238E27FC236}">
                  <a16:creationId xmlns:a16="http://schemas.microsoft.com/office/drawing/2014/main" id="{2EF14D22-2ADA-1B4A-78EB-6FB489757D1B}"/>
                </a:ext>
              </a:extLst>
            </p:cNvPr>
            <p:cNvSpPr/>
            <p:nvPr/>
          </p:nvSpPr>
          <p:spPr>
            <a:xfrm>
              <a:off x="2454681" y="2494889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8">
              <a:extLst>
                <a:ext uri="{FF2B5EF4-FFF2-40B4-BE49-F238E27FC236}">
                  <a16:creationId xmlns:a16="http://schemas.microsoft.com/office/drawing/2014/main" id="{FAF39E72-A614-DB2B-A532-C73152AAFB39}"/>
                </a:ext>
              </a:extLst>
            </p:cNvPr>
            <p:cNvSpPr/>
            <p:nvPr/>
          </p:nvSpPr>
          <p:spPr>
            <a:xfrm>
              <a:off x="2604121" y="2494889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8">
              <a:extLst>
                <a:ext uri="{FF2B5EF4-FFF2-40B4-BE49-F238E27FC236}">
                  <a16:creationId xmlns:a16="http://schemas.microsoft.com/office/drawing/2014/main" id="{78F41621-CDD1-10CA-928B-FC28522826F7}"/>
                </a:ext>
              </a:extLst>
            </p:cNvPr>
            <p:cNvSpPr/>
            <p:nvPr/>
          </p:nvSpPr>
          <p:spPr>
            <a:xfrm>
              <a:off x="2454681" y="2558251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8">
              <a:extLst>
                <a:ext uri="{FF2B5EF4-FFF2-40B4-BE49-F238E27FC236}">
                  <a16:creationId xmlns:a16="http://schemas.microsoft.com/office/drawing/2014/main" id="{E67265DD-238F-6DFE-17F6-C60F6D1A1EA0}"/>
                </a:ext>
              </a:extLst>
            </p:cNvPr>
            <p:cNvSpPr/>
            <p:nvPr/>
          </p:nvSpPr>
          <p:spPr>
            <a:xfrm>
              <a:off x="2554478" y="2525005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8">
              <a:extLst>
                <a:ext uri="{FF2B5EF4-FFF2-40B4-BE49-F238E27FC236}">
                  <a16:creationId xmlns:a16="http://schemas.microsoft.com/office/drawing/2014/main" id="{08FDD2CA-B3DA-D69C-0055-3C361C825107}"/>
                </a:ext>
              </a:extLst>
            </p:cNvPr>
            <p:cNvSpPr/>
            <p:nvPr/>
          </p:nvSpPr>
          <p:spPr>
            <a:xfrm>
              <a:off x="2454681" y="2525005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8">
              <a:extLst>
                <a:ext uri="{FF2B5EF4-FFF2-40B4-BE49-F238E27FC236}">
                  <a16:creationId xmlns:a16="http://schemas.microsoft.com/office/drawing/2014/main" id="{BFE3D79B-98BA-46E8-681C-9D285FCB4D5E}"/>
                </a:ext>
              </a:extLst>
            </p:cNvPr>
            <p:cNvSpPr/>
            <p:nvPr/>
          </p:nvSpPr>
          <p:spPr>
            <a:xfrm>
              <a:off x="2593076" y="2558251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8">
              <a:extLst>
                <a:ext uri="{FF2B5EF4-FFF2-40B4-BE49-F238E27FC236}">
                  <a16:creationId xmlns:a16="http://schemas.microsoft.com/office/drawing/2014/main" id="{09E25E40-F6A0-83AC-FCD6-93D5A8CA2439}"/>
                </a:ext>
              </a:extLst>
            </p:cNvPr>
            <p:cNvSpPr/>
            <p:nvPr/>
          </p:nvSpPr>
          <p:spPr>
            <a:xfrm>
              <a:off x="2393425" y="2137375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8">
              <a:extLst>
                <a:ext uri="{FF2B5EF4-FFF2-40B4-BE49-F238E27FC236}">
                  <a16:creationId xmlns:a16="http://schemas.microsoft.com/office/drawing/2014/main" id="{2F0CA65B-99D0-A751-180D-5A5DB507BF1B}"/>
                </a:ext>
              </a:extLst>
            </p:cNvPr>
            <p:cNvSpPr/>
            <p:nvPr/>
          </p:nvSpPr>
          <p:spPr>
            <a:xfrm>
              <a:off x="2389725" y="2133674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8">
              <a:extLst>
                <a:ext uri="{FF2B5EF4-FFF2-40B4-BE49-F238E27FC236}">
                  <a16:creationId xmlns:a16="http://schemas.microsoft.com/office/drawing/2014/main" id="{AF93DF3B-AA1E-62DD-BD2D-AA4D5BE38CEB}"/>
                </a:ext>
              </a:extLst>
            </p:cNvPr>
            <p:cNvSpPr/>
            <p:nvPr/>
          </p:nvSpPr>
          <p:spPr>
            <a:xfrm>
              <a:off x="2658545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8">
              <a:extLst>
                <a:ext uri="{FF2B5EF4-FFF2-40B4-BE49-F238E27FC236}">
                  <a16:creationId xmlns:a16="http://schemas.microsoft.com/office/drawing/2014/main" id="{28A2193A-76E7-FD22-8B80-7B3BFC846FE9}"/>
                </a:ext>
              </a:extLst>
            </p:cNvPr>
            <p:cNvSpPr/>
            <p:nvPr/>
          </p:nvSpPr>
          <p:spPr>
            <a:xfrm>
              <a:off x="2696574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8">
              <a:extLst>
                <a:ext uri="{FF2B5EF4-FFF2-40B4-BE49-F238E27FC236}">
                  <a16:creationId xmlns:a16="http://schemas.microsoft.com/office/drawing/2014/main" id="{467F6698-C3A9-7A60-6C79-A954A3BD3D1D}"/>
                </a:ext>
              </a:extLst>
            </p:cNvPr>
            <p:cNvSpPr/>
            <p:nvPr/>
          </p:nvSpPr>
          <p:spPr>
            <a:xfrm>
              <a:off x="2734602" y="2148988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8">
              <a:extLst>
                <a:ext uri="{FF2B5EF4-FFF2-40B4-BE49-F238E27FC236}">
                  <a16:creationId xmlns:a16="http://schemas.microsoft.com/office/drawing/2014/main" id="{FD98187B-9A31-0275-F88D-08BCAF4A7139}"/>
                </a:ext>
              </a:extLst>
            </p:cNvPr>
            <p:cNvSpPr/>
            <p:nvPr/>
          </p:nvSpPr>
          <p:spPr>
            <a:xfrm>
              <a:off x="2494304" y="2179616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8">
              <a:extLst>
                <a:ext uri="{FF2B5EF4-FFF2-40B4-BE49-F238E27FC236}">
                  <a16:creationId xmlns:a16="http://schemas.microsoft.com/office/drawing/2014/main" id="{CC825723-0504-C4D6-8211-CADF3F24A8C5}"/>
                </a:ext>
              </a:extLst>
            </p:cNvPr>
            <p:cNvSpPr/>
            <p:nvPr/>
          </p:nvSpPr>
          <p:spPr>
            <a:xfrm>
              <a:off x="2491116" y="2176428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8">
              <a:extLst>
                <a:ext uri="{FF2B5EF4-FFF2-40B4-BE49-F238E27FC236}">
                  <a16:creationId xmlns:a16="http://schemas.microsoft.com/office/drawing/2014/main" id="{69516D39-A129-5869-2D57-7F47A4F00FEA}"/>
                </a:ext>
              </a:extLst>
            </p:cNvPr>
            <p:cNvSpPr/>
            <p:nvPr/>
          </p:nvSpPr>
          <p:spPr>
            <a:xfrm>
              <a:off x="2512806" y="2198118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8">
              <a:extLst>
                <a:ext uri="{FF2B5EF4-FFF2-40B4-BE49-F238E27FC236}">
                  <a16:creationId xmlns:a16="http://schemas.microsoft.com/office/drawing/2014/main" id="{164BD9EF-3029-FB41-E5F9-84C859036458}"/>
                </a:ext>
              </a:extLst>
            </p:cNvPr>
            <p:cNvSpPr/>
            <p:nvPr/>
          </p:nvSpPr>
          <p:spPr>
            <a:xfrm>
              <a:off x="2509618" y="2194930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8">
              <a:extLst>
                <a:ext uri="{FF2B5EF4-FFF2-40B4-BE49-F238E27FC236}">
                  <a16:creationId xmlns:a16="http://schemas.microsoft.com/office/drawing/2014/main" id="{54ED60CB-6D3C-8503-FFED-3BB513663790}"/>
                </a:ext>
              </a:extLst>
            </p:cNvPr>
            <p:cNvSpPr/>
            <p:nvPr/>
          </p:nvSpPr>
          <p:spPr>
            <a:xfrm>
              <a:off x="2576168" y="2227664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8">
              <a:extLst>
                <a:ext uri="{FF2B5EF4-FFF2-40B4-BE49-F238E27FC236}">
                  <a16:creationId xmlns:a16="http://schemas.microsoft.com/office/drawing/2014/main" id="{3B0D2AF8-9F9F-103D-27F7-D1FFF3B51263}"/>
                </a:ext>
              </a:extLst>
            </p:cNvPr>
            <p:cNvSpPr/>
            <p:nvPr/>
          </p:nvSpPr>
          <p:spPr>
            <a:xfrm>
              <a:off x="2570874" y="2256698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8">
              <a:extLst>
                <a:ext uri="{FF2B5EF4-FFF2-40B4-BE49-F238E27FC236}">
                  <a16:creationId xmlns:a16="http://schemas.microsoft.com/office/drawing/2014/main" id="{51ABA79C-A070-ACCA-6F5E-4C19C0BE4324}"/>
                </a:ext>
              </a:extLst>
            </p:cNvPr>
            <p:cNvSpPr/>
            <p:nvPr/>
          </p:nvSpPr>
          <p:spPr>
            <a:xfrm>
              <a:off x="2567686" y="2253567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8">
              <a:extLst>
                <a:ext uri="{FF2B5EF4-FFF2-40B4-BE49-F238E27FC236}">
                  <a16:creationId xmlns:a16="http://schemas.microsoft.com/office/drawing/2014/main" id="{F768568F-4205-EF71-7EF9-2303376292EA}"/>
                </a:ext>
              </a:extLst>
            </p:cNvPr>
            <p:cNvSpPr/>
            <p:nvPr/>
          </p:nvSpPr>
          <p:spPr>
            <a:xfrm>
              <a:off x="1792423" y="2126273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8">
              <a:extLst>
                <a:ext uri="{FF2B5EF4-FFF2-40B4-BE49-F238E27FC236}">
                  <a16:creationId xmlns:a16="http://schemas.microsoft.com/office/drawing/2014/main" id="{F21DD7A6-29E4-7D41-5028-80014E543F88}"/>
                </a:ext>
              </a:extLst>
            </p:cNvPr>
            <p:cNvSpPr/>
            <p:nvPr/>
          </p:nvSpPr>
          <p:spPr>
            <a:xfrm>
              <a:off x="1788722" y="2123085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8">
              <a:extLst>
                <a:ext uri="{FF2B5EF4-FFF2-40B4-BE49-F238E27FC236}">
                  <a16:creationId xmlns:a16="http://schemas.microsoft.com/office/drawing/2014/main" id="{9305484F-C0D6-F73F-E69C-99E6A19FE4F9}"/>
                </a:ext>
              </a:extLst>
            </p:cNvPr>
            <p:cNvSpPr/>
            <p:nvPr/>
          </p:nvSpPr>
          <p:spPr>
            <a:xfrm>
              <a:off x="1978354" y="2178819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8">
              <a:extLst>
                <a:ext uri="{FF2B5EF4-FFF2-40B4-BE49-F238E27FC236}">
                  <a16:creationId xmlns:a16="http://schemas.microsoft.com/office/drawing/2014/main" id="{29D7C1F7-7E0B-3E2B-3030-6D3EC1CFB747}"/>
                </a:ext>
              </a:extLst>
            </p:cNvPr>
            <p:cNvSpPr/>
            <p:nvPr/>
          </p:nvSpPr>
          <p:spPr>
            <a:xfrm>
              <a:off x="1983591" y="2175403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8">
              <a:extLst>
                <a:ext uri="{FF2B5EF4-FFF2-40B4-BE49-F238E27FC236}">
                  <a16:creationId xmlns:a16="http://schemas.microsoft.com/office/drawing/2014/main" id="{499D7E58-9C79-EB44-1943-72EB274D6C55}"/>
                </a:ext>
              </a:extLst>
            </p:cNvPr>
            <p:cNvSpPr/>
            <p:nvPr/>
          </p:nvSpPr>
          <p:spPr>
            <a:xfrm>
              <a:off x="2031697" y="2262505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8">
              <a:extLst>
                <a:ext uri="{FF2B5EF4-FFF2-40B4-BE49-F238E27FC236}">
                  <a16:creationId xmlns:a16="http://schemas.microsoft.com/office/drawing/2014/main" id="{70244C1B-3720-D18C-FAB4-034C5B60E168}"/>
                </a:ext>
              </a:extLst>
            </p:cNvPr>
            <p:cNvSpPr/>
            <p:nvPr/>
          </p:nvSpPr>
          <p:spPr>
            <a:xfrm>
              <a:off x="2027996" y="2259374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8">
              <a:extLst>
                <a:ext uri="{FF2B5EF4-FFF2-40B4-BE49-F238E27FC236}">
                  <a16:creationId xmlns:a16="http://schemas.microsoft.com/office/drawing/2014/main" id="{D1AAC9CB-ECD8-3AB4-A30C-F8CD2A637DC2}"/>
                </a:ext>
              </a:extLst>
            </p:cNvPr>
            <p:cNvSpPr/>
            <p:nvPr/>
          </p:nvSpPr>
          <p:spPr>
            <a:xfrm>
              <a:off x="2048035" y="2214456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8">
              <a:extLst>
                <a:ext uri="{FF2B5EF4-FFF2-40B4-BE49-F238E27FC236}">
                  <a16:creationId xmlns:a16="http://schemas.microsoft.com/office/drawing/2014/main" id="{08FCFD19-FF1E-0B2F-42D2-E70A282EE0C3}"/>
                </a:ext>
              </a:extLst>
            </p:cNvPr>
            <p:cNvSpPr/>
            <p:nvPr/>
          </p:nvSpPr>
          <p:spPr>
            <a:xfrm>
              <a:off x="2044847" y="2210756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8">
              <a:extLst>
                <a:ext uri="{FF2B5EF4-FFF2-40B4-BE49-F238E27FC236}">
                  <a16:creationId xmlns:a16="http://schemas.microsoft.com/office/drawing/2014/main" id="{DBD29017-E684-6FEE-A316-61C854D5A294}"/>
                </a:ext>
              </a:extLst>
            </p:cNvPr>
            <p:cNvSpPr/>
            <p:nvPr/>
          </p:nvSpPr>
          <p:spPr>
            <a:xfrm>
              <a:off x="1908103" y="2387692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8">
              <a:extLst>
                <a:ext uri="{FF2B5EF4-FFF2-40B4-BE49-F238E27FC236}">
                  <a16:creationId xmlns:a16="http://schemas.microsoft.com/office/drawing/2014/main" id="{C3CB748A-94E6-2A69-F952-12ECA08D4ECA}"/>
                </a:ext>
              </a:extLst>
            </p:cNvPr>
            <p:cNvSpPr/>
            <p:nvPr/>
          </p:nvSpPr>
          <p:spPr>
            <a:xfrm>
              <a:off x="1904915" y="2384504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8">
              <a:extLst>
                <a:ext uri="{FF2B5EF4-FFF2-40B4-BE49-F238E27FC236}">
                  <a16:creationId xmlns:a16="http://schemas.microsoft.com/office/drawing/2014/main" id="{0DB19586-6E39-2013-A241-DE6378EB67BF}"/>
                </a:ext>
              </a:extLst>
            </p:cNvPr>
            <p:cNvSpPr/>
            <p:nvPr/>
          </p:nvSpPr>
          <p:spPr>
            <a:xfrm>
              <a:off x="2023726" y="2561439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8">
              <a:extLst>
                <a:ext uri="{FF2B5EF4-FFF2-40B4-BE49-F238E27FC236}">
                  <a16:creationId xmlns:a16="http://schemas.microsoft.com/office/drawing/2014/main" id="{39867A8F-5741-DCD2-8299-D3092CEB1102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8">
              <a:extLst>
                <a:ext uri="{FF2B5EF4-FFF2-40B4-BE49-F238E27FC236}">
                  <a16:creationId xmlns:a16="http://schemas.microsoft.com/office/drawing/2014/main" id="{A983E0E9-6FD7-D15E-3738-BD0FA0FA65E3}"/>
                </a:ext>
              </a:extLst>
            </p:cNvPr>
            <p:cNvSpPr/>
            <p:nvPr/>
          </p:nvSpPr>
          <p:spPr>
            <a:xfrm>
              <a:off x="2269832" y="2159406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8">
              <a:extLst>
                <a:ext uri="{FF2B5EF4-FFF2-40B4-BE49-F238E27FC236}">
                  <a16:creationId xmlns:a16="http://schemas.microsoft.com/office/drawing/2014/main" id="{2C4BB980-077D-3F9B-B38B-F45192112F4D}"/>
                </a:ext>
              </a:extLst>
            </p:cNvPr>
            <p:cNvSpPr/>
            <p:nvPr/>
          </p:nvSpPr>
          <p:spPr>
            <a:xfrm>
              <a:off x="2127793" y="2705071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8">
              <a:extLst>
                <a:ext uri="{FF2B5EF4-FFF2-40B4-BE49-F238E27FC236}">
                  <a16:creationId xmlns:a16="http://schemas.microsoft.com/office/drawing/2014/main" id="{55CC4854-7C75-95F9-FA91-DC0A171AE44C}"/>
                </a:ext>
              </a:extLst>
            </p:cNvPr>
            <p:cNvSpPr/>
            <p:nvPr/>
          </p:nvSpPr>
          <p:spPr>
            <a:xfrm>
              <a:off x="2124605" y="2701883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8">
              <a:extLst>
                <a:ext uri="{FF2B5EF4-FFF2-40B4-BE49-F238E27FC236}">
                  <a16:creationId xmlns:a16="http://schemas.microsoft.com/office/drawing/2014/main" id="{F5EAA223-064B-E936-AE52-4F79D00FFCC0}"/>
                </a:ext>
              </a:extLst>
            </p:cNvPr>
            <p:cNvSpPr/>
            <p:nvPr/>
          </p:nvSpPr>
          <p:spPr>
            <a:xfrm>
              <a:off x="2026402" y="2792742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8">
              <a:extLst>
                <a:ext uri="{FF2B5EF4-FFF2-40B4-BE49-F238E27FC236}">
                  <a16:creationId xmlns:a16="http://schemas.microsoft.com/office/drawing/2014/main" id="{19AB3AC7-5E19-AD1E-A11B-70C09AD3E86A}"/>
                </a:ext>
              </a:extLst>
            </p:cNvPr>
            <p:cNvSpPr/>
            <p:nvPr/>
          </p:nvSpPr>
          <p:spPr>
            <a:xfrm>
              <a:off x="2023214" y="2789554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8">
              <a:extLst>
                <a:ext uri="{FF2B5EF4-FFF2-40B4-BE49-F238E27FC236}">
                  <a16:creationId xmlns:a16="http://schemas.microsoft.com/office/drawing/2014/main" id="{52378362-73D1-177E-BE7D-A26BB05F48EC}"/>
                </a:ext>
              </a:extLst>
            </p:cNvPr>
            <p:cNvSpPr/>
            <p:nvPr/>
          </p:nvSpPr>
          <p:spPr>
            <a:xfrm>
              <a:off x="2123011" y="2705071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8">
              <a:extLst>
                <a:ext uri="{FF2B5EF4-FFF2-40B4-BE49-F238E27FC236}">
                  <a16:creationId xmlns:a16="http://schemas.microsoft.com/office/drawing/2014/main" id="{447B657F-C843-B708-00F3-D53E320C714D}"/>
                </a:ext>
              </a:extLst>
            </p:cNvPr>
            <p:cNvSpPr/>
            <p:nvPr/>
          </p:nvSpPr>
          <p:spPr>
            <a:xfrm>
              <a:off x="2119311" y="2701883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8">
              <a:extLst>
                <a:ext uri="{FF2B5EF4-FFF2-40B4-BE49-F238E27FC236}">
                  <a16:creationId xmlns:a16="http://schemas.microsoft.com/office/drawing/2014/main" id="{CA1D6CFD-179B-6DDC-0F44-E180A758227E}"/>
                </a:ext>
              </a:extLst>
            </p:cNvPr>
            <p:cNvSpPr/>
            <p:nvPr/>
          </p:nvSpPr>
          <p:spPr>
            <a:xfrm>
              <a:off x="2021108" y="2792742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8">
              <a:extLst>
                <a:ext uri="{FF2B5EF4-FFF2-40B4-BE49-F238E27FC236}">
                  <a16:creationId xmlns:a16="http://schemas.microsoft.com/office/drawing/2014/main" id="{8AFC8796-5DD2-B7B4-5632-A0168D559485}"/>
                </a:ext>
              </a:extLst>
            </p:cNvPr>
            <p:cNvSpPr/>
            <p:nvPr/>
          </p:nvSpPr>
          <p:spPr>
            <a:xfrm>
              <a:off x="2017920" y="2789554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8">
              <a:extLst>
                <a:ext uri="{FF2B5EF4-FFF2-40B4-BE49-F238E27FC236}">
                  <a16:creationId xmlns:a16="http://schemas.microsoft.com/office/drawing/2014/main" id="{A8DCA007-E9B5-A12D-9A0C-09A5C058ACBE}"/>
                </a:ext>
              </a:extLst>
            </p:cNvPr>
            <p:cNvSpPr/>
            <p:nvPr/>
          </p:nvSpPr>
          <p:spPr>
            <a:xfrm>
              <a:off x="1924442" y="2844490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8">
              <a:extLst>
                <a:ext uri="{FF2B5EF4-FFF2-40B4-BE49-F238E27FC236}">
                  <a16:creationId xmlns:a16="http://schemas.microsoft.com/office/drawing/2014/main" id="{C0DDF714-D80B-4B17-8872-FE10E0673733}"/>
                </a:ext>
              </a:extLst>
            </p:cNvPr>
            <p:cNvSpPr/>
            <p:nvPr/>
          </p:nvSpPr>
          <p:spPr>
            <a:xfrm>
              <a:off x="1921311" y="2841302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8">
              <a:extLst>
                <a:ext uri="{FF2B5EF4-FFF2-40B4-BE49-F238E27FC236}">
                  <a16:creationId xmlns:a16="http://schemas.microsoft.com/office/drawing/2014/main" id="{10589450-C3B5-1FAB-02B4-4015FD9402BC}"/>
                </a:ext>
              </a:extLst>
            </p:cNvPr>
            <p:cNvSpPr/>
            <p:nvPr/>
          </p:nvSpPr>
          <p:spPr>
            <a:xfrm>
              <a:off x="1919204" y="2844490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8">
              <a:extLst>
                <a:ext uri="{FF2B5EF4-FFF2-40B4-BE49-F238E27FC236}">
                  <a16:creationId xmlns:a16="http://schemas.microsoft.com/office/drawing/2014/main" id="{B29017BD-85BA-2E2B-1B0F-0F4D4820D5C5}"/>
                </a:ext>
              </a:extLst>
            </p:cNvPr>
            <p:cNvSpPr/>
            <p:nvPr/>
          </p:nvSpPr>
          <p:spPr>
            <a:xfrm>
              <a:off x="1916016" y="2841302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8">
              <a:extLst>
                <a:ext uri="{FF2B5EF4-FFF2-40B4-BE49-F238E27FC236}">
                  <a16:creationId xmlns:a16="http://schemas.microsoft.com/office/drawing/2014/main" id="{0768560D-364C-F5F5-4553-A29B13381637}"/>
                </a:ext>
              </a:extLst>
            </p:cNvPr>
            <p:cNvSpPr/>
            <p:nvPr/>
          </p:nvSpPr>
          <p:spPr>
            <a:xfrm>
              <a:off x="1958258" y="2712984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8">
              <a:extLst>
                <a:ext uri="{FF2B5EF4-FFF2-40B4-BE49-F238E27FC236}">
                  <a16:creationId xmlns:a16="http://schemas.microsoft.com/office/drawing/2014/main" id="{5E266E7A-ECEE-8943-7271-12773077A456}"/>
                </a:ext>
              </a:extLst>
            </p:cNvPr>
            <p:cNvSpPr/>
            <p:nvPr/>
          </p:nvSpPr>
          <p:spPr>
            <a:xfrm>
              <a:off x="2564555" y="2795930"/>
              <a:ext cx="268880" cy="282031"/>
            </a:xfrm>
            <a:custGeom>
              <a:avLst/>
              <a:gdLst/>
              <a:ahLst/>
              <a:cxnLst/>
              <a:rect l="l" t="t" r="r" b="b"/>
              <a:pathLst>
                <a:path w="4723" h="4954" extrusionOk="0">
                  <a:moveTo>
                    <a:pt x="2960" y="0"/>
                  </a:moveTo>
                  <a:cubicBezTo>
                    <a:pt x="2087" y="0"/>
                    <a:pt x="1373" y="640"/>
                    <a:pt x="1373" y="1429"/>
                  </a:cubicBezTo>
                  <a:lnTo>
                    <a:pt x="1373" y="3126"/>
                  </a:lnTo>
                  <a:lnTo>
                    <a:pt x="1373" y="3423"/>
                  </a:lnTo>
                  <a:cubicBezTo>
                    <a:pt x="1373" y="4267"/>
                    <a:pt x="946" y="4954"/>
                    <a:pt x="0" y="4954"/>
                  </a:cubicBezTo>
                  <a:lnTo>
                    <a:pt x="4722" y="4954"/>
                  </a:lnTo>
                  <a:lnTo>
                    <a:pt x="4722" y="1429"/>
                  </a:lnTo>
                  <a:cubicBezTo>
                    <a:pt x="4722" y="631"/>
                    <a:pt x="4017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8">
              <a:extLst>
                <a:ext uri="{FF2B5EF4-FFF2-40B4-BE49-F238E27FC236}">
                  <a16:creationId xmlns:a16="http://schemas.microsoft.com/office/drawing/2014/main" id="{B88E296B-BFEF-CEFB-95BD-6C2F73773D0C}"/>
                </a:ext>
              </a:extLst>
            </p:cNvPr>
            <p:cNvSpPr/>
            <p:nvPr/>
          </p:nvSpPr>
          <p:spPr>
            <a:xfrm>
              <a:off x="2561367" y="2792230"/>
              <a:ext cx="275200" cy="288920"/>
            </a:xfrm>
            <a:custGeom>
              <a:avLst/>
              <a:gdLst/>
              <a:ahLst/>
              <a:cxnLst/>
              <a:rect l="l" t="t" r="r" b="b"/>
              <a:pathLst>
                <a:path w="4834" h="5075" extrusionOk="0">
                  <a:moveTo>
                    <a:pt x="3192" y="121"/>
                  </a:moveTo>
                  <a:cubicBezTo>
                    <a:pt x="4036" y="121"/>
                    <a:pt x="4722" y="733"/>
                    <a:pt x="4722" y="1494"/>
                  </a:cubicBezTo>
                  <a:lnTo>
                    <a:pt x="4722" y="4963"/>
                  </a:lnTo>
                  <a:lnTo>
                    <a:pt x="669" y="4963"/>
                  </a:lnTo>
                  <a:cubicBezTo>
                    <a:pt x="1188" y="4741"/>
                    <a:pt x="1485" y="4221"/>
                    <a:pt x="1485" y="3488"/>
                  </a:cubicBezTo>
                  <a:lnTo>
                    <a:pt x="1485" y="1494"/>
                  </a:lnTo>
                  <a:cubicBezTo>
                    <a:pt x="1485" y="733"/>
                    <a:pt x="2171" y="121"/>
                    <a:pt x="3016" y="121"/>
                  </a:cubicBezTo>
                  <a:close/>
                  <a:moveTo>
                    <a:pt x="3016" y="0"/>
                  </a:moveTo>
                  <a:cubicBezTo>
                    <a:pt x="2106" y="0"/>
                    <a:pt x="1374" y="668"/>
                    <a:pt x="1374" y="1494"/>
                  </a:cubicBezTo>
                  <a:lnTo>
                    <a:pt x="1374" y="3488"/>
                  </a:lnTo>
                  <a:cubicBezTo>
                    <a:pt x="1374" y="4416"/>
                    <a:pt x="882" y="4963"/>
                    <a:pt x="56" y="4963"/>
                  </a:cubicBezTo>
                  <a:cubicBezTo>
                    <a:pt x="28" y="4963"/>
                    <a:pt x="1" y="4991"/>
                    <a:pt x="1" y="5019"/>
                  </a:cubicBezTo>
                  <a:cubicBezTo>
                    <a:pt x="1" y="5056"/>
                    <a:pt x="28" y="5075"/>
                    <a:pt x="56" y="5075"/>
                  </a:cubicBezTo>
                  <a:lnTo>
                    <a:pt x="4778" y="5075"/>
                  </a:lnTo>
                  <a:cubicBezTo>
                    <a:pt x="4815" y="5075"/>
                    <a:pt x="4834" y="5056"/>
                    <a:pt x="4834" y="5019"/>
                  </a:cubicBezTo>
                  <a:lnTo>
                    <a:pt x="4834" y="1494"/>
                  </a:lnTo>
                  <a:cubicBezTo>
                    <a:pt x="4834" y="668"/>
                    <a:pt x="4101" y="0"/>
                    <a:pt x="3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8">
              <a:extLst>
                <a:ext uri="{FF2B5EF4-FFF2-40B4-BE49-F238E27FC236}">
                  <a16:creationId xmlns:a16="http://schemas.microsoft.com/office/drawing/2014/main" id="{B4482B33-80FC-1E65-FF84-8FFCD682C2A5}"/>
                </a:ext>
              </a:extLst>
            </p:cNvPr>
            <p:cNvSpPr/>
            <p:nvPr/>
          </p:nvSpPr>
          <p:spPr>
            <a:xfrm>
              <a:off x="2572468" y="2799630"/>
              <a:ext cx="260967" cy="274630"/>
            </a:xfrm>
            <a:custGeom>
              <a:avLst/>
              <a:gdLst/>
              <a:ahLst/>
              <a:cxnLst/>
              <a:rect l="l" t="t" r="r" b="b"/>
              <a:pathLst>
                <a:path w="4584" h="4824" extrusionOk="0">
                  <a:moveTo>
                    <a:pt x="4583" y="4824"/>
                  </a:moveTo>
                  <a:lnTo>
                    <a:pt x="0" y="4824"/>
                  </a:lnTo>
                  <a:lnTo>
                    <a:pt x="0" y="4824"/>
                  </a:lnTo>
                  <a:cubicBezTo>
                    <a:pt x="910" y="4824"/>
                    <a:pt x="1327" y="4156"/>
                    <a:pt x="1327" y="3330"/>
                  </a:cubicBezTo>
                  <a:lnTo>
                    <a:pt x="1327" y="3043"/>
                  </a:lnTo>
                  <a:lnTo>
                    <a:pt x="1327" y="1392"/>
                  </a:lnTo>
                  <a:cubicBezTo>
                    <a:pt x="1327" y="622"/>
                    <a:pt x="2023" y="0"/>
                    <a:pt x="2876" y="0"/>
                  </a:cubicBezTo>
                  <a:lnTo>
                    <a:pt x="3043" y="0"/>
                  </a:lnTo>
                  <a:cubicBezTo>
                    <a:pt x="3897" y="0"/>
                    <a:pt x="4583" y="622"/>
                    <a:pt x="4583" y="1392"/>
                  </a:cubicBezTo>
                  <a:lnTo>
                    <a:pt x="4583" y="48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>
              <a:extLst>
                <a:ext uri="{FF2B5EF4-FFF2-40B4-BE49-F238E27FC236}">
                  <a16:creationId xmlns:a16="http://schemas.microsoft.com/office/drawing/2014/main" id="{A155B033-F254-335A-DC91-38CC11F8323F}"/>
                </a:ext>
              </a:extLst>
            </p:cNvPr>
            <p:cNvSpPr/>
            <p:nvPr/>
          </p:nvSpPr>
          <p:spPr>
            <a:xfrm>
              <a:off x="2730902" y="2795361"/>
              <a:ext cx="742595" cy="638071"/>
            </a:xfrm>
            <a:custGeom>
              <a:avLst/>
              <a:gdLst/>
              <a:ahLst/>
              <a:cxnLst/>
              <a:rect l="l" t="t" r="r" b="b"/>
              <a:pathLst>
                <a:path w="13044" h="11208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17" y="1"/>
                    <a:pt x="1689" y="20"/>
                    <a:pt x="1689" y="1977"/>
                  </a:cubicBezTo>
                  <a:lnTo>
                    <a:pt x="1689" y="3071"/>
                  </a:lnTo>
                  <a:lnTo>
                    <a:pt x="1633" y="9760"/>
                  </a:lnTo>
                  <a:cubicBezTo>
                    <a:pt x="1633" y="10558"/>
                    <a:pt x="2394" y="11207"/>
                    <a:pt x="3331" y="11207"/>
                  </a:cubicBezTo>
                  <a:lnTo>
                    <a:pt x="13025" y="11207"/>
                  </a:lnTo>
                  <a:lnTo>
                    <a:pt x="13034" y="1977"/>
                  </a:lnTo>
                  <a:cubicBezTo>
                    <a:pt x="13043" y="901"/>
                    <a:pt x="12014" y="29"/>
                    <a:pt x="10743" y="19"/>
                  </a:cubicBezTo>
                  <a:lnTo>
                    <a:pt x="3757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>
              <a:extLst>
                <a:ext uri="{FF2B5EF4-FFF2-40B4-BE49-F238E27FC236}">
                  <a16:creationId xmlns:a16="http://schemas.microsoft.com/office/drawing/2014/main" id="{13DD723D-BEE7-FC51-D4EB-474221D4FA1D}"/>
                </a:ext>
              </a:extLst>
            </p:cNvPr>
            <p:cNvSpPr/>
            <p:nvPr/>
          </p:nvSpPr>
          <p:spPr>
            <a:xfrm>
              <a:off x="2726689" y="2792230"/>
              <a:ext cx="749427" cy="644334"/>
            </a:xfrm>
            <a:custGeom>
              <a:avLst/>
              <a:gdLst/>
              <a:ahLst/>
              <a:cxnLst/>
              <a:rect l="l" t="t" r="r" b="b"/>
              <a:pathLst>
                <a:path w="13164" h="11318" extrusionOk="0">
                  <a:moveTo>
                    <a:pt x="650" y="121"/>
                  </a:moveTo>
                  <a:lnTo>
                    <a:pt x="3822" y="139"/>
                  </a:lnTo>
                  <a:lnTo>
                    <a:pt x="3831" y="139"/>
                  </a:lnTo>
                  <a:lnTo>
                    <a:pt x="10817" y="130"/>
                  </a:lnTo>
                  <a:cubicBezTo>
                    <a:pt x="11485" y="139"/>
                    <a:pt x="12106" y="381"/>
                    <a:pt x="12533" y="817"/>
                  </a:cubicBezTo>
                  <a:cubicBezTo>
                    <a:pt x="12867" y="1160"/>
                    <a:pt x="13052" y="1587"/>
                    <a:pt x="13052" y="2032"/>
                  </a:cubicBezTo>
                  <a:lnTo>
                    <a:pt x="13043" y="11197"/>
                  </a:lnTo>
                  <a:lnTo>
                    <a:pt x="3405" y="11197"/>
                  </a:lnTo>
                  <a:cubicBezTo>
                    <a:pt x="2913" y="11197"/>
                    <a:pt x="2459" y="11021"/>
                    <a:pt x="2143" y="10705"/>
                  </a:cubicBezTo>
                  <a:cubicBezTo>
                    <a:pt x="1902" y="10455"/>
                    <a:pt x="1763" y="10140"/>
                    <a:pt x="1772" y="9824"/>
                  </a:cubicBezTo>
                  <a:lnTo>
                    <a:pt x="1828" y="2032"/>
                  </a:lnTo>
                  <a:cubicBezTo>
                    <a:pt x="1828" y="789"/>
                    <a:pt x="1160" y="306"/>
                    <a:pt x="650" y="121"/>
                  </a:cubicBezTo>
                  <a:close/>
                  <a:moveTo>
                    <a:pt x="74" y="0"/>
                  </a:moveTo>
                  <a:cubicBezTo>
                    <a:pt x="9" y="0"/>
                    <a:pt x="0" y="47"/>
                    <a:pt x="0" y="56"/>
                  </a:cubicBezTo>
                  <a:cubicBezTo>
                    <a:pt x="0" y="84"/>
                    <a:pt x="9" y="121"/>
                    <a:pt x="74" y="121"/>
                  </a:cubicBezTo>
                  <a:cubicBezTo>
                    <a:pt x="149" y="121"/>
                    <a:pt x="1707" y="149"/>
                    <a:pt x="1707" y="2032"/>
                  </a:cubicBezTo>
                  <a:lnTo>
                    <a:pt x="1651" y="9824"/>
                  </a:lnTo>
                  <a:cubicBezTo>
                    <a:pt x="1651" y="10177"/>
                    <a:pt x="1800" y="10520"/>
                    <a:pt x="2060" y="10789"/>
                  </a:cubicBezTo>
                  <a:cubicBezTo>
                    <a:pt x="2394" y="11123"/>
                    <a:pt x="2885" y="11318"/>
                    <a:pt x="3405" y="11318"/>
                  </a:cubicBezTo>
                  <a:lnTo>
                    <a:pt x="13099" y="11318"/>
                  </a:lnTo>
                  <a:cubicBezTo>
                    <a:pt x="13127" y="11318"/>
                    <a:pt x="13155" y="11290"/>
                    <a:pt x="13155" y="11262"/>
                  </a:cubicBezTo>
                  <a:lnTo>
                    <a:pt x="13164" y="2032"/>
                  </a:lnTo>
                  <a:cubicBezTo>
                    <a:pt x="13164" y="1559"/>
                    <a:pt x="12969" y="1095"/>
                    <a:pt x="12616" y="733"/>
                  </a:cubicBezTo>
                  <a:cubicBezTo>
                    <a:pt x="12171" y="279"/>
                    <a:pt x="11513" y="19"/>
                    <a:pt x="10817" y="19"/>
                  </a:cubicBezTo>
                  <a:lnTo>
                    <a:pt x="3841" y="28"/>
                  </a:lnTo>
                  <a:lnTo>
                    <a:pt x="3831" y="28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>
              <a:extLst>
                <a:ext uri="{FF2B5EF4-FFF2-40B4-BE49-F238E27FC236}">
                  <a16:creationId xmlns:a16="http://schemas.microsoft.com/office/drawing/2014/main" id="{1CC5DCC1-8DB7-3239-A7C0-A83DC9F64C26}"/>
                </a:ext>
              </a:extLst>
            </p:cNvPr>
            <p:cNvSpPr/>
            <p:nvPr/>
          </p:nvSpPr>
          <p:spPr>
            <a:xfrm>
              <a:off x="2931065" y="2916847"/>
              <a:ext cx="88242" cy="87729"/>
            </a:xfrm>
            <a:custGeom>
              <a:avLst/>
              <a:gdLst/>
              <a:ahLst/>
              <a:cxnLst/>
              <a:rect l="l" t="t" r="r" b="b"/>
              <a:pathLst>
                <a:path w="1550" h="1541" extrusionOk="0">
                  <a:moveTo>
                    <a:pt x="780" y="1"/>
                  </a:moveTo>
                  <a:cubicBezTo>
                    <a:pt x="353" y="1"/>
                    <a:pt x="0" y="344"/>
                    <a:pt x="0" y="770"/>
                  </a:cubicBezTo>
                  <a:cubicBezTo>
                    <a:pt x="0" y="1197"/>
                    <a:pt x="353" y="1540"/>
                    <a:pt x="780" y="1540"/>
                  </a:cubicBezTo>
                  <a:cubicBezTo>
                    <a:pt x="1197" y="1540"/>
                    <a:pt x="1549" y="1197"/>
                    <a:pt x="1549" y="770"/>
                  </a:cubicBezTo>
                  <a:cubicBezTo>
                    <a:pt x="1549" y="344"/>
                    <a:pt x="1197" y="1"/>
                    <a:pt x="7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>
              <a:extLst>
                <a:ext uri="{FF2B5EF4-FFF2-40B4-BE49-F238E27FC236}">
                  <a16:creationId xmlns:a16="http://schemas.microsoft.com/office/drawing/2014/main" id="{922C29F4-7E09-395D-4922-0837ADB0628A}"/>
                </a:ext>
              </a:extLst>
            </p:cNvPr>
            <p:cNvSpPr/>
            <p:nvPr/>
          </p:nvSpPr>
          <p:spPr>
            <a:xfrm>
              <a:off x="2927877" y="2913659"/>
              <a:ext cx="94618" cy="94105"/>
            </a:xfrm>
            <a:custGeom>
              <a:avLst/>
              <a:gdLst/>
              <a:ahLst/>
              <a:cxnLst/>
              <a:rect l="l" t="t" r="r" b="b"/>
              <a:pathLst>
                <a:path w="1662" h="1653" extrusionOk="0">
                  <a:moveTo>
                    <a:pt x="836" y="112"/>
                  </a:moveTo>
                  <a:cubicBezTo>
                    <a:pt x="1225" y="112"/>
                    <a:pt x="1541" y="437"/>
                    <a:pt x="1541" y="826"/>
                  </a:cubicBezTo>
                  <a:cubicBezTo>
                    <a:pt x="1541" y="1216"/>
                    <a:pt x="1225" y="1541"/>
                    <a:pt x="836" y="1541"/>
                  </a:cubicBezTo>
                  <a:cubicBezTo>
                    <a:pt x="437" y="1541"/>
                    <a:pt x="121" y="1216"/>
                    <a:pt x="121" y="826"/>
                  </a:cubicBezTo>
                  <a:cubicBezTo>
                    <a:pt x="121" y="437"/>
                    <a:pt x="437" y="112"/>
                    <a:pt x="836" y="112"/>
                  </a:cubicBezTo>
                  <a:close/>
                  <a:moveTo>
                    <a:pt x="836" y="1"/>
                  </a:moveTo>
                  <a:cubicBezTo>
                    <a:pt x="372" y="1"/>
                    <a:pt x="1" y="372"/>
                    <a:pt x="1" y="826"/>
                  </a:cubicBezTo>
                  <a:cubicBezTo>
                    <a:pt x="1" y="1281"/>
                    <a:pt x="372" y="1652"/>
                    <a:pt x="836" y="1652"/>
                  </a:cubicBezTo>
                  <a:cubicBezTo>
                    <a:pt x="1290" y="1652"/>
                    <a:pt x="1661" y="1281"/>
                    <a:pt x="1661" y="826"/>
                  </a:cubicBezTo>
                  <a:cubicBezTo>
                    <a:pt x="1661" y="372"/>
                    <a:pt x="1290" y="1"/>
                    <a:pt x="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>
              <a:extLst>
                <a:ext uri="{FF2B5EF4-FFF2-40B4-BE49-F238E27FC236}">
                  <a16:creationId xmlns:a16="http://schemas.microsoft.com/office/drawing/2014/main" id="{49499F8B-DBAF-D674-BF9E-433014E0DB57}"/>
                </a:ext>
              </a:extLst>
            </p:cNvPr>
            <p:cNvSpPr/>
            <p:nvPr/>
          </p:nvSpPr>
          <p:spPr>
            <a:xfrm>
              <a:off x="3072079" y="2925842"/>
              <a:ext cx="278331" cy="6376"/>
            </a:xfrm>
            <a:custGeom>
              <a:avLst/>
              <a:gdLst/>
              <a:ahLst/>
              <a:cxnLst/>
              <a:rect l="l" t="t" r="r" b="b"/>
              <a:pathLst>
                <a:path w="4889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4833" y="112"/>
                  </a:lnTo>
                  <a:cubicBezTo>
                    <a:pt x="4870" y="112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>
              <a:extLst>
                <a:ext uri="{FF2B5EF4-FFF2-40B4-BE49-F238E27FC236}">
                  <a16:creationId xmlns:a16="http://schemas.microsoft.com/office/drawing/2014/main" id="{EB3DDE43-99BC-0C7B-61D2-ED9C1E863FDA}"/>
                </a:ext>
              </a:extLst>
            </p:cNvPr>
            <p:cNvSpPr/>
            <p:nvPr/>
          </p:nvSpPr>
          <p:spPr>
            <a:xfrm>
              <a:off x="3072079" y="2960683"/>
              <a:ext cx="115682" cy="6945"/>
            </a:xfrm>
            <a:custGeom>
              <a:avLst/>
              <a:gdLst/>
              <a:ahLst/>
              <a:cxnLst/>
              <a:rect l="l" t="t" r="r" b="b"/>
              <a:pathLst>
                <a:path w="2032" h="122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976" y="121"/>
                  </a:lnTo>
                  <a:cubicBezTo>
                    <a:pt x="2013" y="121"/>
                    <a:pt x="2032" y="93"/>
                    <a:pt x="2032" y="65"/>
                  </a:cubicBezTo>
                  <a:cubicBezTo>
                    <a:pt x="2032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>
              <a:extLst>
                <a:ext uri="{FF2B5EF4-FFF2-40B4-BE49-F238E27FC236}">
                  <a16:creationId xmlns:a16="http://schemas.microsoft.com/office/drawing/2014/main" id="{4B9A7E51-1692-016B-3626-7ECBCFF042E4}"/>
                </a:ext>
              </a:extLst>
            </p:cNvPr>
            <p:cNvSpPr/>
            <p:nvPr/>
          </p:nvSpPr>
          <p:spPr>
            <a:xfrm>
              <a:off x="3234214" y="2960683"/>
              <a:ext cx="116194" cy="6945"/>
            </a:xfrm>
            <a:custGeom>
              <a:avLst/>
              <a:gdLst/>
              <a:ahLst/>
              <a:cxnLst/>
              <a:rect l="l" t="t" r="r" b="b"/>
              <a:pathLst>
                <a:path w="204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76" y="121"/>
                  </a:lnTo>
                  <a:cubicBezTo>
                    <a:pt x="2013" y="121"/>
                    <a:pt x="2041" y="93"/>
                    <a:pt x="2041" y="65"/>
                  </a:cubicBezTo>
                  <a:cubicBezTo>
                    <a:pt x="2041" y="28"/>
                    <a:pt x="2013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>
              <a:extLst>
                <a:ext uri="{FF2B5EF4-FFF2-40B4-BE49-F238E27FC236}">
                  <a16:creationId xmlns:a16="http://schemas.microsoft.com/office/drawing/2014/main" id="{EE4B9B35-1C3C-93D1-6612-7D3936680B3E}"/>
                </a:ext>
              </a:extLst>
            </p:cNvPr>
            <p:cNvSpPr/>
            <p:nvPr/>
          </p:nvSpPr>
          <p:spPr>
            <a:xfrm>
              <a:off x="3074698" y="3010325"/>
              <a:ext cx="115739" cy="6376"/>
            </a:xfrm>
            <a:custGeom>
              <a:avLst/>
              <a:gdLst/>
              <a:ahLst/>
              <a:cxnLst/>
              <a:rect l="l" t="t" r="r" b="b"/>
              <a:pathLst>
                <a:path w="2033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1976" y="112"/>
                  </a:lnTo>
                  <a:cubicBezTo>
                    <a:pt x="2004" y="112"/>
                    <a:pt x="2032" y="93"/>
                    <a:pt x="2032" y="56"/>
                  </a:cubicBezTo>
                  <a:cubicBezTo>
                    <a:pt x="2032" y="28"/>
                    <a:pt x="2004" y="0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>
              <a:extLst>
                <a:ext uri="{FF2B5EF4-FFF2-40B4-BE49-F238E27FC236}">
                  <a16:creationId xmlns:a16="http://schemas.microsoft.com/office/drawing/2014/main" id="{E06ACD5D-1115-A53C-9BE0-8C9DBDAA57F7}"/>
                </a:ext>
              </a:extLst>
            </p:cNvPr>
            <p:cNvSpPr/>
            <p:nvPr/>
          </p:nvSpPr>
          <p:spPr>
            <a:xfrm>
              <a:off x="2932659" y="3068962"/>
              <a:ext cx="85053" cy="84541"/>
            </a:xfrm>
            <a:custGeom>
              <a:avLst/>
              <a:gdLst/>
              <a:ahLst/>
              <a:cxnLst/>
              <a:rect l="l" t="t" r="r" b="b"/>
              <a:pathLst>
                <a:path w="1494" h="1485" extrusionOk="0">
                  <a:moveTo>
                    <a:pt x="752" y="0"/>
                  </a:moveTo>
                  <a:cubicBezTo>
                    <a:pt x="334" y="0"/>
                    <a:pt x="0" y="334"/>
                    <a:pt x="0" y="742"/>
                  </a:cubicBezTo>
                  <a:cubicBezTo>
                    <a:pt x="0" y="1150"/>
                    <a:pt x="334" y="1484"/>
                    <a:pt x="752" y="1484"/>
                  </a:cubicBezTo>
                  <a:cubicBezTo>
                    <a:pt x="1160" y="1484"/>
                    <a:pt x="1494" y="1150"/>
                    <a:pt x="1494" y="742"/>
                  </a:cubicBezTo>
                  <a:cubicBezTo>
                    <a:pt x="1494" y="334"/>
                    <a:pt x="1160" y="0"/>
                    <a:pt x="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>
              <a:extLst>
                <a:ext uri="{FF2B5EF4-FFF2-40B4-BE49-F238E27FC236}">
                  <a16:creationId xmlns:a16="http://schemas.microsoft.com/office/drawing/2014/main" id="{C5ABA11A-50EE-74E3-24A2-1E711C8A7E0F}"/>
                </a:ext>
              </a:extLst>
            </p:cNvPr>
            <p:cNvSpPr/>
            <p:nvPr/>
          </p:nvSpPr>
          <p:spPr>
            <a:xfrm>
              <a:off x="2929471" y="3065774"/>
              <a:ext cx="91430" cy="91430"/>
            </a:xfrm>
            <a:custGeom>
              <a:avLst/>
              <a:gdLst/>
              <a:ahLst/>
              <a:cxnLst/>
              <a:rect l="l" t="t" r="r" b="b"/>
              <a:pathLst>
                <a:path w="1606" h="1606" extrusionOk="0">
                  <a:moveTo>
                    <a:pt x="808" y="112"/>
                  </a:moveTo>
                  <a:cubicBezTo>
                    <a:pt x="1179" y="112"/>
                    <a:pt x="1485" y="418"/>
                    <a:pt x="1485" y="798"/>
                  </a:cubicBezTo>
                  <a:cubicBezTo>
                    <a:pt x="1485" y="1179"/>
                    <a:pt x="1179" y="1485"/>
                    <a:pt x="808" y="1485"/>
                  </a:cubicBezTo>
                  <a:cubicBezTo>
                    <a:pt x="427" y="1485"/>
                    <a:pt x="121" y="1179"/>
                    <a:pt x="121" y="798"/>
                  </a:cubicBezTo>
                  <a:cubicBezTo>
                    <a:pt x="121" y="418"/>
                    <a:pt x="427" y="112"/>
                    <a:pt x="808" y="112"/>
                  </a:cubicBezTo>
                  <a:close/>
                  <a:moveTo>
                    <a:pt x="808" y="1"/>
                  </a:moveTo>
                  <a:cubicBezTo>
                    <a:pt x="362" y="1"/>
                    <a:pt x="0" y="362"/>
                    <a:pt x="0" y="798"/>
                  </a:cubicBezTo>
                  <a:cubicBezTo>
                    <a:pt x="0" y="1244"/>
                    <a:pt x="362" y="1605"/>
                    <a:pt x="808" y="1605"/>
                  </a:cubicBezTo>
                  <a:cubicBezTo>
                    <a:pt x="1244" y="1605"/>
                    <a:pt x="1605" y="1244"/>
                    <a:pt x="1605" y="798"/>
                  </a:cubicBezTo>
                  <a:cubicBezTo>
                    <a:pt x="1605" y="362"/>
                    <a:pt x="1244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>
              <a:extLst>
                <a:ext uri="{FF2B5EF4-FFF2-40B4-BE49-F238E27FC236}">
                  <a16:creationId xmlns:a16="http://schemas.microsoft.com/office/drawing/2014/main" id="{095737AA-B8CD-3488-A02D-6BF68DC5064D}"/>
                </a:ext>
              </a:extLst>
            </p:cNvPr>
            <p:cNvSpPr/>
            <p:nvPr/>
          </p:nvSpPr>
          <p:spPr>
            <a:xfrm>
              <a:off x="3072079" y="3076363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>
              <a:extLst>
                <a:ext uri="{FF2B5EF4-FFF2-40B4-BE49-F238E27FC236}">
                  <a16:creationId xmlns:a16="http://schemas.microsoft.com/office/drawing/2014/main" id="{D8C806B5-8C14-5FAF-F1C4-4142396D42FC}"/>
                </a:ext>
              </a:extLst>
            </p:cNvPr>
            <p:cNvSpPr/>
            <p:nvPr/>
          </p:nvSpPr>
          <p:spPr>
            <a:xfrm>
              <a:off x="2927365" y="3123841"/>
              <a:ext cx="323249" cy="309016"/>
            </a:xfrm>
            <a:custGeom>
              <a:avLst/>
              <a:gdLst/>
              <a:ahLst/>
              <a:cxnLst/>
              <a:rect l="l" t="t" r="r" b="b"/>
              <a:pathLst>
                <a:path w="5678" h="5428" extrusionOk="0">
                  <a:moveTo>
                    <a:pt x="3618" y="1"/>
                  </a:moveTo>
                  <a:cubicBezTo>
                    <a:pt x="2589" y="1"/>
                    <a:pt x="1754" y="697"/>
                    <a:pt x="1754" y="1559"/>
                  </a:cubicBezTo>
                  <a:lnTo>
                    <a:pt x="1754" y="3424"/>
                  </a:lnTo>
                  <a:lnTo>
                    <a:pt x="1754" y="3749"/>
                  </a:lnTo>
                  <a:cubicBezTo>
                    <a:pt x="1754" y="4676"/>
                    <a:pt x="1095" y="5428"/>
                    <a:pt x="0" y="5428"/>
                  </a:cubicBezTo>
                  <a:lnTo>
                    <a:pt x="5678" y="5428"/>
                  </a:lnTo>
                  <a:lnTo>
                    <a:pt x="5678" y="1559"/>
                  </a:lnTo>
                  <a:cubicBezTo>
                    <a:pt x="5678" y="697"/>
                    <a:pt x="4843" y="1"/>
                    <a:pt x="3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>
              <a:extLst>
                <a:ext uri="{FF2B5EF4-FFF2-40B4-BE49-F238E27FC236}">
                  <a16:creationId xmlns:a16="http://schemas.microsoft.com/office/drawing/2014/main" id="{E730E03D-6642-4ADF-8502-BCBB82097610}"/>
                </a:ext>
              </a:extLst>
            </p:cNvPr>
            <p:cNvSpPr/>
            <p:nvPr/>
          </p:nvSpPr>
          <p:spPr>
            <a:xfrm>
              <a:off x="2924177" y="3120198"/>
              <a:ext cx="329625" cy="315848"/>
            </a:xfrm>
            <a:custGeom>
              <a:avLst/>
              <a:gdLst/>
              <a:ahLst/>
              <a:cxnLst/>
              <a:rect l="l" t="t" r="r" b="b"/>
              <a:pathLst>
                <a:path w="5790" h="5548" extrusionOk="0">
                  <a:moveTo>
                    <a:pt x="3878" y="121"/>
                  </a:moveTo>
                  <a:cubicBezTo>
                    <a:pt x="4871" y="121"/>
                    <a:pt x="5678" y="798"/>
                    <a:pt x="5678" y="1623"/>
                  </a:cubicBezTo>
                  <a:lnTo>
                    <a:pt x="5678" y="5427"/>
                  </a:lnTo>
                  <a:lnTo>
                    <a:pt x="761" y="5427"/>
                  </a:lnTo>
                  <a:cubicBezTo>
                    <a:pt x="1439" y="5195"/>
                    <a:pt x="1865" y="4592"/>
                    <a:pt x="1865" y="3813"/>
                  </a:cubicBezTo>
                  <a:lnTo>
                    <a:pt x="1865" y="1623"/>
                  </a:lnTo>
                  <a:cubicBezTo>
                    <a:pt x="1865" y="798"/>
                    <a:pt x="2682" y="121"/>
                    <a:pt x="3674" y="121"/>
                  </a:cubicBezTo>
                  <a:close/>
                  <a:moveTo>
                    <a:pt x="3674" y="0"/>
                  </a:moveTo>
                  <a:cubicBezTo>
                    <a:pt x="2617" y="0"/>
                    <a:pt x="1754" y="733"/>
                    <a:pt x="1754" y="1623"/>
                  </a:cubicBezTo>
                  <a:lnTo>
                    <a:pt x="1754" y="3813"/>
                  </a:lnTo>
                  <a:cubicBezTo>
                    <a:pt x="1754" y="4768"/>
                    <a:pt x="1058" y="5427"/>
                    <a:pt x="56" y="5427"/>
                  </a:cubicBezTo>
                  <a:cubicBezTo>
                    <a:pt x="19" y="5427"/>
                    <a:pt x="1" y="5455"/>
                    <a:pt x="1" y="5492"/>
                  </a:cubicBezTo>
                  <a:cubicBezTo>
                    <a:pt x="1" y="5520"/>
                    <a:pt x="19" y="5547"/>
                    <a:pt x="56" y="5547"/>
                  </a:cubicBezTo>
                  <a:lnTo>
                    <a:pt x="5734" y="5547"/>
                  </a:lnTo>
                  <a:cubicBezTo>
                    <a:pt x="5771" y="5547"/>
                    <a:pt x="5789" y="5520"/>
                    <a:pt x="5789" y="5492"/>
                  </a:cubicBezTo>
                  <a:lnTo>
                    <a:pt x="5789" y="1623"/>
                  </a:lnTo>
                  <a:cubicBezTo>
                    <a:pt x="5789" y="733"/>
                    <a:pt x="4936" y="0"/>
                    <a:pt x="38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>
              <a:extLst>
                <a:ext uri="{FF2B5EF4-FFF2-40B4-BE49-F238E27FC236}">
                  <a16:creationId xmlns:a16="http://schemas.microsoft.com/office/drawing/2014/main" id="{3D4C0A48-06FC-B189-1801-0A703DF5ADF6}"/>
                </a:ext>
              </a:extLst>
            </p:cNvPr>
            <p:cNvSpPr/>
            <p:nvPr/>
          </p:nvSpPr>
          <p:spPr>
            <a:xfrm>
              <a:off x="2936360" y="3132324"/>
              <a:ext cx="307934" cy="294214"/>
            </a:xfrm>
            <a:custGeom>
              <a:avLst/>
              <a:gdLst/>
              <a:ahLst/>
              <a:cxnLst/>
              <a:rect l="l" t="t" r="r" b="b"/>
              <a:pathLst>
                <a:path w="5409" h="5168" extrusionOk="0">
                  <a:moveTo>
                    <a:pt x="5408" y="5167"/>
                  </a:moveTo>
                  <a:lnTo>
                    <a:pt x="56" y="5167"/>
                  </a:lnTo>
                  <a:lnTo>
                    <a:pt x="0" y="5167"/>
                  </a:lnTo>
                  <a:cubicBezTo>
                    <a:pt x="1048" y="5167"/>
                    <a:pt x="1670" y="4453"/>
                    <a:pt x="1670" y="3572"/>
                  </a:cubicBezTo>
                  <a:lnTo>
                    <a:pt x="1670" y="3266"/>
                  </a:lnTo>
                  <a:lnTo>
                    <a:pt x="1670" y="1485"/>
                  </a:lnTo>
                  <a:cubicBezTo>
                    <a:pt x="1670" y="659"/>
                    <a:pt x="2468" y="0"/>
                    <a:pt x="3442" y="0"/>
                  </a:cubicBezTo>
                  <a:lnTo>
                    <a:pt x="3636" y="0"/>
                  </a:lnTo>
                  <a:cubicBezTo>
                    <a:pt x="4620" y="0"/>
                    <a:pt x="5408" y="659"/>
                    <a:pt x="5408" y="1485"/>
                  </a:cubicBezTo>
                  <a:lnTo>
                    <a:pt x="5408" y="51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>
              <a:extLst>
                <a:ext uri="{FF2B5EF4-FFF2-40B4-BE49-F238E27FC236}">
                  <a16:creationId xmlns:a16="http://schemas.microsoft.com/office/drawing/2014/main" id="{BF9DD885-6D90-9DA2-C199-DE795F8C368F}"/>
                </a:ext>
              </a:extLst>
            </p:cNvPr>
            <p:cNvSpPr/>
            <p:nvPr/>
          </p:nvSpPr>
          <p:spPr>
            <a:xfrm>
              <a:off x="3142273" y="3123841"/>
              <a:ext cx="634883" cy="497056"/>
            </a:xfrm>
            <a:custGeom>
              <a:avLst/>
              <a:gdLst/>
              <a:ahLst/>
              <a:cxnLst/>
              <a:rect l="l" t="t" r="r" b="b"/>
              <a:pathLst>
                <a:path w="11152" h="8731" extrusionOk="0">
                  <a:moveTo>
                    <a:pt x="1" y="1"/>
                  </a:moveTo>
                  <a:cubicBezTo>
                    <a:pt x="1031" y="1"/>
                    <a:pt x="1856" y="669"/>
                    <a:pt x="1856" y="1504"/>
                  </a:cubicBezTo>
                  <a:lnTo>
                    <a:pt x="1856" y="7766"/>
                  </a:lnTo>
                  <a:cubicBezTo>
                    <a:pt x="1856" y="8294"/>
                    <a:pt x="2385" y="8730"/>
                    <a:pt x="3044" y="8730"/>
                  </a:cubicBezTo>
                  <a:lnTo>
                    <a:pt x="11152" y="8730"/>
                  </a:lnTo>
                  <a:lnTo>
                    <a:pt x="11152" y="2162"/>
                  </a:lnTo>
                  <a:cubicBezTo>
                    <a:pt x="11152" y="966"/>
                    <a:pt x="9964" y="1"/>
                    <a:pt x="84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>
              <a:extLst>
                <a:ext uri="{FF2B5EF4-FFF2-40B4-BE49-F238E27FC236}">
                  <a16:creationId xmlns:a16="http://schemas.microsoft.com/office/drawing/2014/main" id="{70C1923C-8960-507A-740E-0DAB9334C37F}"/>
                </a:ext>
              </a:extLst>
            </p:cNvPr>
            <p:cNvSpPr/>
            <p:nvPr/>
          </p:nvSpPr>
          <p:spPr>
            <a:xfrm>
              <a:off x="3139142" y="3120198"/>
              <a:ext cx="641203" cy="503831"/>
            </a:xfrm>
            <a:custGeom>
              <a:avLst/>
              <a:gdLst/>
              <a:ahLst/>
              <a:cxnLst/>
              <a:rect l="l" t="t" r="r" b="b"/>
              <a:pathLst>
                <a:path w="11263" h="8850" extrusionOk="0">
                  <a:moveTo>
                    <a:pt x="8544" y="121"/>
                  </a:moveTo>
                  <a:cubicBezTo>
                    <a:pt x="9982" y="121"/>
                    <a:pt x="11142" y="1067"/>
                    <a:pt x="11142" y="2226"/>
                  </a:cubicBezTo>
                  <a:lnTo>
                    <a:pt x="11142" y="8739"/>
                  </a:lnTo>
                  <a:lnTo>
                    <a:pt x="3099" y="8739"/>
                  </a:lnTo>
                  <a:cubicBezTo>
                    <a:pt x="2477" y="8739"/>
                    <a:pt x="1967" y="8330"/>
                    <a:pt x="1967" y="7830"/>
                  </a:cubicBezTo>
                  <a:lnTo>
                    <a:pt x="1967" y="1568"/>
                  </a:lnTo>
                  <a:cubicBezTo>
                    <a:pt x="1967" y="909"/>
                    <a:pt x="1475" y="353"/>
                    <a:pt x="780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cubicBezTo>
                    <a:pt x="1049" y="121"/>
                    <a:pt x="1846" y="770"/>
                    <a:pt x="1846" y="1568"/>
                  </a:cubicBezTo>
                  <a:lnTo>
                    <a:pt x="1846" y="7820"/>
                  </a:lnTo>
                  <a:cubicBezTo>
                    <a:pt x="1846" y="8395"/>
                    <a:pt x="2412" y="8850"/>
                    <a:pt x="3099" y="8850"/>
                  </a:cubicBezTo>
                  <a:lnTo>
                    <a:pt x="11207" y="8850"/>
                  </a:lnTo>
                  <a:cubicBezTo>
                    <a:pt x="11234" y="8850"/>
                    <a:pt x="11262" y="8831"/>
                    <a:pt x="11262" y="8794"/>
                  </a:cubicBezTo>
                  <a:lnTo>
                    <a:pt x="11262" y="2217"/>
                  </a:lnTo>
                  <a:cubicBezTo>
                    <a:pt x="11262" y="993"/>
                    <a:pt x="10047" y="0"/>
                    <a:pt x="8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>
              <a:extLst>
                <a:ext uri="{FF2B5EF4-FFF2-40B4-BE49-F238E27FC236}">
                  <a16:creationId xmlns:a16="http://schemas.microsoft.com/office/drawing/2014/main" id="{0133AF70-CB79-F984-2B80-DE6D7CC03153}"/>
                </a:ext>
              </a:extLst>
            </p:cNvPr>
            <p:cNvSpPr/>
            <p:nvPr/>
          </p:nvSpPr>
          <p:spPr>
            <a:xfrm>
              <a:off x="3355132" y="3261724"/>
              <a:ext cx="82435" cy="82435"/>
            </a:xfrm>
            <a:custGeom>
              <a:avLst/>
              <a:gdLst/>
              <a:ahLst/>
              <a:cxnLst/>
              <a:rect l="l" t="t" r="r" b="b"/>
              <a:pathLst>
                <a:path w="1448" h="1448" extrusionOk="0">
                  <a:moveTo>
                    <a:pt x="724" y="0"/>
                  </a:moveTo>
                  <a:cubicBezTo>
                    <a:pt x="325" y="0"/>
                    <a:pt x="0" y="325"/>
                    <a:pt x="0" y="724"/>
                  </a:cubicBezTo>
                  <a:cubicBezTo>
                    <a:pt x="0" y="1123"/>
                    <a:pt x="325" y="1447"/>
                    <a:pt x="724" y="1447"/>
                  </a:cubicBezTo>
                  <a:cubicBezTo>
                    <a:pt x="1123" y="1447"/>
                    <a:pt x="1448" y="1123"/>
                    <a:pt x="1438" y="724"/>
                  </a:cubicBezTo>
                  <a:cubicBezTo>
                    <a:pt x="1438" y="325"/>
                    <a:pt x="1123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>
              <a:extLst>
                <a:ext uri="{FF2B5EF4-FFF2-40B4-BE49-F238E27FC236}">
                  <a16:creationId xmlns:a16="http://schemas.microsoft.com/office/drawing/2014/main" id="{3C25F4B4-D37E-3A16-654E-7B80ADC4A74A}"/>
                </a:ext>
              </a:extLst>
            </p:cNvPr>
            <p:cNvSpPr/>
            <p:nvPr/>
          </p:nvSpPr>
          <p:spPr>
            <a:xfrm>
              <a:off x="3351944" y="3258536"/>
              <a:ext cx="88811" cy="88754"/>
            </a:xfrm>
            <a:custGeom>
              <a:avLst/>
              <a:gdLst/>
              <a:ahLst/>
              <a:cxnLst/>
              <a:rect l="l" t="t" r="r" b="b"/>
              <a:pathLst>
                <a:path w="1560" h="1559" extrusionOk="0">
                  <a:moveTo>
                    <a:pt x="780" y="121"/>
                  </a:moveTo>
                  <a:cubicBezTo>
                    <a:pt x="1142" y="121"/>
                    <a:pt x="1439" y="418"/>
                    <a:pt x="1439" y="780"/>
                  </a:cubicBezTo>
                  <a:cubicBezTo>
                    <a:pt x="1439" y="1142"/>
                    <a:pt x="1142" y="1448"/>
                    <a:pt x="780" y="1448"/>
                  </a:cubicBezTo>
                  <a:cubicBezTo>
                    <a:pt x="409" y="1448"/>
                    <a:pt x="112" y="1142"/>
                    <a:pt x="112" y="780"/>
                  </a:cubicBezTo>
                  <a:cubicBezTo>
                    <a:pt x="112" y="418"/>
                    <a:pt x="409" y="121"/>
                    <a:pt x="780" y="121"/>
                  </a:cubicBezTo>
                  <a:close/>
                  <a:moveTo>
                    <a:pt x="780" y="1"/>
                  </a:moveTo>
                  <a:cubicBezTo>
                    <a:pt x="344" y="1"/>
                    <a:pt x="1" y="353"/>
                    <a:pt x="1" y="780"/>
                  </a:cubicBezTo>
                  <a:cubicBezTo>
                    <a:pt x="1" y="1206"/>
                    <a:pt x="353" y="1559"/>
                    <a:pt x="780" y="1559"/>
                  </a:cubicBezTo>
                  <a:cubicBezTo>
                    <a:pt x="1207" y="1559"/>
                    <a:pt x="1559" y="1206"/>
                    <a:pt x="1559" y="780"/>
                  </a:cubicBezTo>
                  <a:cubicBezTo>
                    <a:pt x="1559" y="353"/>
                    <a:pt x="1207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>
              <a:extLst>
                <a:ext uri="{FF2B5EF4-FFF2-40B4-BE49-F238E27FC236}">
                  <a16:creationId xmlns:a16="http://schemas.microsoft.com/office/drawing/2014/main" id="{2FD1B2B9-A9C5-C4F2-BC93-CEAB6CA57023}"/>
                </a:ext>
              </a:extLst>
            </p:cNvPr>
            <p:cNvSpPr/>
            <p:nvPr/>
          </p:nvSpPr>
          <p:spPr>
            <a:xfrm>
              <a:off x="3478725" y="3265936"/>
              <a:ext cx="219237" cy="6889"/>
            </a:xfrm>
            <a:custGeom>
              <a:avLst/>
              <a:gdLst/>
              <a:ahLst/>
              <a:cxnLst/>
              <a:rect l="l" t="t" r="r" b="b"/>
              <a:pathLst>
                <a:path w="3851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>
              <a:extLst>
                <a:ext uri="{FF2B5EF4-FFF2-40B4-BE49-F238E27FC236}">
                  <a16:creationId xmlns:a16="http://schemas.microsoft.com/office/drawing/2014/main" id="{175139DF-E486-0F3C-F491-12B55DA91DFF}"/>
                </a:ext>
              </a:extLst>
            </p:cNvPr>
            <p:cNvSpPr/>
            <p:nvPr/>
          </p:nvSpPr>
          <p:spPr>
            <a:xfrm>
              <a:off x="3478725" y="3309772"/>
              <a:ext cx="111981" cy="6889"/>
            </a:xfrm>
            <a:custGeom>
              <a:avLst/>
              <a:gdLst/>
              <a:ahLst/>
              <a:cxnLst/>
              <a:rect l="l" t="t" r="r" b="b"/>
              <a:pathLst>
                <a:path w="196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1911" y="121"/>
                  </a:lnTo>
                  <a:cubicBezTo>
                    <a:pt x="1948" y="121"/>
                    <a:pt x="1967" y="93"/>
                    <a:pt x="1967" y="65"/>
                  </a:cubicBezTo>
                  <a:cubicBezTo>
                    <a:pt x="1967" y="28"/>
                    <a:pt x="1948" y="0"/>
                    <a:pt x="1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>
              <a:extLst>
                <a:ext uri="{FF2B5EF4-FFF2-40B4-BE49-F238E27FC236}">
                  <a16:creationId xmlns:a16="http://schemas.microsoft.com/office/drawing/2014/main" id="{122C644E-96D7-8928-6C7A-F8891C858B9D}"/>
                </a:ext>
              </a:extLst>
            </p:cNvPr>
            <p:cNvSpPr/>
            <p:nvPr/>
          </p:nvSpPr>
          <p:spPr>
            <a:xfrm>
              <a:off x="3478725" y="3346206"/>
              <a:ext cx="219237" cy="6945"/>
            </a:xfrm>
            <a:custGeom>
              <a:avLst/>
              <a:gdLst/>
              <a:ahLst/>
              <a:cxnLst/>
              <a:rect l="l" t="t" r="r" b="b"/>
              <a:pathLst>
                <a:path w="3851" h="122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785" y="121"/>
                  </a:lnTo>
                  <a:cubicBezTo>
                    <a:pt x="3822" y="121"/>
                    <a:pt x="3850" y="93"/>
                    <a:pt x="3850" y="65"/>
                  </a:cubicBezTo>
                  <a:cubicBezTo>
                    <a:pt x="3850" y="28"/>
                    <a:pt x="3822" y="0"/>
                    <a:pt x="3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>
              <a:extLst>
                <a:ext uri="{FF2B5EF4-FFF2-40B4-BE49-F238E27FC236}">
                  <a16:creationId xmlns:a16="http://schemas.microsoft.com/office/drawing/2014/main" id="{102AFF89-0126-E90D-CD49-0EDCA57C6257}"/>
                </a:ext>
              </a:extLst>
            </p:cNvPr>
            <p:cNvSpPr/>
            <p:nvPr/>
          </p:nvSpPr>
          <p:spPr>
            <a:xfrm>
              <a:off x="3314484" y="3420670"/>
              <a:ext cx="598904" cy="199654"/>
            </a:xfrm>
            <a:custGeom>
              <a:avLst/>
              <a:gdLst/>
              <a:ahLst/>
              <a:cxnLst/>
              <a:rect l="l" t="t" r="r" b="b"/>
              <a:pathLst>
                <a:path w="10520" h="3507" extrusionOk="0">
                  <a:moveTo>
                    <a:pt x="10511" y="0"/>
                  </a:moveTo>
                  <a:lnTo>
                    <a:pt x="974" y="10"/>
                  </a:lnTo>
                  <a:lnTo>
                    <a:pt x="974" y="2403"/>
                  </a:lnTo>
                  <a:cubicBezTo>
                    <a:pt x="983" y="2941"/>
                    <a:pt x="640" y="3396"/>
                    <a:pt x="0" y="3498"/>
                  </a:cubicBezTo>
                  <a:cubicBezTo>
                    <a:pt x="40" y="3501"/>
                    <a:pt x="77" y="3502"/>
                    <a:pt x="109" y="3502"/>
                  </a:cubicBezTo>
                  <a:cubicBezTo>
                    <a:pt x="172" y="3502"/>
                    <a:pt x="214" y="3498"/>
                    <a:pt x="214" y="3498"/>
                  </a:cubicBezTo>
                  <a:lnTo>
                    <a:pt x="6429" y="3507"/>
                  </a:lnTo>
                  <a:lnTo>
                    <a:pt x="9138" y="3507"/>
                  </a:lnTo>
                  <a:cubicBezTo>
                    <a:pt x="9898" y="3507"/>
                    <a:pt x="10520" y="3006"/>
                    <a:pt x="10520" y="2403"/>
                  </a:cubicBezTo>
                  <a:lnTo>
                    <a:pt x="10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>
              <a:extLst>
                <a:ext uri="{FF2B5EF4-FFF2-40B4-BE49-F238E27FC236}">
                  <a16:creationId xmlns:a16="http://schemas.microsoft.com/office/drawing/2014/main" id="{DCFD5A1E-50D2-2742-DFF8-42F5E3ECCEC8}"/>
                </a:ext>
              </a:extLst>
            </p:cNvPr>
            <p:cNvSpPr/>
            <p:nvPr/>
          </p:nvSpPr>
          <p:spPr>
            <a:xfrm>
              <a:off x="3309190" y="3417482"/>
              <a:ext cx="607386" cy="206030"/>
            </a:xfrm>
            <a:custGeom>
              <a:avLst/>
              <a:gdLst/>
              <a:ahLst/>
              <a:cxnLst/>
              <a:rect l="l" t="t" r="r" b="b"/>
              <a:pathLst>
                <a:path w="10669" h="3619" extrusionOk="0">
                  <a:moveTo>
                    <a:pt x="10548" y="121"/>
                  </a:moveTo>
                  <a:lnTo>
                    <a:pt x="10548" y="2459"/>
                  </a:lnTo>
                  <a:cubicBezTo>
                    <a:pt x="10548" y="2691"/>
                    <a:pt x="10455" y="2914"/>
                    <a:pt x="10270" y="3099"/>
                  </a:cubicBezTo>
                  <a:cubicBezTo>
                    <a:pt x="10019" y="3359"/>
                    <a:pt x="9639" y="3498"/>
                    <a:pt x="9231" y="3507"/>
                  </a:cubicBezTo>
                  <a:lnTo>
                    <a:pt x="6605" y="3498"/>
                  </a:lnTo>
                  <a:cubicBezTo>
                    <a:pt x="6578" y="3507"/>
                    <a:pt x="6550" y="3507"/>
                    <a:pt x="6522" y="3507"/>
                  </a:cubicBezTo>
                  <a:lnTo>
                    <a:pt x="473" y="3498"/>
                  </a:lnTo>
                  <a:cubicBezTo>
                    <a:pt x="891" y="3313"/>
                    <a:pt x="1132" y="2932"/>
                    <a:pt x="1132" y="2459"/>
                  </a:cubicBezTo>
                  <a:lnTo>
                    <a:pt x="1123" y="121"/>
                  </a:lnTo>
                  <a:close/>
                  <a:moveTo>
                    <a:pt x="10604" y="1"/>
                  </a:moveTo>
                  <a:lnTo>
                    <a:pt x="1067" y="10"/>
                  </a:lnTo>
                  <a:cubicBezTo>
                    <a:pt x="1049" y="10"/>
                    <a:pt x="1039" y="19"/>
                    <a:pt x="1030" y="29"/>
                  </a:cubicBezTo>
                  <a:cubicBezTo>
                    <a:pt x="1012" y="38"/>
                    <a:pt x="1012" y="56"/>
                    <a:pt x="1012" y="66"/>
                  </a:cubicBezTo>
                  <a:lnTo>
                    <a:pt x="1012" y="2459"/>
                  </a:lnTo>
                  <a:cubicBezTo>
                    <a:pt x="1021" y="3006"/>
                    <a:pt x="659" y="3405"/>
                    <a:pt x="84" y="3498"/>
                  </a:cubicBezTo>
                  <a:lnTo>
                    <a:pt x="65" y="3498"/>
                  </a:lnTo>
                  <a:cubicBezTo>
                    <a:pt x="10" y="3498"/>
                    <a:pt x="0" y="3526"/>
                    <a:pt x="0" y="3554"/>
                  </a:cubicBezTo>
                  <a:cubicBezTo>
                    <a:pt x="0" y="3609"/>
                    <a:pt x="47" y="3609"/>
                    <a:pt x="93" y="3619"/>
                  </a:cubicBezTo>
                  <a:lnTo>
                    <a:pt x="9231" y="3619"/>
                  </a:lnTo>
                  <a:cubicBezTo>
                    <a:pt x="9676" y="3619"/>
                    <a:pt x="10084" y="3461"/>
                    <a:pt x="10353" y="3183"/>
                  </a:cubicBezTo>
                  <a:cubicBezTo>
                    <a:pt x="10557" y="2979"/>
                    <a:pt x="10669" y="2719"/>
                    <a:pt x="10669" y="2459"/>
                  </a:cubicBezTo>
                  <a:lnTo>
                    <a:pt x="10659" y="56"/>
                  </a:lnTo>
                  <a:cubicBezTo>
                    <a:pt x="10659" y="29"/>
                    <a:pt x="10631" y="1"/>
                    <a:pt x="10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>
              <a:extLst>
                <a:ext uri="{FF2B5EF4-FFF2-40B4-BE49-F238E27FC236}">
                  <a16:creationId xmlns:a16="http://schemas.microsoft.com/office/drawing/2014/main" id="{73EF813A-F9E8-5F38-5E9C-A28E61C27E5C}"/>
                </a:ext>
              </a:extLst>
            </p:cNvPr>
            <p:cNvSpPr/>
            <p:nvPr/>
          </p:nvSpPr>
          <p:spPr>
            <a:xfrm>
              <a:off x="3319722" y="3424370"/>
              <a:ext cx="583646" cy="192822"/>
            </a:xfrm>
            <a:custGeom>
              <a:avLst/>
              <a:gdLst/>
              <a:ahLst/>
              <a:cxnLst/>
              <a:rect l="l" t="t" r="r" b="b"/>
              <a:pathLst>
                <a:path w="10252" h="3387" extrusionOk="0">
                  <a:moveTo>
                    <a:pt x="10242" y="0"/>
                  </a:moveTo>
                  <a:lnTo>
                    <a:pt x="1021" y="0"/>
                  </a:lnTo>
                  <a:lnTo>
                    <a:pt x="1031" y="2320"/>
                  </a:lnTo>
                  <a:cubicBezTo>
                    <a:pt x="1031" y="2839"/>
                    <a:pt x="706" y="3275"/>
                    <a:pt x="84" y="3377"/>
                  </a:cubicBezTo>
                  <a:cubicBezTo>
                    <a:pt x="66" y="3377"/>
                    <a:pt x="1" y="3377"/>
                    <a:pt x="84" y="3377"/>
                  </a:cubicBezTo>
                  <a:cubicBezTo>
                    <a:pt x="196" y="3377"/>
                    <a:pt x="288" y="3377"/>
                    <a:pt x="288" y="3377"/>
                  </a:cubicBezTo>
                  <a:lnTo>
                    <a:pt x="6300" y="3386"/>
                  </a:lnTo>
                  <a:cubicBezTo>
                    <a:pt x="6328" y="3386"/>
                    <a:pt x="6346" y="3386"/>
                    <a:pt x="6374" y="3386"/>
                  </a:cubicBezTo>
                  <a:lnTo>
                    <a:pt x="8916" y="3386"/>
                  </a:lnTo>
                  <a:cubicBezTo>
                    <a:pt x="9658" y="3377"/>
                    <a:pt x="10252" y="2904"/>
                    <a:pt x="10252" y="23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>
              <a:extLst>
                <a:ext uri="{FF2B5EF4-FFF2-40B4-BE49-F238E27FC236}">
                  <a16:creationId xmlns:a16="http://schemas.microsoft.com/office/drawing/2014/main" id="{AF99F15C-43E6-3EC9-8C37-974C7DEBF7BC}"/>
                </a:ext>
              </a:extLst>
            </p:cNvPr>
            <p:cNvSpPr/>
            <p:nvPr/>
          </p:nvSpPr>
          <p:spPr>
            <a:xfrm>
              <a:off x="1858973" y="2558251"/>
              <a:ext cx="562525" cy="562525"/>
            </a:xfrm>
            <a:custGeom>
              <a:avLst/>
              <a:gdLst/>
              <a:ahLst/>
              <a:cxnLst/>
              <a:rect l="l" t="t" r="r" b="b"/>
              <a:pathLst>
                <a:path w="9881" h="9881" extrusionOk="0">
                  <a:moveTo>
                    <a:pt x="4945" y="1"/>
                  </a:moveTo>
                  <a:cubicBezTo>
                    <a:pt x="2218" y="1"/>
                    <a:pt x="1" y="2218"/>
                    <a:pt x="1" y="4945"/>
                  </a:cubicBezTo>
                  <a:cubicBezTo>
                    <a:pt x="1" y="7672"/>
                    <a:pt x="2218" y="9880"/>
                    <a:pt x="4945" y="9880"/>
                  </a:cubicBezTo>
                  <a:cubicBezTo>
                    <a:pt x="7672" y="9880"/>
                    <a:pt x="9880" y="7672"/>
                    <a:pt x="9880" y="4945"/>
                  </a:cubicBezTo>
                  <a:cubicBezTo>
                    <a:pt x="9880" y="2218"/>
                    <a:pt x="7672" y="1"/>
                    <a:pt x="49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>
              <a:extLst>
                <a:ext uri="{FF2B5EF4-FFF2-40B4-BE49-F238E27FC236}">
                  <a16:creationId xmlns:a16="http://schemas.microsoft.com/office/drawing/2014/main" id="{5E8159C1-A609-C593-FCBC-5A91C3F3C402}"/>
                </a:ext>
              </a:extLst>
            </p:cNvPr>
            <p:cNvSpPr/>
            <p:nvPr/>
          </p:nvSpPr>
          <p:spPr>
            <a:xfrm>
              <a:off x="1748957" y="2524435"/>
              <a:ext cx="630101" cy="630158"/>
            </a:xfrm>
            <a:custGeom>
              <a:avLst/>
              <a:gdLst/>
              <a:ahLst/>
              <a:cxnLst/>
              <a:rect l="l" t="t" r="r" b="b"/>
              <a:pathLst>
                <a:path w="11068" h="11069" extrusionOk="0">
                  <a:moveTo>
                    <a:pt x="5539" y="1"/>
                  </a:moveTo>
                  <a:cubicBezTo>
                    <a:pt x="2487" y="1"/>
                    <a:pt x="1" y="2487"/>
                    <a:pt x="1" y="5539"/>
                  </a:cubicBezTo>
                  <a:cubicBezTo>
                    <a:pt x="1" y="8591"/>
                    <a:pt x="2487" y="11068"/>
                    <a:pt x="5539" y="11068"/>
                  </a:cubicBezTo>
                  <a:cubicBezTo>
                    <a:pt x="8591" y="11068"/>
                    <a:pt x="11068" y="8591"/>
                    <a:pt x="11068" y="5539"/>
                  </a:cubicBezTo>
                  <a:cubicBezTo>
                    <a:pt x="11068" y="2487"/>
                    <a:pt x="8591" y="1"/>
                    <a:pt x="5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>
              <a:extLst>
                <a:ext uri="{FF2B5EF4-FFF2-40B4-BE49-F238E27FC236}">
                  <a16:creationId xmlns:a16="http://schemas.microsoft.com/office/drawing/2014/main" id="{320CF1F6-3519-EBBD-7F6B-CDF3D3086D37}"/>
                </a:ext>
              </a:extLst>
            </p:cNvPr>
            <p:cNvSpPr/>
            <p:nvPr/>
          </p:nvSpPr>
          <p:spPr>
            <a:xfrm>
              <a:off x="1866886" y="2566164"/>
              <a:ext cx="547211" cy="547211"/>
            </a:xfrm>
            <a:custGeom>
              <a:avLst/>
              <a:gdLst/>
              <a:ahLst/>
              <a:cxnLst/>
              <a:rect l="l" t="t" r="r" b="b"/>
              <a:pathLst>
                <a:path w="9612" h="9612" extrusionOk="0">
                  <a:moveTo>
                    <a:pt x="4806" y="1"/>
                  </a:moveTo>
                  <a:cubicBezTo>
                    <a:pt x="4769" y="1"/>
                    <a:pt x="4750" y="29"/>
                    <a:pt x="4750" y="56"/>
                  </a:cubicBezTo>
                  <a:cubicBezTo>
                    <a:pt x="4750" y="94"/>
                    <a:pt x="4769" y="112"/>
                    <a:pt x="4806" y="112"/>
                  </a:cubicBezTo>
                  <a:cubicBezTo>
                    <a:pt x="7394" y="112"/>
                    <a:pt x="9500" y="2218"/>
                    <a:pt x="9500" y="4806"/>
                  </a:cubicBezTo>
                  <a:cubicBezTo>
                    <a:pt x="9500" y="7394"/>
                    <a:pt x="7394" y="9491"/>
                    <a:pt x="4806" y="9491"/>
                  </a:cubicBezTo>
                  <a:cubicBezTo>
                    <a:pt x="2218" y="9491"/>
                    <a:pt x="112" y="7394"/>
                    <a:pt x="112" y="4806"/>
                  </a:cubicBezTo>
                  <a:cubicBezTo>
                    <a:pt x="112" y="4407"/>
                    <a:pt x="168" y="3999"/>
                    <a:pt x="270" y="3619"/>
                  </a:cubicBezTo>
                  <a:cubicBezTo>
                    <a:pt x="279" y="3582"/>
                    <a:pt x="260" y="3554"/>
                    <a:pt x="223" y="3545"/>
                  </a:cubicBezTo>
                  <a:cubicBezTo>
                    <a:pt x="219" y="3543"/>
                    <a:pt x="214" y="3542"/>
                    <a:pt x="209" y="3542"/>
                  </a:cubicBezTo>
                  <a:cubicBezTo>
                    <a:pt x="187" y="3542"/>
                    <a:pt x="166" y="3560"/>
                    <a:pt x="158" y="3591"/>
                  </a:cubicBezTo>
                  <a:cubicBezTo>
                    <a:pt x="56" y="3981"/>
                    <a:pt x="1" y="4389"/>
                    <a:pt x="1" y="4806"/>
                  </a:cubicBezTo>
                  <a:cubicBezTo>
                    <a:pt x="1" y="7459"/>
                    <a:pt x="2153" y="9611"/>
                    <a:pt x="4806" y="9611"/>
                  </a:cubicBezTo>
                  <a:cubicBezTo>
                    <a:pt x="7459" y="9611"/>
                    <a:pt x="9611" y="7459"/>
                    <a:pt x="9611" y="4806"/>
                  </a:cubicBezTo>
                  <a:cubicBezTo>
                    <a:pt x="9611" y="2153"/>
                    <a:pt x="7459" y="1"/>
                    <a:pt x="48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>
              <a:extLst>
                <a:ext uri="{FF2B5EF4-FFF2-40B4-BE49-F238E27FC236}">
                  <a16:creationId xmlns:a16="http://schemas.microsoft.com/office/drawing/2014/main" id="{620BC206-D3D6-6B34-C091-BDB2673022CD}"/>
                </a:ext>
              </a:extLst>
            </p:cNvPr>
            <p:cNvSpPr/>
            <p:nvPr/>
          </p:nvSpPr>
          <p:spPr>
            <a:xfrm>
              <a:off x="1890683" y="2596621"/>
              <a:ext cx="128890" cy="134412"/>
            </a:xfrm>
            <a:custGeom>
              <a:avLst/>
              <a:gdLst/>
              <a:ahLst/>
              <a:cxnLst/>
              <a:rect l="l" t="t" r="r" b="b"/>
              <a:pathLst>
                <a:path w="2264" h="2361" extrusionOk="0">
                  <a:moveTo>
                    <a:pt x="2193" y="0"/>
                  </a:moveTo>
                  <a:cubicBezTo>
                    <a:pt x="2185" y="0"/>
                    <a:pt x="2178" y="2"/>
                    <a:pt x="2171" y="4"/>
                  </a:cubicBezTo>
                  <a:cubicBezTo>
                    <a:pt x="1985" y="97"/>
                    <a:pt x="1809" y="208"/>
                    <a:pt x="1642" y="319"/>
                  </a:cubicBezTo>
                  <a:cubicBezTo>
                    <a:pt x="1253" y="598"/>
                    <a:pt x="909" y="922"/>
                    <a:pt x="612" y="1293"/>
                  </a:cubicBezTo>
                  <a:cubicBezTo>
                    <a:pt x="371" y="1599"/>
                    <a:pt x="167" y="1933"/>
                    <a:pt x="9" y="2286"/>
                  </a:cubicBezTo>
                  <a:cubicBezTo>
                    <a:pt x="0" y="2314"/>
                    <a:pt x="9" y="2342"/>
                    <a:pt x="37" y="2360"/>
                  </a:cubicBezTo>
                  <a:lnTo>
                    <a:pt x="65" y="2360"/>
                  </a:lnTo>
                  <a:cubicBezTo>
                    <a:pt x="84" y="2360"/>
                    <a:pt x="102" y="2351"/>
                    <a:pt x="111" y="2332"/>
                  </a:cubicBezTo>
                  <a:cubicBezTo>
                    <a:pt x="269" y="1989"/>
                    <a:pt x="464" y="1664"/>
                    <a:pt x="696" y="1368"/>
                  </a:cubicBezTo>
                  <a:cubicBezTo>
                    <a:pt x="993" y="1006"/>
                    <a:pt x="1327" y="681"/>
                    <a:pt x="1716" y="412"/>
                  </a:cubicBezTo>
                  <a:cubicBezTo>
                    <a:pt x="1874" y="301"/>
                    <a:pt x="2050" y="199"/>
                    <a:pt x="2227" y="106"/>
                  </a:cubicBezTo>
                  <a:cubicBezTo>
                    <a:pt x="2254" y="97"/>
                    <a:pt x="2264" y="60"/>
                    <a:pt x="2245" y="32"/>
                  </a:cubicBezTo>
                  <a:cubicBezTo>
                    <a:pt x="2238" y="11"/>
                    <a:pt x="2216" y="0"/>
                    <a:pt x="2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>
              <a:extLst>
                <a:ext uri="{FF2B5EF4-FFF2-40B4-BE49-F238E27FC236}">
                  <a16:creationId xmlns:a16="http://schemas.microsoft.com/office/drawing/2014/main" id="{11F4D9CF-6BE0-31E2-BEF9-661D0ACB5E63}"/>
                </a:ext>
              </a:extLst>
            </p:cNvPr>
            <p:cNvSpPr/>
            <p:nvPr/>
          </p:nvSpPr>
          <p:spPr>
            <a:xfrm>
              <a:off x="1712152" y="3085073"/>
              <a:ext cx="182802" cy="179216"/>
            </a:xfrm>
            <a:custGeom>
              <a:avLst/>
              <a:gdLst/>
              <a:ahLst/>
              <a:cxnLst/>
              <a:rect l="l" t="t" r="r" b="b"/>
              <a:pathLst>
                <a:path w="3211" h="3148" extrusionOk="0">
                  <a:moveTo>
                    <a:pt x="1354" y="0"/>
                  </a:moveTo>
                  <a:cubicBezTo>
                    <a:pt x="1272" y="0"/>
                    <a:pt x="1188" y="33"/>
                    <a:pt x="1123" y="98"/>
                  </a:cubicBezTo>
                  <a:lnTo>
                    <a:pt x="121" y="1090"/>
                  </a:lnTo>
                  <a:cubicBezTo>
                    <a:pt x="1" y="1220"/>
                    <a:pt x="1" y="1424"/>
                    <a:pt x="121" y="1545"/>
                  </a:cubicBezTo>
                  <a:lnTo>
                    <a:pt x="205" y="1619"/>
                  </a:lnTo>
                  <a:lnTo>
                    <a:pt x="1439" y="2862"/>
                  </a:lnTo>
                  <a:lnTo>
                    <a:pt x="1633" y="3057"/>
                  </a:lnTo>
                  <a:cubicBezTo>
                    <a:pt x="1694" y="3117"/>
                    <a:pt x="1775" y="3147"/>
                    <a:pt x="1857" y="3147"/>
                  </a:cubicBezTo>
                  <a:cubicBezTo>
                    <a:pt x="1939" y="3147"/>
                    <a:pt x="2023" y="3117"/>
                    <a:pt x="2088" y="3057"/>
                  </a:cubicBezTo>
                  <a:lnTo>
                    <a:pt x="3090" y="2055"/>
                  </a:lnTo>
                  <a:cubicBezTo>
                    <a:pt x="3201" y="1934"/>
                    <a:pt x="3210" y="1749"/>
                    <a:pt x="3099" y="1619"/>
                  </a:cubicBezTo>
                  <a:cubicBezTo>
                    <a:pt x="3099" y="1619"/>
                    <a:pt x="3090" y="1610"/>
                    <a:pt x="3081" y="1600"/>
                  </a:cubicBezTo>
                  <a:lnTo>
                    <a:pt x="1587" y="107"/>
                  </a:lnTo>
                  <a:lnTo>
                    <a:pt x="1578" y="98"/>
                  </a:lnTo>
                  <a:cubicBezTo>
                    <a:pt x="1517" y="33"/>
                    <a:pt x="1436" y="0"/>
                    <a:pt x="13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>
              <a:extLst>
                <a:ext uri="{FF2B5EF4-FFF2-40B4-BE49-F238E27FC236}">
                  <a16:creationId xmlns:a16="http://schemas.microsoft.com/office/drawing/2014/main" id="{3C18F2E8-150F-D2C5-34FA-FA3CDFAA0A80}"/>
                </a:ext>
              </a:extLst>
            </p:cNvPr>
            <p:cNvSpPr/>
            <p:nvPr/>
          </p:nvSpPr>
          <p:spPr>
            <a:xfrm>
              <a:off x="1710558" y="3081600"/>
              <a:ext cx="188097" cy="185990"/>
            </a:xfrm>
            <a:custGeom>
              <a:avLst/>
              <a:gdLst/>
              <a:ahLst/>
              <a:cxnLst/>
              <a:rect l="l" t="t" r="r" b="b"/>
              <a:pathLst>
                <a:path w="3304" h="3267" extrusionOk="0">
                  <a:moveTo>
                    <a:pt x="1383" y="121"/>
                  </a:moveTo>
                  <a:cubicBezTo>
                    <a:pt x="1448" y="121"/>
                    <a:pt x="1513" y="140"/>
                    <a:pt x="1569" y="196"/>
                  </a:cubicBezTo>
                  <a:lnTo>
                    <a:pt x="3081" y="1708"/>
                  </a:lnTo>
                  <a:lnTo>
                    <a:pt x="3090" y="1717"/>
                  </a:lnTo>
                  <a:cubicBezTo>
                    <a:pt x="3173" y="1828"/>
                    <a:pt x="3173" y="1977"/>
                    <a:pt x="3071" y="2070"/>
                  </a:cubicBezTo>
                  <a:lnTo>
                    <a:pt x="2070" y="3071"/>
                  </a:lnTo>
                  <a:cubicBezTo>
                    <a:pt x="2019" y="3122"/>
                    <a:pt x="1954" y="3148"/>
                    <a:pt x="1889" y="3148"/>
                  </a:cubicBezTo>
                  <a:cubicBezTo>
                    <a:pt x="1824" y="3148"/>
                    <a:pt x="1759" y="3122"/>
                    <a:pt x="1708" y="3071"/>
                  </a:cubicBezTo>
                  <a:lnTo>
                    <a:pt x="196" y="1569"/>
                  </a:lnTo>
                  <a:cubicBezTo>
                    <a:pt x="94" y="1467"/>
                    <a:pt x="94" y="1300"/>
                    <a:pt x="196" y="1198"/>
                  </a:cubicBezTo>
                  <a:lnTo>
                    <a:pt x="1198" y="196"/>
                  </a:lnTo>
                  <a:cubicBezTo>
                    <a:pt x="1244" y="140"/>
                    <a:pt x="1318" y="121"/>
                    <a:pt x="1383" y="121"/>
                  </a:cubicBezTo>
                  <a:close/>
                  <a:moveTo>
                    <a:pt x="1383" y="1"/>
                  </a:moveTo>
                  <a:cubicBezTo>
                    <a:pt x="1286" y="1"/>
                    <a:pt x="1188" y="38"/>
                    <a:pt x="1114" y="112"/>
                  </a:cubicBezTo>
                  <a:lnTo>
                    <a:pt x="112" y="1114"/>
                  </a:lnTo>
                  <a:cubicBezTo>
                    <a:pt x="47" y="1188"/>
                    <a:pt x="1" y="1281"/>
                    <a:pt x="1" y="1383"/>
                  </a:cubicBezTo>
                  <a:cubicBezTo>
                    <a:pt x="1" y="1485"/>
                    <a:pt x="47" y="1578"/>
                    <a:pt x="112" y="1643"/>
                  </a:cubicBezTo>
                  <a:lnTo>
                    <a:pt x="1624" y="3155"/>
                  </a:lnTo>
                  <a:cubicBezTo>
                    <a:pt x="1689" y="3229"/>
                    <a:pt x="1791" y="3266"/>
                    <a:pt x="1884" y="3266"/>
                  </a:cubicBezTo>
                  <a:cubicBezTo>
                    <a:pt x="1986" y="3266"/>
                    <a:pt x="2079" y="3229"/>
                    <a:pt x="2153" y="3155"/>
                  </a:cubicBezTo>
                  <a:lnTo>
                    <a:pt x="3155" y="2153"/>
                  </a:lnTo>
                  <a:cubicBezTo>
                    <a:pt x="3294" y="2014"/>
                    <a:pt x="3303" y="1801"/>
                    <a:pt x="3173" y="1643"/>
                  </a:cubicBezTo>
                  <a:cubicBezTo>
                    <a:pt x="3164" y="1634"/>
                    <a:pt x="3164" y="1624"/>
                    <a:pt x="3155" y="1624"/>
                  </a:cubicBezTo>
                  <a:lnTo>
                    <a:pt x="1652" y="112"/>
                  </a:lnTo>
                  <a:cubicBezTo>
                    <a:pt x="1578" y="38"/>
                    <a:pt x="1480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>
              <a:extLst>
                <a:ext uri="{FF2B5EF4-FFF2-40B4-BE49-F238E27FC236}">
                  <a16:creationId xmlns:a16="http://schemas.microsoft.com/office/drawing/2014/main" id="{2EBEBC7D-DE7A-4B1A-4BD9-5687847364B1}"/>
                </a:ext>
              </a:extLst>
            </p:cNvPr>
            <p:cNvSpPr/>
            <p:nvPr/>
          </p:nvSpPr>
          <p:spPr>
            <a:xfrm>
              <a:off x="1663022" y="3177184"/>
              <a:ext cx="131053" cy="132135"/>
            </a:xfrm>
            <a:custGeom>
              <a:avLst/>
              <a:gdLst/>
              <a:ahLst/>
              <a:cxnLst/>
              <a:rect l="l" t="t" r="r" b="b"/>
              <a:pathLst>
                <a:path w="2302" h="2321" extrusionOk="0">
                  <a:moveTo>
                    <a:pt x="1068" y="1"/>
                  </a:moveTo>
                  <a:lnTo>
                    <a:pt x="1" y="1096"/>
                  </a:lnTo>
                  <a:cubicBezTo>
                    <a:pt x="353" y="1383"/>
                    <a:pt x="864" y="1893"/>
                    <a:pt x="1188" y="2255"/>
                  </a:cubicBezTo>
                  <a:cubicBezTo>
                    <a:pt x="1207" y="2283"/>
                    <a:pt x="1225" y="2302"/>
                    <a:pt x="1244" y="2320"/>
                  </a:cubicBezTo>
                  <a:lnTo>
                    <a:pt x="2302" y="124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>
              <a:extLst>
                <a:ext uri="{FF2B5EF4-FFF2-40B4-BE49-F238E27FC236}">
                  <a16:creationId xmlns:a16="http://schemas.microsoft.com/office/drawing/2014/main" id="{BB77946C-15F6-1BD7-4BD7-1E89BAAB9602}"/>
                </a:ext>
              </a:extLst>
            </p:cNvPr>
            <p:cNvSpPr/>
            <p:nvPr/>
          </p:nvSpPr>
          <p:spPr>
            <a:xfrm>
              <a:off x="1659322" y="3174053"/>
              <a:ext cx="138454" cy="138909"/>
            </a:xfrm>
            <a:custGeom>
              <a:avLst/>
              <a:gdLst/>
              <a:ahLst/>
              <a:cxnLst/>
              <a:rect l="l" t="t" r="r" b="b"/>
              <a:pathLst>
                <a:path w="2432" h="2440" extrusionOk="0">
                  <a:moveTo>
                    <a:pt x="1133" y="139"/>
                  </a:moveTo>
                  <a:lnTo>
                    <a:pt x="2292" y="1290"/>
                  </a:lnTo>
                  <a:lnTo>
                    <a:pt x="1309" y="2292"/>
                  </a:lnTo>
                  <a:cubicBezTo>
                    <a:pt x="1309" y="2282"/>
                    <a:pt x="1300" y="2282"/>
                    <a:pt x="1300" y="2273"/>
                  </a:cubicBezTo>
                  <a:cubicBezTo>
                    <a:pt x="975" y="1911"/>
                    <a:pt x="493" y="1438"/>
                    <a:pt x="149" y="1141"/>
                  </a:cubicBezTo>
                  <a:lnTo>
                    <a:pt x="1133" y="139"/>
                  </a:lnTo>
                  <a:close/>
                  <a:moveTo>
                    <a:pt x="1123" y="0"/>
                  </a:moveTo>
                  <a:cubicBezTo>
                    <a:pt x="1114" y="0"/>
                    <a:pt x="1096" y="0"/>
                    <a:pt x="1086" y="10"/>
                  </a:cubicBezTo>
                  <a:lnTo>
                    <a:pt x="20" y="1104"/>
                  </a:lnTo>
                  <a:cubicBezTo>
                    <a:pt x="10" y="1113"/>
                    <a:pt x="1" y="1132"/>
                    <a:pt x="1" y="1151"/>
                  </a:cubicBezTo>
                  <a:cubicBezTo>
                    <a:pt x="10" y="1169"/>
                    <a:pt x="20" y="1188"/>
                    <a:pt x="29" y="1197"/>
                  </a:cubicBezTo>
                  <a:cubicBezTo>
                    <a:pt x="363" y="1475"/>
                    <a:pt x="882" y="1985"/>
                    <a:pt x="1207" y="2357"/>
                  </a:cubicBezTo>
                  <a:cubicBezTo>
                    <a:pt x="1226" y="2375"/>
                    <a:pt x="1244" y="2394"/>
                    <a:pt x="1263" y="2412"/>
                  </a:cubicBezTo>
                  <a:cubicBezTo>
                    <a:pt x="1272" y="2431"/>
                    <a:pt x="1290" y="2440"/>
                    <a:pt x="1309" y="2440"/>
                  </a:cubicBezTo>
                  <a:cubicBezTo>
                    <a:pt x="1328" y="2440"/>
                    <a:pt x="1337" y="2431"/>
                    <a:pt x="1346" y="2421"/>
                  </a:cubicBezTo>
                  <a:lnTo>
                    <a:pt x="2404" y="1336"/>
                  </a:lnTo>
                  <a:cubicBezTo>
                    <a:pt x="2431" y="1308"/>
                    <a:pt x="2431" y="1271"/>
                    <a:pt x="2404" y="1253"/>
                  </a:cubicBezTo>
                  <a:lnTo>
                    <a:pt x="1170" y="10"/>
                  </a:lnTo>
                  <a:cubicBezTo>
                    <a:pt x="1161" y="0"/>
                    <a:pt x="1142" y="0"/>
                    <a:pt x="1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>
              <a:extLst>
                <a:ext uri="{FF2B5EF4-FFF2-40B4-BE49-F238E27FC236}">
                  <a16:creationId xmlns:a16="http://schemas.microsoft.com/office/drawing/2014/main" id="{9526EA01-11E6-C23A-37F5-61CB23636CDD}"/>
                </a:ext>
              </a:extLst>
            </p:cNvPr>
            <p:cNvSpPr/>
            <p:nvPr/>
          </p:nvSpPr>
          <p:spPr>
            <a:xfrm>
              <a:off x="1329815" y="3227054"/>
              <a:ext cx="419403" cy="406252"/>
            </a:xfrm>
            <a:custGeom>
              <a:avLst/>
              <a:gdLst/>
              <a:ahLst/>
              <a:cxnLst/>
              <a:rect l="l" t="t" r="r" b="b"/>
              <a:pathLst>
                <a:path w="7367" h="7136" extrusionOk="0">
                  <a:moveTo>
                    <a:pt x="5511" y="1"/>
                  </a:moveTo>
                  <a:cubicBezTo>
                    <a:pt x="5503" y="1"/>
                    <a:pt x="5497" y="3"/>
                    <a:pt x="5492" y="6"/>
                  </a:cubicBezTo>
                  <a:lnTo>
                    <a:pt x="511" y="4941"/>
                  </a:lnTo>
                  <a:cubicBezTo>
                    <a:pt x="0" y="5442"/>
                    <a:pt x="0" y="6259"/>
                    <a:pt x="511" y="6760"/>
                  </a:cubicBezTo>
                  <a:cubicBezTo>
                    <a:pt x="761" y="7010"/>
                    <a:pt x="1093" y="7135"/>
                    <a:pt x="1425" y="7135"/>
                  </a:cubicBezTo>
                  <a:cubicBezTo>
                    <a:pt x="1758" y="7135"/>
                    <a:pt x="2092" y="7010"/>
                    <a:pt x="2347" y="6760"/>
                  </a:cubicBezTo>
                  <a:lnTo>
                    <a:pt x="7329" y="1824"/>
                  </a:lnTo>
                  <a:cubicBezTo>
                    <a:pt x="7366" y="1797"/>
                    <a:pt x="7264" y="1648"/>
                    <a:pt x="7097" y="1453"/>
                  </a:cubicBezTo>
                  <a:cubicBezTo>
                    <a:pt x="7078" y="1426"/>
                    <a:pt x="7060" y="1407"/>
                    <a:pt x="7041" y="1388"/>
                  </a:cubicBezTo>
                  <a:cubicBezTo>
                    <a:pt x="6717" y="1017"/>
                    <a:pt x="6206" y="507"/>
                    <a:pt x="5854" y="220"/>
                  </a:cubicBezTo>
                  <a:cubicBezTo>
                    <a:pt x="5854" y="220"/>
                    <a:pt x="5854" y="220"/>
                    <a:pt x="5854" y="210"/>
                  </a:cubicBezTo>
                  <a:cubicBezTo>
                    <a:pt x="5692" y="81"/>
                    <a:pt x="5566" y="1"/>
                    <a:pt x="55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>
              <a:extLst>
                <a:ext uri="{FF2B5EF4-FFF2-40B4-BE49-F238E27FC236}">
                  <a16:creationId xmlns:a16="http://schemas.microsoft.com/office/drawing/2014/main" id="{8740F84F-4135-6A45-7D83-7090D6F3B0AA}"/>
                </a:ext>
              </a:extLst>
            </p:cNvPr>
            <p:cNvSpPr/>
            <p:nvPr/>
          </p:nvSpPr>
          <p:spPr>
            <a:xfrm>
              <a:off x="1333516" y="3223752"/>
              <a:ext cx="419346" cy="412970"/>
            </a:xfrm>
            <a:custGeom>
              <a:avLst/>
              <a:gdLst/>
              <a:ahLst/>
              <a:cxnLst/>
              <a:rect l="l" t="t" r="r" b="b"/>
              <a:pathLst>
                <a:path w="7366" h="7254" extrusionOk="0">
                  <a:moveTo>
                    <a:pt x="5455" y="120"/>
                  </a:moveTo>
                  <a:cubicBezTo>
                    <a:pt x="5483" y="129"/>
                    <a:pt x="5557" y="166"/>
                    <a:pt x="5752" y="324"/>
                  </a:cubicBezTo>
                  <a:cubicBezTo>
                    <a:pt x="6086" y="602"/>
                    <a:pt x="6605" y="1112"/>
                    <a:pt x="6930" y="1484"/>
                  </a:cubicBezTo>
                  <a:cubicBezTo>
                    <a:pt x="6949" y="1502"/>
                    <a:pt x="6967" y="1521"/>
                    <a:pt x="6986" y="1548"/>
                  </a:cubicBezTo>
                  <a:cubicBezTo>
                    <a:pt x="7162" y="1753"/>
                    <a:pt x="7199" y="1827"/>
                    <a:pt x="7208" y="1855"/>
                  </a:cubicBezTo>
                  <a:lnTo>
                    <a:pt x="2236" y="6771"/>
                  </a:lnTo>
                  <a:cubicBezTo>
                    <a:pt x="1995" y="7012"/>
                    <a:pt x="1677" y="7133"/>
                    <a:pt x="1359" y="7133"/>
                  </a:cubicBezTo>
                  <a:cubicBezTo>
                    <a:pt x="1042" y="7133"/>
                    <a:pt x="724" y="7012"/>
                    <a:pt x="483" y="6771"/>
                  </a:cubicBezTo>
                  <a:cubicBezTo>
                    <a:pt x="251" y="6539"/>
                    <a:pt x="121" y="6233"/>
                    <a:pt x="121" y="5908"/>
                  </a:cubicBezTo>
                  <a:cubicBezTo>
                    <a:pt x="121" y="5575"/>
                    <a:pt x="251" y="5268"/>
                    <a:pt x="483" y="5036"/>
                  </a:cubicBezTo>
                  <a:lnTo>
                    <a:pt x="5455" y="120"/>
                  </a:lnTo>
                  <a:close/>
                  <a:moveTo>
                    <a:pt x="5450" y="1"/>
                  </a:moveTo>
                  <a:cubicBezTo>
                    <a:pt x="5425" y="1"/>
                    <a:pt x="5406" y="11"/>
                    <a:pt x="5390" y="27"/>
                  </a:cubicBezTo>
                  <a:lnTo>
                    <a:pt x="399" y="4962"/>
                  </a:lnTo>
                  <a:cubicBezTo>
                    <a:pt x="149" y="5213"/>
                    <a:pt x="0" y="5547"/>
                    <a:pt x="0" y="5908"/>
                  </a:cubicBezTo>
                  <a:cubicBezTo>
                    <a:pt x="0" y="6270"/>
                    <a:pt x="149" y="6604"/>
                    <a:pt x="399" y="6855"/>
                  </a:cubicBezTo>
                  <a:cubicBezTo>
                    <a:pt x="668" y="7114"/>
                    <a:pt x="1011" y="7254"/>
                    <a:pt x="1364" y="7254"/>
                  </a:cubicBezTo>
                  <a:cubicBezTo>
                    <a:pt x="1707" y="7254"/>
                    <a:pt x="2060" y="7114"/>
                    <a:pt x="2319" y="6855"/>
                  </a:cubicBezTo>
                  <a:lnTo>
                    <a:pt x="7310" y="1920"/>
                  </a:lnTo>
                  <a:cubicBezTo>
                    <a:pt x="7366" y="1873"/>
                    <a:pt x="7338" y="1780"/>
                    <a:pt x="7078" y="1465"/>
                  </a:cubicBezTo>
                  <a:cubicBezTo>
                    <a:pt x="7060" y="1446"/>
                    <a:pt x="7041" y="1428"/>
                    <a:pt x="7023" y="1400"/>
                  </a:cubicBezTo>
                  <a:cubicBezTo>
                    <a:pt x="6689" y="1020"/>
                    <a:pt x="6179" y="519"/>
                    <a:pt x="5826" y="231"/>
                  </a:cubicBezTo>
                  <a:cubicBezTo>
                    <a:pt x="5615" y="60"/>
                    <a:pt x="5512" y="1"/>
                    <a:pt x="5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>
              <a:extLst>
                <a:ext uri="{FF2B5EF4-FFF2-40B4-BE49-F238E27FC236}">
                  <a16:creationId xmlns:a16="http://schemas.microsoft.com/office/drawing/2014/main" id="{D9807D63-6284-1AF3-96EA-D43B94987659}"/>
                </a:ext>
              </a:extLst>
            </p:cNvPr>
            <p:cNvSpPr/>
            <p:nvPr/>
          </p:nvSpPr>
          <p:spPr>
            <a:xfrm>
              <a:off x="1719553" y="2418832"/>
              <a:ext cx="841881" cy="841881"/>
            </a:xfrm>
            <a:custGeom>
              <a:avLst/>
              <a:gdLst/>
              <a:ahLst/>
              <a:cxnLst/>
              <a:rect l="l" t="t" r="r" b="b"/>
              <a:pathLst>
                <a:path w="14788" h="14788" extrusionOk="0">
                  <a:moveTo>
                    <a:pt x="7394" y="1856"/>
                  </a:moveTo>
                  <a:cubicBezTo>
                    <a:pt x="10446" y="1856"/>
                    <a:pt x="12923" y="4333"/>
                    <a:pt x="12923" y="7394"/>
                  </a:cubicBezTo>
                  <a:cubicBezTo>
                    <a:pt x="12923" y="10446"/>
                    <a:pt x="10446" y="12923"/>
                    <a:pt x="7394" y="12923"/>
                  </a:cubicBezTo>
                  <a:cubicBezTo>
                    <a:pt x="4342" y="12923"/>
                    <a:pt x="1865" y="10446"/>
                    <a:pt x="1865" y="7394"/>
                  </a:cubicBezTo>
                  <a:cubicBezTo>
                    <a:pt x="1865" y="6912"/>
                    <a:pt x="1921" y="6439"/>
                    <a:pt x="2041" y="5993"/>
                  </a:cubicBezTo>
                  <a:cubicBezTo>
                    <a:pt x="2069" y="5863"/>
                    <a:pt x="2116" y="5743"/>
                    <a:pt x="2153" y="5613"/>
                  </a:cubicBezTo>
                  <a:cubicBezTo>
                    <a:pt x="2208" y="5446"/>
                    <a:pt x="2283" y="5270"/>
                    <a:pt x="2357" y="5103"/>
                  </a:cubicBezTo>
                  <a:cubicBezTo>
                    <a:pt x="2542" y="4695"/>
                    <a:pt x="2774" y="4314"/>
                    <a:pt x="3043" y="3971"/>
                  </a:cubicBezTo>
                  <a:cubicBezTo>
                    <a:pt x="3387" y="3544"/>
                    <a:pt x="3785" y="3164"/>
                    <a:pt x="4240" y="2849"/>
                  </a:cubicBezTo>
                  <a:cubicBezTo>
                    <a:pt x="4435" y="2709"/>
                    <a:pt x="4630" y="2589"/>
                    <a:pt x="4843" y="2478"/>
                  </a:cubicBezTo>
                  <a:cubicBezTo>
                    <a:pt x="5019" y="2385"/>
                    <a:pt x="5214" y="2301"/>
                    <a:pt x="5400" y="2227"/>
                  </a:cubicBezTo>
                  <a:cubicBezTo>
                    <a:pt x="6021" y="1995"/>
                    <a:pt x="6689" y="1856"/>
                    <a:pt x="7394" y="1856"/>
                  </a:cubicBezTo>
                  <a:close/>
                  <a:moveTo>
                    <a:pt x="7394" y="1"/>
                  </a:moveTo>
                  <a:cubicBezTo>
                    <a:pt x="3312" y="1"/>
                    <a:pt x="1" y="3312"/>
                    <a:pt x="1" y="7394"/>
                  </a:cubicBezTo>
                  <a:cubicBezTo>
                    <a:pt x="1" y="9045"/>
                    <a:pt x="539" y="10576"/>
                    <a:pt x="1457" y="11810"/>
                  </a:cubicBezTo>
                  <a:lnTo>
                    <a:pt x="2960" y="13303"/>
                  </a:lnTo>
                  <a:cubicBezTo>
                    <a:pt x="2969" y="13313"/>
                    <a:pt x="2969" y="13322"/>
                    <a:pt x="2978" y="13322"/>
                  </a:cubicBezTo>
                  <a:cubicBezTo>
                    <a:pt x="4212" y="14250"/>
                    <a:pt x="5734" y="14788"/>
                    <a:pt x="7394" y="14788"/>
                  </a:cubicBezTo>
                  <a:cubicBezTo>
                    <a:pt x="11476" y="14788"/>
                    <a:pt x="14788" y="11476"/>
                    <a:pt x="14788" y="7394"/>
                  </a:cubicBezTo>
                  <a:cubicBezTo>
                    <a:pt x="14788" y="3312"/>
                    <a:pt x="11476" y="1"/>
                    <a:pt x="73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>
              <a:extLst>
                <a:ext uri="{FF2B5EF4-FFF2-40B4-BE49-F238E27FC236}">
                  <a16:creationId xmlns:a16="http://schemas.microsoft.com/office/drawing/2014/main" id="{9E69FA94-4E4F-6FBD-8D8D-B3A96E9C2304}"/>
                </a:ext>
              </a:extLst>
            </p:cNvPr>
            <p:cNvSpPr/>
            <p:nvPr/>
          </p:nvSpPr>
          <p:spPr>
            <a:xfrm>
              <a:off x="1792053" y="2415131"/>
              <a:ext cx="849282" cy="849282"/>
            </a:xfrm>
            <a:custGeom>
              <a:avLst/>
              <a:gdLst/>
              <a:ahLst/>
              <a:cxnLst/>
              <a:rect l="l" t="t" r="r" b="b"/>
              <a:pathLst>
                <a:path w="14918" h="14918" extrusionOk="0">
                  <a:moveTo>
                    <a:pt x="7459" y="1986"/>
                  </a:moveTo>
                  <a:cubicBezTo>
                    <a:pt x="10474" y="1986"/>
                    <a:pt x="12932" y="4444"/>
                    <a:pt x="12932" y="7459"/>
                  </a:cubicBezTo>
                  <a:cubicBezTo>
                    <a:pt x="12932" y="10474"/>
                    <a:pt x="10474" y="12932"/>
                    <a:pt x="7459" y="12932"/>
                  </a:cubicBezTo>
                  <a:cubicBezTo>
                    <a:pt x="4435" y="12932"/>
                    <a:pt x="1986" y="10474"/>
                    <a:pt x="1986" y="7459"/>
                  </a:cubicBezTo>
                  <a:cubicBezTo>
                    <a:pt x="1986" y="6986"/>
                    <a:pt x="2041" y="6522"/>
                    <a:pt x="2162" y="6068"/>
                  </a:cubicBezTo>
                  <a:cubicBezTo>
                    <a:pt x="2190" y="5947"/>
                    <a:pt x="2227" y="5826"/>
                    <a:pt x="2273" y="5706"/>
                  </a:cubicBezTo>
                  <a:cubicBezTo>
                    <a:pt x="2329" y="5530"/>
                    <a:pt x="2394" y="5363"/>
                    <a:pt x="2468" y="5196"/>
                  </a:cubicBezTo>
                  <a:cubicBezTo>
                    <a:pt x="2654" y="4797"/>
                    <a:pt x="2886" y="4416"/>
                    <a:pt x="3155" y="4073"/>
                  </a:cubicBezTo>
                  <a:cubicBezTo>
                    <a:pt x="3489" y="3646"/>
                    <a:pt x="3888" y="3275"/>
                    <a:pt x="4333" y="2960"/>
                  </a:cubicBezTo>
                  <a:cubicBezTo>
                    <a:pt x="4528" y="2830"/>
                    <a:pt x="4732" y="2709"/>
                    <a:pt x="4936" y="2598"/>
                  </a:cubicBezTo>
                  <a:cubicBezTo>
                    <a:pt x="5112" y="2505"/>
                    <a:pt x="5298" y="2422"/>
                    <a:pt x="5492" y="2348"/>
                  </a:cubicBezTo>
                  <a:cubicBezTo>
                    <a:pt x="6114" y="2107"/>
                    <a:pt x="6782" y="1986"/>
                    <a:pt x="7459" y="1986"/>
                  </a:cubicBezTo>
                  <a:close/>
                  <a:moveTo>
                    <a:pt x="7459" y="1865"/>
                  </a:moveTo>
                  <a:cubicBezTo>
                    <a:pt x="6763" y="1865"/>
                    <a:pt x="6086" y="1995"/>
                    <a:pt x="5446" y="2236"/>
                  </a:cubicBezTo>
                  <a:cubicBezTo>
                    <a:pt x="5251" y="2311"/>
                    <a:pt x="5066" y="2403"/>
                    <a:pt x="4880" y="2496"/>
                  </a:cubicBezTo>
                  <a:cubicBezTo>
                    <a:pt x="4676" y="2607"/>
                    <a:pt x="4463" y="2728"/>
                    <a:pt x="4268" y="2867"/>
                  </a:cubicBezTo>
                  <a:cubicBezTo>
                    <a:pt x="3813" y="3183"/>
                    <a:pt x="3414" y="3563"/>
                    <a:pt x="3062" y="3999"/>
                  </a:cubicBezTo>
                  <a:cubicBezTo>
                    <a:pt x="2784" y="4351"/>
                    <a:pt x="2552" y="4741"/>
                    <a:pt x="2366" y="5149"/>
                  </a:cubicBezTo>
                  <a:cubicBezTo>
                    <a:pt x="2292" y="5316"/>
                    <a:pt x="2218" y="5492"/>
                    <a:pt x="2162" y="5669"/>
                  </a:cubicBezTo>
                  <a:cubicBezTo>
                    <a:pt x="2116" y="5789"/>
                    <a:pt x="2079" y="5919"/>
                    <a:pt x="2051" y="6040"/>
                  </a:cubicBezTo>
                  <a:cubicBezTo>
                    <a:pt x="1930" y="6504"/>
                    <a:pt x="1865" y="6977"/>
                    <a:pt x="1865" y="7459"/>
                  </a:cubicBezTo>
                  <a:cubicBezTo>
                    <a:pt x="1865" y="10539"/>
                    <a:pt x="4379" y="13053"/>
                    <a:pt x="7459" y="13053"/>
                  </a:cubicBezTo>
                  <a:cubicBezTo>
                    <a:pt x="10539" y="13053"/>
                    <a:pt x="13053" y="10539"/>
                    <a:pt x="13053" y="7459"/>
                  </a:cubicBezTo>
                  <a:cubicBezTo>
                    <a:pt x="13053" y="4379"/>
                    <a:pt x="10539" y="1865"/>
                    <a:pt x="7459" y="1865"/>
                  </a:cubicBezTo>
                  <a:close/>
                  <a:moveTo>
                    <a:pt x="7459" y="121"/>
                  </a:moveTo>
                  <a:cubicBezTo>
                    <a:pt x="11504" y="121"/>
                    <a:pt x="14797" y="3415"/>
                    <a:pt x="14797" y="7459"/>
                  </a:cubicBezTo>
                  <a:cubicBezTo>
                    <a:pt x="14797" y="11504"/>
                    <a:pt x="11504" y="14797"/>
                    <a:pt x="7459" y="14797"/>
                  </a:cubicBezTo>
                  <a:cubicBezTo>
                    <a:pt x="5863" y="14797"/>
                    <a:pt x="4351" y="14296"/>
                    <a:pt x="3080" y="13350"/>
                  </a:cubicBezTo>
                  <a:cubicBezTo>
                    <a:pt x="3071" y="13341"/>
                    <a:pt x="3071" y="13331"/>
                    <a:pt x="3062" y="13331"/>
                  </a:cubicBezTo>
                  <a:lnTo>
                    <a:pt x="1568" y="11838"/>
                  </a:lnTo>
                  <a:cubicBezTo>
                    <a:pt x="622" y="10558"/>
                    <a:pt x="121" y="9045"/>
                    <a:pt x="121" y="7459"/>
                  </a:cubicBezTo>
                  <a:cubicBezTo>
                    <a:pt x="121" y="3415"/>
                    <a:pt x="3414" y="121"/>
                    <a:pt x="7459" y="121"/>
                  </a:cubicBezTo>
                  <a:close/>
                  <a:moveTo>
                    <a:pt x="7459" y="1"/>
                  </a:moveTo>
                  <a:cubicBezTo>
                    <a:pt x="3349" y="1"/>
                    <a:pt x="1" y="3350"/>
                    <a:pt x="1" y="7459"/>
                  </a:cubicBezTo>
                  <a:cubicBezTo>
                    <a:pt x="1" y="9073"/>
                    <a:pt x="511" y="10613"/>
                    <a:pt x="1485" y="11912"/>
                  </a:cubicBezTo>
                  <a:lnTo>
                    <a:pt x="2988" y="13415"/>
                  </a:lnTo>
                  <a:cubicBezTo>
                    <a:pt x="2988" y="13415"/>
                    <a:pt x="2997" y="13424"/>
                    <a:pt x="2997" y="13424"/>
                  </a:cubicBezTo>
                  <a:cubicBezTo>
                    <a:pt x="2997" y="13433"/>
                    <a:pt x="2997" y="13433"/>
                    <a:pt x="3006" y="13433"/>
                  </a:cubicBezTo>
                  <a:cubicBezTo>
                    <a:pt x="4296" y="14398"/>
                    <a:pt x="5836" y="14918"/>
                    <a:pt x="7459" y="14918"/>
                  </a:cubicBezTo>
                  <a:cubicBezTo>
                    <a:pt x="11569" y="14918"/>
                    <a:pt x="14918" y="11569"/>
                    <a:pt x="14918" y="7459"/>
                  </a:cubicBezTo>
                  <a:cubicBezTo>
                    <a:pt x="14918" y="3350"/>
                    <a:pt x="11569" y="1"/>
                    <a:pt x="7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>
              <a:extLst>
                <a:ext uri="{FF2B5EF4-FFF2-40B4-BE49-F238E27FC236}">
                  <a16:creationId xmlns:a16="http://schemas.microsoft.com/office/drawing/2014/main" id="{89088497-5976-D72E-97B0-A56575BFA792}"/>
                </a:ext>
              </a:extLst>
            </p:cNvPr>
            <p:cNvSpPr/>
            <p:nvPr/>
          </p:nvSpPr>
          <p:spPr>
            <a:xfrm>
              <a:off x="2308430" y="2495515"/>
              <a:ext cx="209161" cy="257153"/>
            </a:xfrm>
            <a:custGeom>
              <a:avLst/>
              <a:gdLst/>
              <a:ahLst/>
              <a:cxnLst/>
              <a:rect l="l" t="t" r="r" b="b"/>
              <a:pathLst>
                <a:path w="3674" h="4517" extrusionOk="0">
                  <a:moveTo>
                    <a:pt x="197" y="0"/>
                  </a:moveTo>
                  <a:cubicBezTo>
                    <a:pt x="124" y="0"/>
                    <a:pt x="58" y="45"/>
                    <a:pt x="28" y="119"/>
                  </a:cubicBezTo>
                  <a:cubicBezTo>
                    <a:pt x="0" y="212"/>
                    <a:pt x="56" y="305"/>
                    <a:pt x="148" y="333"/>
                  </a:cubicBezTo>
                  <a:cubicBezTo>
                    <a:pt x="167" y="342"/>
                    <a:pt x="2635" y="1168"/>
                    <a:pt x="3312" y="4377"/>
                  </a:cubicBezTo>
                  <a:cubicBezTo>
                    <a:pt x="3330" y="4461"/>
                    <a:pt x="3405" y="4516"/>
                    <a:pt x="3479" y="4516"/>
                  </a:cubicBezTo>
                  <a:lnTo>
                    <a:pt x="3516" y="4516"/>
                  </a:lnTo>
                  <a:cubicBezTo>
                    <a:pt x="3609" y="4498"/>
                    <a:pt x="3674" y="4405"/>
                    <a:pt x="3655" y="4312"/>
                  </a:cubicBezTo>
                  <a:cubicBezTo>
                    <a:pt x="2931" y="889"/>
                    <a:pt x="362" y="36"/>
                    <a:pt x="251" y="8"/>
                  </a:cubicBezTo>
                  <a:cubicBezTo>
                    <a:pt x="232" y="3"/>
                    <a:pt x="214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>
              <a:extLst>
                <a:ext uri="{FF2B5EF4-FFF2-40B4-BE49-F238E27FC236}">
                  <a16:creationId xmlns:a16="http://schemas.microsoft.com/office/drawing/2014/main" id="{DD71FD99-B15D-9D66-3640-B51C4B23DAE6}"/>
                </a:ext>
              </a:extLst>
            </p:cNvPr>
            <p:cNvSpPr/>
            <p:nvPr/>
          </p:nvSpPr>
          <p:spPr>
            <a:xfrm>
              <a:off x="1826239" y="3139212"/>
              <a:ext cx="42811" cy="88242"/>
            </a:xfrm>
            <a:custGeom>
              <a:avLst/>
              <a:gdLst/>
              <a:ahLst/>
              <a:cxnLst/>
              <a:rect l="l" t="t" r="r" b="b"/>
              <a:pathLst>
                <a:path w="752" h="1550" extrusionOk="0">
                  <a:moveTo>
                    <a:pt x="71" y="1"/>
                  </a:moveTo>
                  <a:cubicBezTo>
                    <a:pt x="54" y="1"/>
                    <a:pt x="38" y="8"/>
                    <a:pt x="28" y="19"/>
                  </a:cubicBezTo>
                  <a:cubicBezTo>
                    <a:pt x="0" y="46"/>
                    <a:pt x="10" y="83"/>
                    <a:pt x="28" y="102"/>
                  </a:cubicBezTo>
                  <a:lnTo>
                    <a:pt x="492" y="538"/>
                  </a:lnTo>
                  <a:cubicBezTo>
                    <a:pt x="622" y="659"/>
                    <a:pt x="622" y="853"/>
                    <a:pt x="511" y="974"/>
                  </a:cubicBezTo>
                  <a:lnTo>
                    <a:pt x="65" y="1456"/>
                  </a:lnTo>
                  <a:cubicBezTo>
                    <a:pt x="47" y="1484"/>
                    <a:pt x="47" y="1512"/>
                    <a:pt x="75" y="1540"/>
                  </a:cubicBezTo>
                  <a:cubicBezTo>
                    <a:pt x="84" y="1549"/>
                    <a:pt x="93" y="1549"/>
                    <a:pt x="112" y="1549"/>
                  </a:cubicBezTo>
                  <a:cubicBezTo>
                    <a:pt x="130" y="1549"/>
                    <a:pt x="140" y="1549"/>
                    <a:pt x="158" y="1531"/>
                  </a:cubicBezTo>
                  <a:lnTo>
                    <a:pt x="594" y="1058"/>
                  </a:lnTo>
                  <a:cubicBezTo>
                    <a:pt x="752" y="881"/>
                    <a:pt x="743" y="612"/>
                    <a:pt x="576" y="455"/>
                  </a:cubicBezTo>
                  <a:lnTo>
                    <a:pt x="112" y="19"/>
                  </a:lnTo>
                  <a:cubicBezTo>
                    <a:pt x="99" y="6"/>
                    <a:pt x="85" y="1"/>
                    <a:pt x="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>
              <a:extLst>
                <a:ext uri="{FF2B5EF4-FFF2-40B4-BE49-F238E27FC236}">
                  <a16:creationId xmlns:a16="http://schemas.microsoft.com/office/drawing/2014/main" id="{595A259C-3B2E-4A89-B2DB-0A507DCA5D2D}"/>
                </a:ext>
              </a:extLst>
            </p:cNvPr>
            <p:cNvSpPr/>
            <p:nvPr/>
          </p:nvSpPr>
          <p:spPr>
            <a:xfrm>
              <a:off x="2169522" y="2615806"/>
              <a:ext cx="214968" cy="215025"/>
            </a:xfrm>
            <a:custGeom>
              <a:avLst/>
              <a:gdLst/>
              <a:ahLst/>
              <a:cxnLst/>
              <a:rect l="l" t="t" r="r" b="b"/>
              <a:pathLst>
                <a:path w="3776" h="3777" extrusionOk="0">
                  <a:moveTo>
                    <a:pt x="353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9"/>
                    <a:pt x="158" y="697"/>
                    <a:pt x="353" y="697"/>
                  </a:cubicBezTo>
                  <a:cubicBezTo>
                    <a:pt x="1856" y="697"/>
                    <a:pt x="3080" y="1921"/>
                    <a:pt x="3080" y="3424"/>
                  </a:cubicBezTo>
                  <a:cubicBezTo>
                    <a:pt x="3080" y="3619"/>
                    <a:pt x="3238" y="3776"/>
                    <a:pt x="3433" y="3776"/>
                  </a:cubicBezTo>
                  <a:cubicBezTo>
                    <a:pt x="3627" y="3776"/>
                    <a:pt x="3776" y="3619"/>
                    <a:pt x="3776" y="3424"/>
                  </a:cubicBezTo>
                  <a:cubicBezTo>
                    <a:pt x="3776" y="1531"/>
                    <a:pt x="2236" y="1"/>
                    <a:pt x="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>
              <a:extLst>
                <a:ext uri="{FF2B5EF4-FFF2-40B4-BE49-F238E27FC236}">
                  <a16:creationId xmlns:a16="http://schemas.microsoft.com/office/drawing/2014/main" id="{0D17B5F8-0E66-1463-11AE-4FA4E8A6288F}"/>
                </a:ext>
              </a:extLst>
            </p:cNvPr>
            <p:cNvSpPr/>
            <p:nvPr/>
          </p:nvSpPr>
          <p:spPr>
            <a:xfrm>
              <a:off x="1357768" y="3566920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>
              <a:extLst>
                <a:ext uri="{FF2B5EF4-FFF2-40B4-BE49-F238E27FC236}">
                  <a16:creationId xmlns:a16="http://schemas.microsoft.com/office/drawing/2014/main" id="{2EE19D45-0B6C-2B00-661B-44A16A9C6006}"/>
                </a:ext>
              </a:extLst>
            </p:cNvPr>
            <p:cNvSpPr/>
            <p:nvPr/>
          </p:nvSpPr>
          <p:spPr>
            <a:xfrm>
              <a:off x="1348317" y="2743612"/>
              <a:ext cx="1225817" cy="929553"/>
            </a:xfrm>
            <a:custGeom>
              <a:avLst/>
              <a:gdLst/>
              <a:ahLst/>
              <a:cxnLst/>
              <a:rect l="l" t="t" r="r" b="b"/>
              <a:pathLst>
                <a:path w="21532" h="16328" extrusionOk="0">
                  <a:moveTo>
                    <a:pt x="21179" y="1"/>
                  </a:moveTo>
                  <a:cubicBezTo>
                    <a:pt x="21271" y="483"/>
                    <a:pt x="21327" y="975"/>
                    <a:pt x="21327" y="1485"/>
                  </a:cubicBezTo>
                  <a:cubicBezTo>
                    <a:pt x="21327" y="5567"/>
                    <a:pt x="18015" y="8879"/>
                    <a:pt x="13924" y="8879"/>
                  </a:cubicBezTo>
                  <a:cubicBezTo>
                    <a:pt x="12273" y="8879"/>
                    <a:pt x="10742" y="8331"/>
                    <a:pt x="9509" y="7413"/>
                  </a:cubicBezTo>
                  <a:cubicBezTo>
                    <a:pt x="9611" y="7533"/>
                    <a:pt x="9611" y="7728"/>
                    <a:pt x="9490" y="7840"/>
                  </a:cubicBezTo>
                  <a:lnTo>
                    <a:pt x="8488" y="8841"/>
                  </a:lnTo>
                  <a:cubicBezTo>
                    <a:pt x="8368" y="8962"/>
                    <a:pt x="8164" y="8962"/>
                    <a:pt x="8043" y="8841"/>
                  </a:cubicBezTo>
                  <a:lnTo>
                    <a:pt x="7848" y="8647"/>
                  </a:lnTo>
                  <a:lnTo>
                    <a:pt x="6781" y="9732"/>
                  </a:lnTo>
                  <a:cubicBezTo>
                    <a:pt x="6948" y="9927"/>
                    <a:pt x="7050" y="10075"/>
                    <a:pt x="7022" y="10103"/>
                  </a:cubicBezTo>
                  <a:lnTo>
                    <a:pt x="2032" y="15038"/>
                  </a:lnTo>
                  <a:cubicBezTo>
                    <a:pt x="1521" y="15539"/>
                    <a:pt x="705" y="15539"/>
                    <a:pt x="195" y="15038"/>
                  </a:cubicBezTo>
                  <a:cubicBezTo>
                    <a:pt x="130" y="14973"/>
                    <a:pt x="74" y="14908"/>
                    <a:pt x="28" y="14834"/>
                  </a:cubicBezTo>
                  <a:cubicBezTo>
                    <a:pt x="0" y="15187"/>
                    <a:pt x="130" y="15548"/>
                    <a:pt x="399" y="15827"/>
                  </a:cubicBezTo>
                  <a:cubicBezTo>
                    <a:pt x="909" y="16328"/>
                    <a:pt x="1735" y="16328"/>
                    <a:pt x="2236" y="15827"/>
                  </a:cubicBezTo>
                  <a:lnTo>
                    <a:pt x="7227" y="10892"/>
                  </a:lnTo>
                  <a:cubicBezTo>
                    <a:pt x="7264" y="10854"/>
                    <a:pt x="7162" y="10715"/>
                    <a:pt x="6995" y="10511"/>
                  </a:cubicBezTo>
                  <a:lnTo>
                    <a:pt x="8052" y="9435"/>
                  </a:lnTo>
                  <a:lnTo>
                    <a:pt x="8247" y="9630"/>
                  </a:lnTo>
                  <a:cubicBezTo>
                    <a:pt x="8368" y="9751"/>
                    <a:pt x="8572" y="9751"/>
                    <a:pt x="8692" y="9630"/>
                  </a:cubicBezTo>
                  <a:lnTo>
                    <a:pt x="9703" y="8628"/>
                  </a:lnTo>
                  <a:cubicBezTo>
                    <a:pt x="9815" y="8507"/>
                    <a:pt x="9824" y="8322"/>
                    <a:pt x="9713" y="8192"/>
                  </a:cubicBezTo>
                  <a:cubicBezTo>
                    <a:pt x="10947" y="9120"/>
                    <a:pt x="12477" y="9658"/>
                    <a:pt x="14138" y="9658"/>
                  </a:cubicBezTo>
                  <a:cubicBezTo>
                    <a:pt x="18219" y="9658"/>
                    <a:pt x="21531" y="6346"/>
                    <a:pt x="21531" y="2264"/>
                  </a:cubicBezTo>
                  <a:cubicBezTo>
                    <a:pt x="21531" y="1476"/>
                    <a:pt x="21411" y="715"/>
                    <a:pt x="2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84271639"/>
      </p:ext>
    </p:extLst>
  </p:cSld>
  <p:clrMapOvr>
    <a:masterClrMapping/>
  </p:clrMapOvr>
</p:sld>
</file>

<file path=ppt/theme/theme1.xml><?xml version="1.0" encoding="utf-8"?>
<a:theme xmlns:a="http://schemas.openxmlformats.org/drawingml/2006/main" name="Software Engineering Business Plan by Slidesgo">
  <a:themeElements>
    <a:clrScheme name="Simple Light">
      <a:dk1>
        <a:srgbClr val="191919"/>
      </a:dk1>
      <a:lt1>
        <a:srgbClr val="F3F3F3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1204</Words>
  <Application>Microsoft Office PowerPoint</Application>
  <PresentationFormat>Presentación en pantalla (16:9)</PresentationFormat>
  <Paragraphs>213</Paragraphs>
  <Slides>50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1" baseType="lpstr">
      <vt:lpstr>Software Engineering Business Plan by Slidesgo</vt:lpstr>
      <vt:lpstr>Sistema de Registro de asistencia y puntualidad</vt:lpstr>
      <vt:lpstr>Contenidos</vt:lpstr>
      <vt:lpstr>Solicitud del cliente</vt:lpstr>
      <vt:lpstr>Descripción del requerimiento</vt:lpstr>
      <vt:lpstr>Requerimientos técnicos del sistema</vt:lpstr>
      <vt:lpstr>Diseño</vt:lpstr>
      <vt:lpstr>Presentación de PowerPoint</vt:lpstr>
      <vt:lpstr>Visualización en pagina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Código del sistema</vt:lpstr>
      <vt:lpstr>Funciones utilizadas​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Diagrama de flujo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Registro de asistencia y puntualidad</dc:title>
  <dc:creator>HomeCS</dc:creator>
  <cp:lastModifiedBy>anasofiarodriguez559@gmail.com</cp:lastModifiedBy>
  <cp:revision>5</cp:revision>
  <dcterms:modified xsi:type="dcterms:W3CDTF">2025-07-29T19:01:55Z</dcterms:modified>
</cp:coreProperties>
</file>